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570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2.bp.blogspot.com/--fHdVFSbcas/W8nrR3F5MtI/AAAAAAAAEY8/k7jRmPa4gawfWZin_BD3EU1494ZHPpQ6wCLcBGAs/s1600/springbootapplication.png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 descr="Image result for spring anno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7288" y="2443163"/>
            <a:ext cx="6829425" cy="19716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</a:t>
            </a:r>
            <a:endParaRPr lang="en-US" sz="16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219200"/>
            <a:ext cx="4852987" cy="370446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</a:t>
            </a:r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1219200" y="1371600"/>
            <a:ext cx="7239000" cy="90024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50" b="1" dirty="0" smtClean="0"/>
              <a:t>What is Spring Boot?</a:t>
            </a:r>
          </a:p>
          <a:p>
            <a:r>
              <a:rPr lang="en-US" sz="1050" b="1" dirty="0" smtClean="0"/>
              <a:t>Spring Boot is a way by which you can bootstrap or quickly create any Spring application.</a:t>
            </a:r>
          </a:p>
          <a:p>
            <a:r>
              <a:rPr lang="en-US" sz="1050" b="1" dirty="0" smtClean="0"/>
              <a:t>Spring Boot makes it easy to create stand-alone, production-grade Spring based Applications that you can “just run”.</a:t>
            </a:r>
          </a:p>
          <a:p>
            <a:r>
              <a:rPr lang="en-US" sz="1050" b="1" dirty="0" smtClean="0"/>
              <a:t>Spring Boot helps you create any Spring application in no time. It provides default configurations which help you to avoid a lot of boilerplate code which is painful to maintain.</a:t>
            </a:r>
            <a:endParaRPr lang="en-US" sz="1050" dirty="0"/>
          </a:p>
        </p:txBody>
      </p:sp>
      <p:sp>
        <p:nvSpPr>
          <p:cNvPr id="6" name="Rectangle 5"/>
          <p:cNvSpPr/>
          <p:nvPr/>
        </p:nvSpPr>
        <p:spPr>
          <a:xfrm>
            <a:off x="3429000" y="3048000"/>
            <a:ext cx="54102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 smtClean="0"/>
              <a:t>Spring Boot</a:t>
            </a:r>
            <a:r>
              <a:rPr lang="en-US" sz="1200" dirty="0" smtClean="0"/>
              <a:t> is a Spring framework module which provides RAD (</a:t>
            </a:r>
            <a:r>
              <a:rPr lang="en-US" sz="1200" b="1" dirty="0" smtClean="0"/>
              <a:t>Rapid Application Development</a:t>
            </a:r>
            <a:r>
              <a:rPr lang="en-US" sz="1200" dirty="0" smtClean="0"/>
              <a:t>) feature to the Spring framework. It is highly dependent on the </a:t>
            </a:r>
            <a:r>
              <a:rPr lang="en-US" sz="1200" b="1" dirty="0" smtClean="0"/>
              <a:t>starter templates</a:t>
            </a:r>
            <a:r>
              <a:rPr lang="en-US" sz="1200" dirty="0" smtClean="0"/>
              <a:t> feature which is very powerful and works flawlessly.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1219200" y="4419600"/>
            <a:ext cx="4572000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b="1" dirty="0" smtClean="0"/>
              <a:t>Spring BOOT starter template</a:t>
            </a:r>
          </a:p>
          <a:p>
            <a:pPr>
              <a:buFont typeface="Arial" pitchFamily="34" charset="0"/>
              <a:buChar char="•"/>
            </a:pPr>
            <a:r>
              <a:rPr lang="en-US" sz="1200" b="1" dirty="0" smtClean="0"/>
              <a:t>Spring boot auto configuration</a:t>
            </a:r>
          </a:p>
          <a:p>
            <a:pPr>
              <a:buFont typeface="Arial" pitchFamily="34" charset="0"/>
              <a:buChar char="•"/>
            </a:pPr>
            <a:r>
              <a:rPr lang="en-US" sz="1200" b="1" dirty="0" smtClean="0"/>
              <a:t>Embedded server</a:t>
            </a:r>
          </a:p>
          <a:p>
            <a:pPr>
              <a:buFont typeface="Arial" pitchFamily="34" charset="0"/>
              <a:buChar char="•"/>
            </a:pPr>
            <a:r>
              <a:rPr lang="en-US" sz="1200" b="1" dirty="0" smtClean="0"/>
              <a:t>Bootstrap the application</a:t>
            </a:r>
            <a:r>
              <a:rPr lang="en-US" sz="1200" dirty="0" smtClean="0"/>
              <a:t>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</a:t>
            </a:r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838200" y="1219200"/>
            <a:ext cx="7239000" cy="1869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50" b="1" dirty="0" smtClean="0"/>
              <a:t>What is Spring Boot Starters?</a:t>
            </a:r>
          </a:p>
          <a:p>
            <a:r>
              <a:rPr lang="en-US" sz="1050" dirty="0" smtClean="0"/>
              <a:t>Spring Boot starters are templates that contain a </a:t>
            </a:r>
            <a:r>
              <a:rPr lang="en-US" sz="1050" b="1" dirty="0" smtClean="0"/>
              <a:t>collection of all the relevant transitive dependencies</a:t>
            </a:r>
            <a:r>
              <a:rPr lang="en-US" sz="1050" dirty="0" smtClean="0"/>
              <a:t> that are needed to start a particular functionality. For example, If you want to create a Spring </a:t>
            </a:r>
            <a:r>
              <a:rPr lang="en-US" sz="1050" dirty="0" err="1" smtClean="0"/>
              <a:t>WebMVC</a:t>
            </a:r>
            <a:r>
              <a:rPr lang="en-US" sz="1050" dirty="0" smtClean="0"/>
              <a:t> application then in a traditional setup, you would have included all required dependencies yourself</a:t>
            </a:r>
            <a:r>
              <a:rPr lang="en-US" sz="1050" dirty="0" smtClean="0"/>
              <a:t>.</a:t>
            </a:r>
            <a:r>
              <a:rPr lang="en-US" sz="1050" b="1" dirty="0" smtClean="0"/>
              <a:t>.</a:t>
            </a:r>
          </a:p>
          <a:p>
            <a:endParaRPr lang="en-US" sz="1050" b="1" dirty="0" smtClean="0"/>
          </a:p>
          <a:p>
            <a:r>
              <a:rPr lang="en-US" sz="1050" dirty="0" smtClean="0"/>
              <a:t>Spring </a:t>
            </a:r>
            <a:r>
              <a:rPr lang="en-US" sz="1050" dirty="0" smtClean="0"/>
              <a:t>Boot offers many starter modules to get started quickly with many of the commonly used technologies, like </a:t>
            </a:r>
            <a:r>
              <a:rPr lang="en-US" sz="1050" dirty="0" err="1" smtClean="0"/>
              <a:t>SpringMVC</a:t>
            </a:r>
            <a:r>
              <a:rPr lang="en-US" sz="1050" dirty="0" smtClean="0"/>
              <a:t>, JPA, </a:t>
            </a:r>
            <a:r>
              <a:rPr lang="en-US" sz="1050" dirty="0" err="1" smtClean="0"/>
              <a:t>MongoDB</a:t>
            </a:r>
            <a:r>
              <a:rPr lang="en-US" sz="1050" dirty="0" smtClean="0"/>
              <a:t>, Spring Batch, </a:t>
            </a:r>
            <a:r>
              <a:rPr lang="en-US" sz="1050" dirty="0" err="1" smtClean="0"/>
              <a:t>SpringSecurity</a:t>
            </a:r>
            <a:r>
              <a:rPr lang="en-US" sz="1050" dirty="0" smtClean="0"/>
              <a:t>, </a:t>
            </a:r>
            <a:r>
              <a:rPr lang="en-US" sz="1050" dirty="0" err="1" smtClean="0"/>
              <a:t>Solr</a:t>
            </a:r>
            <a:r>
              <a:rPr lang="en-US" sz="1050" dirty="0" smtClean="0"/>
              <a:t>, </a:t>
            </a:r>
            <a:r>
              <a:rPr lang="en-US" sz="1050" dirty="0" err="1" smtClean="0"/>
              <a:t>ElasticSearch</a:t>
            </a:r>
            <a:r>
              <a:rPr lang="en-US" sz="1050" dirty="0" smtClean="0"/>
              <a:t>, etc. These starters are pre-configured with the most commonly used library dependencies so you don’t have to search for the compatible library versions and configure them manually.</a:t>
            </a:r>
          </a:p>
          <a:p>
            <a:r>
              <a:rPr lang="en-US" sz="1050" dirty="0" smtClean="0"/>
              <a:t>For example, the </a:t>
            </a:r>
            <a:r>
              <a:rPr lang="en-US" sz="1050" i="1" dirty="0" smtClean="0"/>
              <a:t>spring-boot-starter-data-</a:t>
            </a:r>
            <a:r>
              <a:rPr lang="en-US" sz="1050" i="1" dirty="0" err="1" smtClean="0"/>
              <a:t>jpa</a:t>
            </a:r>
            <a:r>
              <a:rPr lang="en-US" sz="1050" dirty="0" smtClean="0"/>
              <a:t> starter module includes all the dependencies required to use Spring Data JPA, along with Hibernate library dependencies, as Hibernate is the most commonly used JPA implementation.</a:t>
            </a:r>
          </a:p>
          <a:p>
            <a:endParaRPr lang="en-US" sz="1050" dirty="0"/>
          </a:p>
        </p:txBody>
      </p:sp>
      <p:sp>
        <p:nvSpPr>
          <p:cNvPr id="6" name="Rectangle 5"/>
          <p:cNvSpPr/>
          <p:nvPr/>
        </p:nvSpPr>
        <p:spPr>
          <a:xfrm>
            <a:off x="3505200" y="3581400"/>
            <a:ext cx="5410200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 smtClean="0"/>
              <a:t>Spring boot </a:t>
            </a:r>
            <a:r>
              <a:rPr lang="en-US" sz="1200" b="1" dirty="0" err="1" smtClean="0"/>
              <a:t>autoconfiguration</a:t>
            </a:r>
            <a:endParaRPr lang="en-US" sz="1200" b="1" dirty="0" smtClean="0"/>
          </a:p>
          <a:p>
            <a:r>
              <a:rPr lang="en-US" sz="1200" dirty="0" err="1" smtClean="0"/>
              <a:t>Autoconfiguration</a:t>
            </a:r>
            <a:r>
              <a:rPr lang="en-US" sz="1200" dirty="0" smtClean="0"/>
              <a:t> is enabled with @EnableAutoConfiguration annotation. Spring boot auto configuration scans the </a:t>
            </a:r>
            <a:r>
              <a:rPr lang="en-US" sz="1200" dirty="0" err="1" smtClean="0"/>
              <a:t>classpath</a:t>
            </a:r>
            <a:r>
              <a:rPr lang="en-US" sz="1200" dirty="0" smtClean="0"/>
              <a:t>, finds the libraries in the </a:t>
            </a:r>
            <a:r>
              <a:rPr lang="en-US" sz="1200" dirty="0" err="1" smtClean="0"/>
              <a:t>classpath</a:t>
            </a:r>
            <a:r>
              <a:rPr lang="en-US" sz="1200" dirty="0" smtClean="0"/>
              <a:t> and then attempt to guess the best configuration for them, and finally configure all such beans.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</a:t>
            </a:r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1219200" y="1371600"/>
            <a:ext cx="7239000" cy="41549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50" dirty="0" smtClean="0"/>
              <a:t>Provide a range of non-functional features that are common to large classes of projects (such as embedded servers, security, metrics, health checks, and externalized configuration).</a:t>
            </a:r>
            <a:endParaRPr lang="en-US" sz="1050" dirty="0"/>
          </a:p>
        </p:txBody>
      </p:sp>
      <p:sp>
        <p:nvSpPr>
          <p:cNvPr id="9" name="Rectangle 8"/>
          <p:cNvSpPr/>
          <p:nvPr/>
        </p:nvSpPr>
        <p:spPr>
          <a:xfrm>
            <a:off x="609600" y="2590800"/>
            <a:ext cx="4572000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200" dirty="0" smtClean="0"/>
              <a:t>Spring boot applications always include </a:t>
            </a:r>
            <a:r>
              <a:rPr lang="en-US" sz="1200" b="1" dirty="0" smtClean="0"/>
              <a:t>tomcat</a:t>
            </a:r>
            <a:r>
              <a:rPr lang="en-US" sz="1200" dirty="0" smtClean="0"/>
              <a:t> as </a:t>
            </a:r>
            <a:r>
              <a:rPr lang="en-US" sz="1200" b="1" dirty="0" smtClean="0"/>
              <a:t>embedded server</a:t>
            </a:r>
            <a:r>
              <a:rPr lang="en-US" sz="1200" dirty="0" smtClean="0"/>
              <a:t> dependency. It means you can run the Spring boot applications from the command prompt without needling complex server infrastructure.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3124200" y="3733800"/>
            <a:ext cx="5410200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 smtClean="0"/>
              <a:t>Bootstrap the application</a:t>
            </a:r>
          </a:p>
          <a:p>
            <a:r>
              <a:rPr lang="en-US" sz="1200" dirty="0" smtClean="0"/>
              <a:t>To </a:t>
            </a:r>
            <a:r>
              <a:rPr lang="en-US" sz="1200" b="1" dirty="0" smtClean="0"/>
              <a:t>run the application</a:t>
            </a:r>
            <a:r>
              <a:rPr lang="en-US" sz="1200" dirty="0" smtClean="0"/>
              <a:t>, we need to use @</a:t>
            </a:r>
            <a:r>
              <a:rPr lang="en-US" sz="1200" dirty="0" err="1" smtClean="0"/>
              <a:t>SpringBootApplication</a:t>
            </a:r>
            <a:r>
              <a:rPr lang="en-US" sz="1200" dirty="0" smtClean="0"/>
              <a:t> annotation. Behind the scenes, that’s equivalent to @Configuration, @EnableAutoConfiguration, and @</a:t>
            </a:r>
            <a:r>
              <a:rPr lang="en-US" sz="1200" dirty="0" err="1" smtClean="0"/>
              <a:t>ComponentScan</a:t>
            </a:r>
            <a:r>
              <a:rPr lang="en-US" sz="1200" dirty="0" smtClean="0"/>
              <a:t> together.</a:t>
            </a:r>
          </a:p>
          <a:p>
            <a:r>
              <a:rPr lang="en-US" sz="1200" dirty="0" smtClean="0"/>
              <a:t>It enables the scanning of </a:t>
            </a:r>
            <a:r>
              <a:rPr lang="en-US" sz="1200" dirty="0" err="1" smtClean="0"/>
              <a:t>config</a:t>
            </a:r>
            <a:r>
              <a:rPr lang="en-US" sz="1200" dirty="0" smtClean="0"/>
              <a:t> classes, files and load them into </a:t>
            </a:r>
            <a:r>
              <a:rPr lang="en-US" sz="1200" b="1" dirty="0" smtClean="0"/>
              <a:t>spring context</a:t>
            </a:r>
            <a:r>
              <a:rPr lang="en-US" sz="1200" dirty="0" smtClean="0"/>
              <a:t>. Execution </a:t>
            </a:r>
            <a:r>
              <a:rPr lang="en-US" sz="1200" dirty="0" smtClean="0"/>
              <a:t>start with main() method. It start loading all the </a:t>
            </a:r>
            <a:r>
              <a:rPr lang="en-US" sz="1200" dirty="0" err="1" smtClean="0"/>
              <a:t>config</a:t>
            </a:r>
            <a:r>
              <a:rPr lang="en-US" sz="1200" dirty="0" smtClean="0"/>
              <a:t> files, configure them and </a:t>
            </a:r>
            <a:r>
              <a:rPr lang="en-US" sz="1200" dirty="0" err="1" smtClean="0"/>
              <a:t>bootstarp</a:t>
            </a:r>
            <a:r>
              <a:rPr lang="en-US" sz="1200" dirty="0" smtClean="0"/>
              <a:t> the application based on application properties in </a:t>
            </a:r>
            <a:r>
              <a:rPr lang="en-US" sz="1200" b="1" dirty="0" err="1" smtClean="0"/>
              <a:t>application.properties</a:t>
            </a:r>
            <a:r>
              <a:rPr lang="en-US" sz="1200" dirty="0" smtClean="0"/>
              <a:t> file in /resources folder.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 Starter Parent</a:t>
            </a:r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1219200" y="1371600"/>
            <a:ext cx="72390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All Spring Boot projects typically use </a:t>
            </a:r>
            <a:r>
              <a:rPr lang="en-US" i="1" dirty="0" smtClean="0"/>
              <a:t>spring-boot-starter-parent</a:t>
            </a:r>
            <a:r>
              <a:rPr lang="en-US" dirty="0" smtClean="0"/>
              <a:t> as the parent in </a:t>
            </a:r>
            <a:r>
              <a:rPr lang="en-US" i="1" dirty="0" smtClean="0"/>
              <a:t>pom.xml</a:t>
            </a:r>
            <a:r>
              <a:rPr lang="en-US" dirty="0" smtClean="0"/>
              <a:t>.</a:t>
            </a:r>
          </a:p>
          <a:p>
            <a:r>
              <a:rPr lang="en-US" sz="1200" dirty="0" smtClean="0"/>
              <a:t>&lt;parent</a:t>
            </a:r>
            <a:r>
              <a:rPr lang="en-US" sz="1200" dirty="0" smtClean="0"/>
              <a:t>&gt;</a:t>
            </a:r>
          </a:p>
          <a:p>
            <a:pPr lvl="1"/>
            <a:r>
              <a:rPr lang="en-US" sz="1200" dirty="0" smtClean="0"/>
              <a:t> </a:t>
            </a:r>
            <a:r>
              <a:rPr lang="en-US" sz="1200" dirty="0" smtClean="0"/>
              <a:t>&lt;</a:t>
            </a:r>
            <a:r>
              <a:rPr lang="en-US" sz="1200" dirty="0" err="1" smtClean="0"/>
              <a:t>groupId</a:t>
            </a:r>
            <a:r>
              <a:rPr lang="en-US" sz="1200" dirty="0" smtClean="0"/>
              <a:t>&gt;</a:t>
            </a:r>
            <a:r>
              <a:rPr lang="en-US" sz="1200" dirty="0" err="1" smtClean="0"/>
              <a:t>org.springframework.boot</a:t>
            </a:r>
            <a:r>
              <a:rPr lang="en-US" sz="1200" dirty="0" smtClean="0"/>
              <a:t>&lt;/</a:t>
            </a:r>
            <a:r>
              <a:rPr lang="en-US" sz="1200" dirty="0" err="1" smtClean="0"/>
              <a:t>groupId</a:t>
            </a:r>
            <a:r>
              <a:rPr lang="en-US" sz="1200" dirty="0" smtClean="0"/>
              <a:t>&gt;</a:t>
            </a:r>
          </a:p>
          <a:p>
            <a:pPr lvl="1"/>
            <a:r>
              <a:rPr lang="en-US" sz="1200" dirty="0" smtClean="0"/>
              <a:t> </a:t>
            </a:r>
            <a:r>
              <a:rPr lang="en-US" sz="1200" dirty="0" smtClean="0"/>
              <a:t>&lt;</a:t>
            </a:r>
            <a:r>
              <a:rPr lang="en-US" sz="1200" dirty="0" err="1" smtClean="0"/>
              <a:t>artifactId</a:t>
            </a:r>
            <a:r>
              <a:rPr lang="en-US" sz="1200" dirty="0" smtClean="0"/>
              <a:t>&gt;spring-boot-starter-parent&lt;/</a:t>
            </a:r>
            <a:r>
              <a:rPr lang="en-US" sz="1200" dirty="0" err="1" smtClean="0"/>
              <a:t>artifactId</a:t>
            </a:r>
            <a:r>
              <a:rPr lang="en-US" sz="1200" dirty="0" smtClean="0"/>
              <a:t>&gt; </a:t>
            </a:r>
            <a:endParaRPr lang="en-US" sz="1200" dirty="0" smtClean="0"/>
          </a:p>
          <a:p>
            <a:pPr lvl="1"/>
            <a:r>
              <a:rPr lang="en-US" sz="1200" dirty="0" smtClean="0"/>
              <a:t>&lt;</a:t>
            </a:r>
            <a:r>
              <a:rPr lang="en-US" sz="1200" dirty="0" smtClean="0"/>
              <a:t>version&gt;2.0.4.RELEASE&lt;/version</a:t>
            </a:r>
            <a:r>
              <a:rPr lang="en-US" sz="1200" dirty="0" smtClean="0"/>
              <a:t>&gt;</a:t>
            </a:r>
          </a:p>
          <a:p>
            <a:r>
              <a:rPr lang="en-US" sz="1200" dirty="0" smtClean="0"/>
              <a:t> </a:t>
            </a:r>
            <a:r>
              <a:rPr lang="en-US" sz="1200" dirty="0" smtClean="0"/>
              <a:t>&lt;/parent&gt;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Inside </a:t>
            </a:r>
            <a:r>
              <a:rPr lang="en-US" sz="1600" b="1" dirty="0" smtClean="0"/>
              <a:t>Spring Boot Starter Parent</a:t>
            </a:r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1219200" y="1371600"/>
            <a:ext cx="72390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It has </a:t>
            </a:r>
            <a:r>
              <a:rPr lang="en-US" i="1" dirty="0" smtClean="0"/>
              <a:t>spring-boot-dependencies</a:t>
            </a:r>
            <a:r>
              <a:rPr lang="en-US" dirty="0" smtClean="0"/>
              <a:t> as the parent </a:t>
            </a:r>
            <a:r>
              <a:rPr lang="en-US" dirty="0" err="1" smtClean="0"/>
              <a:t>pom</a:t>
            </a:r>
            <a:r>
              <a:rPr lang="en-US" dirty="0" smtClean="0"/>
              <a:t>. It inherits dependency management from </a:t>
            </a:r>
            <a:r>
              <a:rPr lang="en-US" i="1" dirty="0" smtClean="0"/>
              <a:t>spring-boot-dependencies</a:t>
            </a:r>
            <a:r>
              <a:rPr lang="en-US" dirty="0" smtClean="0"/>
              <a:t>.</a:t>
            </a:r>
          </a:p>
          <a:p>
            <a:r>
              <a:rPr lang="en-US" sz="1400" dirty="0" smtClean="0"/>
              <a:t>&lt;parent&gt; </a:t>
            </a:r>
            <a:endParaRPr lang="en-US" sz="1400" dirty="0" smtClean="0"/>
          </a:p>
          <a:p>
            <a:pPr lvl="1"/>
            <a:r>
              <a:rPr lang="en-US" sz="1400" dirty="0" smtClean="0"/>
              <a:t>&lt;</a:t>
            </a:r>
            <a:r>
              <a:rPr lang="en-US" sz="1400" dirty="0" err="1" smtClean="0"/>
              <a:t>groupId</a:t>
            </a:r>
            <a:r>
              <a:rPr lang="en-US" sz="1400" dirty="0" smtClean="0"/>
              <a:t>&gt;</a:t>
            </a:r>
            <a:r>
              <a:rPr lang="en-US" sz="1400" dirty="0" err="1" smtClean="0"/>
              <a:t>org.springframework.boot</a:t>
            </a:r>
            <a:r>
              <a:rPr lang="en-US" sz="1400" dirty="0" smtClean="0"/>
              <a:t>&lt;/</a:t>
            </a:r>
            <a:r>
              <a:rPr lang="en-US" sz="1400" dirty="0" err="1" smtClean="0"/>
              <a:t>groupId</a:t>
            </a:r>
            <a:r>
              <a:rPr lang="en-US" sz="1400" dirty="0" smtClean="0"/>
              <a:t>&gt; </a:t>
            </a:r>
            <a:endParaRPr lang="en-US" sz="1400" dirty="0" smtClean="0"/>
          </a:p>
          <a:p>
            <a:pPr lvl="1"/>
            <a:r>
              <a:rPr lang="en-US" sz="1400" dirty="0" smtClean="0"/>
              <a:t>&lt;</a:t>
            </a:r>
            <a:r>
              <a:rPr lang="en-US" sz="1400" dirty="0" err="1" smtClean="0"/>
              <a:t>artifactId</a:t>
            </a:r>
            <a:r>
              <a:rPr lang="en-US" sz="1400" dirty="0" smtClean="0"/>
              <a:t>&gt;spring-boot-dependencies&lt;/</a:t>
            </a:r>
            <a:r>
              <a:rPr lang="en-US" sz="1400" dirty="0" err="1" smtClean="0"/>
              <a:t>artifactId</a:t>
            </a:r>
            <a:r>
              <a:rPr lang="en-US" sz="1400" dirty="0" smtClean="0"/>
              <a:t>&gt; </a:t>
            </a:r>
            <a:endParaRPr lang="en-US" sz="1400" dirty="0" smtClean="0"/>
          </a:p>
          <a:p>
            <a:pPr lvl="1"/>
            <a:r>
              <a:rPr lang="en-US" sz="1400" dirty="0" smtClean="0"/>
              <a:t>&lt;</a:t>
            </a:r>
            <a:r>
              <a:rPr lang="en-US" sz="1400" dirty="0" smtClean="0"/>
              <a:t>version&gt;2.0.4.RELEASE&lt;/version&gt; </a:t>
            </a:r>
            <a:endParaRPr lang="en-US" sz="1400" dirty="0" smtClean="0"/>
          </a:p>
          <a:p>
            <a:pPr lvl="1"/>
            <a:r>
              <a:rPr lang="en-US" sz="1400" dirty="0" smtClean="0"/>
              <a:t>&lt;</a:t>
            </a:r>
            <a:r>
              <a:rPr lang="en-US" sz="1400" dirty="0" err="1" smtClean="0"/>
              <a:t>relativePath</a:t>
            </a:r>
            <a:r>
              <a:rPr lang="en-US" sz="1400" dirty="0" smtClean="0"/>
              <a:t>&gt;../../spring-boot-dependencies&lt;/</a:t>
            </a:r>
            <a:r>
              <a:rPr lang="en-US" sz="1400" dirty="0" err="1" smtClean="0"/>
              <a:t>relativePath</a:t>
            </a:r>
            <a:r>
              <a:rPr lang="en-US" sz="1400" dirty="0" smtClean="0"/>
              <a:t>&gt; </a:t>
            </a:r>
            <a:endParaRPr lang="en-US" sz="1400" dirty="0" smtClean="0"/>
          </a:p>
          <a:p>
            <a:r>
              <a:rPr lang="en-US" sz="1400" dirty="0" smtClean="0"/>
              <a:t>&lt;/</a:t>
            </a:r>
            <a:r>
              <a:rPr lang="en-US" sz="1400" dirty="0" smtClean="0"/>
              <a:t>parent&gt; 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1219200" y="3733800"/>
            <a:ext cx="64008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/>
              <a:t>&lt;</a:t>
            </a:r>
            <a:r>
              <a:rPr lang="en-US" sz="1400" dirty="0" smtClean="0"/>
              <a:t>properties&gt;</a:t>
            </a:r>
          </a:p>
          <a:p>
            <a:r>
              <a:rPr lang="en-US" sz="1400" dirty="0" smtClean="0"/>
              <a:t>        &lt;</a:t>
            </a:r>
            <a:r>
              <a:rPr lang="en-US" sz="1400" dirty="0" err="1" smtClean="0"/>
              <a:t>project.reporting.outputEncoding</a:t>
            </a:r>
            <a:r>
              <a:rPr lang="en-US" sz="1400" dirty="0" smtClean="0"/>
              <a:t>&gt;UTF-8&lt;/</a:t>
            </a:r>
            <a:r>
              <a:rPr lang="en-US" sz="1400" dirty="0" err="1" smtClean="0"/>
              <a:t>project.reporting.outputEncoding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     &lt;</a:t>
            </a:r>
            <a:r>
              <a:rPr lang="en-US" sz="1400" dirty="0" err="1" smtClean="0"/>
              <a:t>java.version</a:t>
            </a:r>
            <a:r>
              <a:rPr lang="en-US" sz="1400" dirty="0" smtClean="0"/>
              <a:t>&gt;1.8&lt;/</a:t>
            </a:r>
            <a:r>
              <a:rPr lang="en-US" sz="1400" dirty="0" err="1" smtClean="0"/>
              <a:t>java.version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     &lt;</a:t>
            </a:r>
            <a:r>
              <a:rPr lang="en-US" sz="1400" dirty="0" err="1" smtClean="0"/>
              <a:t>resource.delimiter</a:t>
            </a:r>
            <a:r>
              <a:rPr lang="en-US" sz="1400" dirty="0" smtClean="0"/>
              <a:t>&gt;@&lt;/</a:t>
            </a:r>
            <a:r>
              <a:rPr lang="en-US" sz="1400" dirty="0" err="1" smtClean="0"/>
              <a:t>resource.delimiter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     &lt;</a:t>
            </a:r>
            <a:r>
              <a:rPr lang="en-US" sz="1400" dirty="0" err="1" smtClean="0"/>
              <a:t>maven.compiler.source</a:t>
            </a:r>
            <a:r>
              <a:rPr lang="en-US" sz="1400" dirty="0" smtClean="0"/>
              <a:t>&gt;${</a:t>
            </a:r>
            <a:r>
              <a:rPr lang="en-US" sz="1400" dirty="0" err="1" smtClean="0"/>
              <a:t>java.version</a:t>
            </a:r>
            <a:r>
              <a:rPr lang="en-US" sz="1400" dirty="0" smtClean="0"/>
              <a:t>}&lt;/</a:t>
            </a:r>
            <a:r>
              <a:rPr lang="en-US" sz="1400" dirty="0" err="1" smtClean="0"/>
              <a:t>maven.compiler.source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     &lt;</a:t>
            </a:r>
            <a:r>
              <a:rPr lang="en-US" sz="1400" dirty="0" err="1" smtClean="0"/>
              <a:t>project.build.sourceEncoding</a:t>
            </a:r>
            <a:r>
              <a:rPr lang="en-US" sz="1400" dirty="0" smtClean="0"/>
              <a:t>&gt;UTF-8&lt;/</a:t>
            </a:r>
            <a:r>
              <a:rPr lang="en-US" sz="1400" dirty="0" err="1" smtClean="0"/>
              <a:t>project.build.sourceEncoding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     &lt;</a:t>
            </a:r>
            <a:r>
              <a:rPr lang="en-US" sz="1400" dirty="0" err="1" smtClean="0"/>
              <a:t>maven.compiler.target</a:t>
            </a:r>
            <a:r>
              <a:rPr lang="en-US" sz="1400" dirty="0" smtClean="0"/>
              <a:t>&gt;${</a:t>
            </a:r>
            <a:r>
              <a:rPr lang="en-US" sz="1400" dirty="0" err="1" smtClean="0"/>
              <a:t>java.version</a:t>
            </a:r>
            <a:r>
              <a:rPr lang="en-US" sz="1400" dirty="0" smtClean="0"/>
              <a:t>}&lt;/</a:t>
            </a:r>
            <a:r>
              <a:rPr lang="en-US" sz="1400" dirty="0" err="1" smtClean="0"/>
              <a:t>maven.compiler.target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</a:t>
            </a:r>
            <a:r>
              <a:rPr lang="en-US" sz="1400" dirty="0" smtClean="0"/>
              <a:t>&lt;/</a:t>
            </a:r>
            <a:r>
              <a:rPr lang="en-US" sz="1400" dirty="0" smtClean="0"/>
              <a:t>properties&gt;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 – Annotations</a:t>
            </a:r>
          </a:p>
        </p:txBody>
      </p:sp>
      <p:pic>
        <p:nvPicPr>
          <p:cNvPr id="21506" name="Picture 2" descr="https://2.bp.blogspot.com/--fHdVFSbcas/W8nrR3F5MtI/AAAAAAAAEY8/k7jRmPa4gawfWZin_BD3EU1494ZHPpQ6wCLcBGAs/s1600/springbootapplication.pn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4114800"/>
            <a:ext cx="7153275" cy="58102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914400" y="1371600"/>
            <a:ext cx="45720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SpringBootApplication</a:t>
            </a:r>
            <a:endParaRPr lang="en-US" dirty="0" smtClean="0"/>
          </a:p>
          <a:p>
            <a:r>
              <a:rPr lang="en-US" dirty="0" smtClean="0"/>
              <a:t>@</a:t>
            </a:r>
            <a:r>
              <a:rPr lang="en-US" sz="1400" dirty="0" err="1" smtClean="0"/>
              <a:t>SpringBootApplication</a:t>
            </a:r>
            <a:r>
              <a:rPr lang="en-US" sz="1400" dirty="0" smtClean="0"/>
              <a:t> annotation indicates a configuration class that declares one or more @Bean methods and also triggers auto-configuration and component scanning.</a:t>
            </a:r>
          </a:p>
          <a:p>
            <a:r>
              <a:rPr lang="en-US" sz="1400" dirty="0" smtClean="0"/>
              <a:t>The @</a:t>
            </a:r>
            <a:r>
              <a:rPr lang="en-US" sz="1400" dirty="0" err="1" smtClean="0"/>
              <a:t>SpringBootApplication</a:t>
            </a:r>
            <a:r>
              <a:rPr lang="en-US" sz="1400" dirty="0" smtClean="0"/>
              <a:t> annotation is equivalent to using @Configuration, @EnableAutoConfiguration, and @</a:t>
            </a:r>
            <a:r>
              <a:rPr lang="en-US" sz="1400" dirty="0" err="1" smtClean="0"/>
              <a:t>ComponentScan</a:t>
            </a:r>
            <a:r>
              <a:rPr lang="en-US" sz="1400" dirty="0" smtClean="0"/>
              <a:t> with their default attributes.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BOOT – </a:t>
            </a:r>
            <a:r>
              <a:rPr lang="en-US" sz="1200" dirty="0" smtClean="0"/>
              <a:t>@EnableAutoConfiguration</a:t>
            </a:r>
            <a:r>
              <a:rPr lang="en-US" sz="1600" dirty="0" smtClean="0"/>
              <a:t> </a:t>
            </a:r>
            <a:endParaRPr lang="en-US" sz="16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6705600" cy="255454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/>
              <a:t>@</a:t>
            </a:r>
            <a:r>
              <a:rPr lang="en-US" sz="1600" dirty="0" smtClean="0"/>
              <a:t>EnableAutoConfiguration annotation tells Spring Boot to “guess” how you want to configure Spring, based on the jar dependencies that you have added. Since spring-boot-starter-web dependency added to </a:t>
            </a:r>
            <a:r>
              <a:rPr lang="en-US" sz="1600" dirty="0" err="1" smtClean="0"/>
              <a:t>classpath</a:t>
            </a:r>
            <a:r>
              <a:rPr lang="en-US" sz="1600" dirty="0" smtClean="0"/>
              <a:t> leads to configure Tomcat and Spring MVC, the auto-configuration assumes that you are developing a web application and sets up Spring accordingly.</a:t>
            </a:r>
          </a:p>
          <a:p>
            <a:endParaRPr lang="en-US" sz="1600" dirty="0" smtClean="0"/>
          </a:p>
          <a:p>
            <a:r>
              <a:rPr lang="en-US" sz="1600" dirty="0" smtClean="0"/>
              <a:t>&lt;dependency&gt;</a:t>
            </a:r>
          </a:p>
          <a:p>
            <a:r>
              <a:rPr lang="en-US" sz="1600" dirty="0" smtClean="0"/>
              <a:t>    &lt;</a:t>
            </a:r>
            <a:r>
              <a:rPr lang="en-US" sz="1600" dirty="0" err="1" smtClean="0"/>
              <a:t>groupId</a:t>
            </a:r>
            <a:r>
              <a:rPr lang="en-US" sz="1600" dirty="0" smtClean="0"/>
              <a:t>&gt;</a:t>
            </a:r>
            <a:r>
              <a:rPr lang="en-US" sz="1600" dirty="0" err="1" smtClean="0"/>
              <a:t>org.springframework.boot</a:t>
            </a:r>
            <a:r>
              <a:rPr lang="en-US" sz="1600" dirty="0" smtClean="0"/>
              <a:t>&lt;/</a:t>
            </a:r>
            <a:r>
              <a:rPr lang="en-US" sz="1600" dirty="0" err="1" smtClean="0"/>
              <a:t>groupId</a:t>
            </a:r>
            <a:r>
              <a:rPr lang="en-US" sz="1600" dirty="0" smtClean="0"/>
              <a:t>&gt;</a:t>
            </a:r>
          </a:p>
          <a:p>
            <a:r>
              <a:rPr lang="en-US" sz="1600" dirty="0" smtClean="0"/>
              <a:t>    &lt;</a:t>
            </a:r>
            <a:r>
              <a:rPr lang="en-US" sz="1600" dirty="0" err="1" smtClean="0"/>
              <a:t>artifactId</a:t>
            </a:r>
            <a:r>
              <a:rPr lang="en-US" sz="1600" dirty="0" smtClean="0"/>
              <a:t>&gt;spring-boot-starter-web&lt;/</a:t>
            </a:r>
            <a:r>
              <a:rPr lang="en-US" sz="1600" dirty="0" err="1" smtClean="0"/>
              <a:t>artifactId</a:t>
            </a:r>
            <a:r>
              <a:rPr lang="en-US" sz="1600" dirty="0" smtClean="0"/>
              <a:t>&gt;</a:t>
            </a:r>
          </a:p>
          <a:p>
            <a:r>
              <a:rPr lang="en-US" sz="1600" dirty="0" smtClean="0"/>
              <a:t>&lt;/dependency&gt;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379</TotalTime>
  <Words>742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120</cp:revision>
  <dcterms:created xsi:type="dcterms:W3CDTF">2006-08-16T00:00:00Z</dcterms:created>
  <dcterms:modified xsi:type="dcterms:W3CDTF">2019-06-27T16:17:45Z</dcterms:modified>
</cp:coreProperties>
</file>