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8" r:id="rId2"/>
    <p:sldId id="256" r:id="rId3"/>
    <p:sldId id="258" r:id="rId4"/>
    <p:sldId id="259" r:id="rId5"/>
    <p:sldId id="279" r:id="rId6"/>
    <p:sldId id="281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5" autoAdjust="0"/>
    <p:restoredTop sz="94660"/>
  </p:normalViewPr>
  <p:slideViewPr>
    <p:cSldViewPr>
      <p:cViewPr varScale="1">
        <p:scale>
          <a:sx n="87" d="100"/>
          <a:sy n="87" d="100"/>
        </p:scale>
        <p:origin x="-157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5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7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7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6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8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8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4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1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5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0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4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828800"/>
            <a:ext cx="3962400" cy="2895600"/>
          </a:xfrm>
          <a:prstGeom prst="rect">
            <a:avLst/>
          </a:prstGeom>
          <a:ln w="127000" cap="sq">
            <a:solidFill>
              <a:schemeClr val="accent3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373208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066800" y="609600"/>
            <a:ext cx="6172200" cy="4267200"/>
            <a:chOff x="1066800" y="609600"/>
            <a:chExt cx="6172200" cy="426720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0" y="1524000"/>
              <a:ext cx="5715000" cy="33528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solidFill>
                <a:srgbClr val="FF0000"/>
              </a:solidFill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4" name="TextBox 3"/>
            <p:cNvSpPr txBox="1"/>
            <p:nvPr/>
          </p:nvSpPr>
          <p:spPr>
            <a:xfrm>
              <a:off x="1066800" y="609600"/>
              <a:ext cx="3810000" cy="381000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 smtClean="0"/>
                <a:t>Spring Framework Architecture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4280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8" y="757238"/>
            <a:ext cx="7705725" cy="534352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96013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8200" y="609600"/>
            <a:ext cx="3810000" cy="381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Spring MVC</a:t>
            </a:r>
            <a:endParaRPr lang="en-US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71600"/>
            <a:ext cx="7162800" cy="509451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211746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8200" y="609600"/>
            <a:ext cx="3810000" cy="381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Spring – Dependency Injection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14" y="1143000"/>
            <a:ext cx="7434943" cy="53797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12913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8200" y="609600"/>
            <a:ext cx="3810000" cy="381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Spring – IOC Code Sample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245" y="1143000"/>
            <a:ext cx="5435910" cy="5257800"/>
          </a:xfrm>
          <a:prstGeom prst="rect">
            <a:avLst/>
          </a:prstGeom>
          <a:ln w="3810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6193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1524000"/>
            <a:ext cx="66675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774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133600"/>
            <a:ext cx="2143125" cy="2143125"/>
          </a:xfrm>
          <a:prstGeom prst="rect">
            <a:avLst/>
          </a:prstGeom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41484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92</TotalTime>
  <Words>14</Words>
  <Application>Microsoft Office PowerPoint</Application>
  <PresentationFormat>On-screen Show (4:3)</PresentationFormat>
  <Paragraphs>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Intellion 2</dc:creator>
  <cp:lastModifiedBy>Intellion 2</cp:lastModifiedBy>
  <cp:revision>51</cp:revision>
  <dcterms:created xsi:type="dcterms:W3CDTF">2006-08-16T00:00:00Z</dcterms:created>
  <dcterms:modified xsi:type="dcterms:W3CDTF">2019-04-15T20:28:50Z</dcterms:modified>
</cp:coreProperties>
</file>