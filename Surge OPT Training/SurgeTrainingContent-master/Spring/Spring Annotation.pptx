
<file path=[Content_Types].xml><?xml version="1.0" encoding="utf-8"?>
<Types xmlns="http://schemas.openxmlformats.org/package/2006/content-types">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6" r:id="rId2"/>
    <p:sldId id="276" r:id="rId3"/>
    <p:sldId id="269" r:id="rId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3425" autoAdjust="0"/>
    <p:restoredTop sz="94660"/>
  </p:normalViewPr>
  <p:slideViewPr>
    <p:cSldViewPr>
      <p:cViewPr>
        <p:scale>
          <a:sx n="100" d="100"/>
          <a:sy n="100" d="100"/>
        </p:scale>
        <p:origin x="-570" y="60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slide" Target="slides/slide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6/12/2019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52005362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6/12/2019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41595701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36777763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6/12/2019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3375692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6/12/2019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35789670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6/12/2019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12300899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6/12/2019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15776808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19258443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6/12/2019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12520170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6/12/2019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1724957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6/12/2019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34995001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6/12/2019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extLst>
      <p:ext uri="{BB962C8B-B14F-4D97-AF65-F5344CB8AC3E}">
        <p14:creationId xmlns:p14="http://schemas.microsoft.com/office/powerpoint/2010/main" xmlns="" val="61824740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AutoShape 2" descr="Image result for spring annotation"/>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10243" name="Picture 3"/>
          <p:cNvPicPr>
            <a:picLocks noChangeAspect="1" noChangeArrowheads="1"/>
          </p:cNvPicPr>
          <p:nvPr/>
        </p:nvPicPr>
        <p:blipFill>
          <a:blip r:embed="rId2"/>
          <a:srcRect/>
          <a:stretch>
            <a:fillRect/>
          </a:stretch>
        </p:blipFill>
        <p:spPr bwMode="auto">
          <a:xfrm>
            <a:off x="871538" y="1909763"/>
            <a:ext cx="7400925" cy="3038475"/>
          </a:xfrm>
          <a:prstGeom prst="rect">
            <a:avLst/>
          </a:prstGeom>
          <a:ln>
            <a:headEnd/>
            <a:tailEnd/>
          </a:ln>
        </p:spPr>
        <p:style>
          <a:lnRef idx="2">
            <a:schemeClr val="accent5"/>
          </a:lnRef>
          <a:fillRef idx="1">
            <a:schemeClr val="lt1"/>
          </a:fillRef>
          <a:effectRef idx="0">
            <a:schemeClr val="accent5"/>
          </a:effectRef>
          <a:fontRef idx="minor">
            <a:schemeClr val="dk1"/>
          </a:fontRef>
        </p:style>
      </p:pic>
    </p:spTree>
    <p:extLst>
      <p:ext uri="{BB962C8B-B14F-4D97-AF65-F5344CB8AC3E}">
        <p14:creationId xmlns:p14="http://schemas.microsoft.com/office/powerpoint/2010/main" xmlns="" val="23354131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914400" y="495300"/>
            <a:ext cx="3657600" cy="338554"/>
          </a:xfrm>
          <a:prstGeom prst="rect">
            <a:avLst/>
          </a:prstGeom>
        </p:spPr>
        <p:style>
          <a:lnRef idx="0">
            <a:schemeClr val="accent2"/>
          </a:lnRef>
          <a:fillRef idx="3">
            <a:schemeClr val="accent2"/>
          </a:fillRef>
          <a:effectRef idx="3">
            <a:schemeClr val="accent2"/>
          </a:effectRef>
          <a:fontRef idx="minor">
            <a:schemeClr val="lt1"/>
          </a:fontRef>
        </p:style>
        <p:txBody>
          <a:bodyPr wrap="square" rtlCol="0">
            <a:spAutoFit/>
          </a:bodyPr>
          <a:lstStyle/>
          <a:p>
            <a:r>
              <a:rPr lang="en-US" sz="1600" b="1" dirty="0" smtClean="0"/>
              <a:t>Spring Configuration With Annotations </a:t>
            </a:r>
            <a:endParaRPr lang="en-US" sz="1600" b="1" dirty="0"/>
          </a:p>
        </p:txBody>
      </p:sp>
      <p:sp>
        <p:nvSpPr>
          <p:cNvPr id="5" name="Rectangle 4"/>
          <p:cNvSpPr/>
          <p:nvPr/>
        </p:nvSpPr>
        <p:spPr>
          <a:xfrm>
            <a:off x="1219200" y="1371600"/>
            <a:ext cx="7239000" cy="129266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a:spAutoFit/>
          </a:bodyPr>
          <a:lstStyle/>
          <a:p>
            <a:r>
              <a:rPr lang="en-US" b="1" dirty="0" smtClean="0"/>
              <a:t>What are Annotations?</a:t>
            </a:r>
          </a:p>
          <a:p>
            <a:pPr>
              <a:buFont typeface="Arial" pitchFamily="34" charset="0"/>
              <a:buChar char="•"/>
            </a:pPr>
            <a:r>
              <a:rPr lang="en-US" sz="1200" dirty="0" smtClean="0"/>
              <a:t>Annotations are a powerful features of java included in JDK 1.5 with the main objective to make the development </a:t>
            </a:r>
            <a:r>
              <a:rPr lang="en-US" sz="1200" dirty="0" err="1" smtClean="0"/>
              <a:t>easier.Annotations</a:t>
            </a:r>
            <a:r>
              <a:rPr lang="en-US" sz="1200" dirty="0" smtClean="0"/>
              <a:t> are special labels added to java classes</a:t>
            </a:r>
            <a:r>
              <a:rPr lang="en-US" sz="1200" dirty="0" smtClean="0"/>
              <a:t>.</a:t>
            </a:r>
          </a:p>
          <a:p>
            <a:pPr>
              <a:buFont typeface="Arial" pitchFamily="34" charset="0"/>
              <a:buChar char="•"/>
            </a:pPr>
            <a:r>
              <a:rPr lang="en-US" sz="1200" dirty="0" smtClean="0"/>
              <a:t>It </a:t>
            </a:r>
            <a:r>
              <a:rPr lang="en-US" sz="1200" dirty="0" smtClean="0"/>
              <a:t>provides the meta-data about the class. For example meta-data of shoes can be size of the shoes, SKU of the shoes, Style of the shoes and so on. </a:t>
            </a:r>
          </a:p>
          <a:p>
            <a:pPr>
              <a:buFont typeface="Arial" pitchFamily="34" charset="0"/>
              <a:buChar char="•"/>
            </a:pPr>
            <a:r>
              <a:rPr lang="en-US" sz="1200" dirty="0" smtClean="0"/>
              <a:t>Annotations can be applied to variables, parameters, field declarations, methods and constructors. </a:t>
            </a:r>
            <a:endParaRPr lang="en-US" sz="1200" dirty="0"/>
          </a:p>
        </p:txBody>
      </p:sp>
      <p:sp>
        <p:nvSpPr>
          <p:cNvPr id="6" name="Rectangle 5"/>
          <p:cNvSpPr/>
          <p:nvPr/>
        </p:nvSpPr>
        <p:spPr>
          <a:xfrm>
            <a:off x="3429000" y="3048000"/>
            <a:ext cx="5410200" cy="830997"/>
          </a:xfrm>
          <a:prstGeom prst="rect">
            <a:avLst/>
          </a:prstGeom>
        </p:spPr>
        <p:style>
          <a:lnRef idx="1">
            <a:schemeClr val="accent6"/>
          </a:lnRef>
          <a:fillRef idx="2">
            <a:schemeClr val="accent6"/>
          </a:fillRef>
          <a:effectRef idx="1">
            <a:schemeClr val="accent6"/>
          </a:effectRef>
          <a:fontRef idx="minor">
            <a:schemeClr val="dk1"/>
          </a:fontRef>
        </p:style>
        <p:txBody>
          <a:bodyPr wrap="square">
            <a:spAutoFit/>
          </a:bodyPr>
          <a:lstStyle/>
          <a:p>
            <a:r>
              <a:rPr lang="en-US" sz="1200" b="1" dirty="0" smtClean="0"/>
              <a:t>Annotations in Spring : </a:t>
            </a:r>
          </a:p>
          <a:p>
            <a:r>
              <a:rPr lang="en-US" sz="1200" dirty="0" smtClean="0"/>
              <a:t>Spring provides annotation based configuration as an alternative to XML. In annotation based configuration, the configuration is moved into the component class itself by using annotations on the relevant class, method or field declaration. </a:t>
            </a:r>
            <a:endParaRPr lang="en-US" sz="1200" dirty="0"/>
          </a:p>
        </p:txBody>
      </p:sp>
      <p:sp>
        <p:nvSpPr>
          <p:cNvPr id="7" name="Rectangle 6"/>
          <p:cNvSpPr/>
          <p:nvPr/>
        </p:nvSpPr>
        <p:spPr>
          <a:xfrm>
            <a:off x="1219200" y="4419600"/>
            <a:ext cx="4572000" cy="830997"/>
          </a:xfrm>
          <a:prstGeom prst="rect">
            <a:avLst/>
          </a:prstGeom>
        </p:spPr>
        <p:style>
          <a:lnRef idx="1">
            <a:schemeClr val="dk1"/>
          </a:lnRef>
          <a:fillRef idx="2">
            <a:schemeClr val="dk1"/>
          </a:fillRef>
          <a:effectRef idx="1">
            <a:schemeClr val="dk1"/>
          </a:effectRef>
          <a:fontRef idx="minor">
            <a:schemeClr val="dk1"/>
          </a:fontRef>
        </p:style>
        <p:txBody>
          <a:bodyPr>
            <a:spAutoFit/>
          </a:bodyPr>
          <a:lstStyle/>
          <a:p>
            <a:r>
              <a:rPr lang="en-US" sz="1200" b="1" dirty="0" smtClean="0"/>
              <a:t>Why Spring Configuration with Annotations ?</a:t>
            </a:r>
          </a:p>
          <a:p>
            <a:r>
              <a:rPr lang="en-US" sz="1200" dirty="0" smtClean="0"/>
              <a:t>Both the approaches are fine but if your project is very large and it contains large no of beans, in this case listing the beans in XML </a:t>
            </a:r>
            <a:r>
              <a:rPr lang="en-US" sz="1200" dirty="0" err="1" smtClean="0"/>
              <a:t>config</a:t>
            </a:r>
            <a:r>
              <a:rPr lang="en-US" sz="1200" dirty="0" smtClean="0"/>
              <a:t> file </a:t>
            </a:r>
            <a:r>
              <a:rPr lang="en-US" sz="1200" dirty="0" smtClean="0"/>
              <a:t>requires </a:t>
            </a:r>
            <a:r>
              <a:rPr lang="en-US" sz="1200" dirty="0" smtClean="0"/>
              <a:t>more </a:t>
            </a:r>
            <a:r>
              <a:rPr lang="en-US" sz="1200" dirty="0" err="1" smtClean="0"/>
              <a:t>effort.Annotations</a:t>
            </a:r>
            <a:r>
              <a:rPr lang="en-US" sz="1200" dirty="0" smtClean="0"/>
              <a:t> minimizes the XML configuration. </a:t>
            </a:r>
            <a:endParaRPr lang="en-US" sz="1200" dirty="0"/>
          </a:p>
        </p:txBody>
      </p:sp>
    </p:spTree>
    <p:extLst>
      <p:ext uri="{BB962C8B-B14F-4D97-AF65-F5344CB8AC3E}">
        <p14:creationId xmlns:p14="http://schemas.microsoft.com/office/powerpoint/2010/main" xmlns="" val="139030394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8" name="Picture 4"/>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3352800" y="2133600"/>
            <a:ext cx="2143125" cy="2143125"/>
          </a:xfrm>
          <a:prstGeom prst="rect">
            <a:avLst/>
          </a:prstGeom>
          <a:ln>
            <a:noFill/>
          </a:ln>
          <a:effectLst>
            <a:innerShdw blurRad="63500" dist="50800" dir="16200000">
              <a:prstClr val="black">
                <a:alpha val="50000"/>
              </a:prstClr>
            </a:innerShdw>
          </a:effectLst>
          <a:scene3d>
            <a:camera prst="orthographicFront"/>
            <a:lightRig rig="flood" dir="t">
              <a:rot lat="0" lon="0" rev="13800000"/>
            </a:lightRig>
          </a:scene3d>
          <a:sp3d extrusionH="107950" prstMaterial="plastic">
            <a:bevelT w="82550" h="63500" prst="divot"/>
            <a:bevelB/>
          </a:sp3d>
        </p:spPr>
        <p:style>
          <a:lnRef idx="2">
            <a:schemeClr val="accent2"/>
          </a:lnRef>
          <a:fillRef idx="1003">
            <a:schemeClr val="dk1"/>
          </a:fillRef>
          <a:effectRef idx="0">
            <a:schemeClr val="accent2"/>
          </a:effectRef>
          <a:fontRef idx="minor">
            <a:schemeClr val="dk1"/>
          </a:fontRef>
        </p:style>
      </p:pic>
    </p:spTree>
    <p:extLst>
      <p:ext uri="{BB962C8B-B14F-4D97-AF65-F5344CB8AC3E}">
        <p14:creationId xmlns:p14="http://schemas.microsoft.com/office/powerpoint/2010/main" xmlns="" val="3414847992"/>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Newsprint</Template>
  <TotalTime>315</TotalTime>
  <Words>171</Words>
  <Application>Microsoft Office PowerPoint</Application>
  <PresentationFormat>On-screen Show (4:3)</PresentationFormat>
  <Paragraphs>9</Paragraphs>
  <Slides>3</Slides>
  <Notes>0</Notes>
  <HiddenSlides>0</HiddenSlides>
  <MMClips>0</MMClip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Office Theme</vt:lpstr>
      <vt:lpstr>Slide 1</vt:lpstr>
      <vt:lpstr>Slide 2</vt:lpstr>
      <vt:lpstr>Slide 3</vt:lpstr>
    </vt:vector>
  </TitlesOfParts>
  <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Intellion 2</dc:creator>
  <cp:lastModifiedBy>Muralibabu</cp:lastModifiedBy>
  <cp:revision>92</cp:revision>
  <dcterms:created xsi:type="dcterms:W3CDTF">2006-08-16T00:00:00Z</dcterms:created>
  <dcterms:modified xsi:type="dcterms:W3CDTF">2019-06-11T20:00:42Z</dcterms:modified>
</cp:coreProperties>
</file>