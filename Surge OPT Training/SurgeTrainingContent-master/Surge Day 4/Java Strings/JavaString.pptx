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8" r:id="rId2"/>
    <p:sldId id="286" r:id="rId3"/>
    <p:sldId id="285" r:id="rId4"/>
    <p:sldId id="284" r:id="rId5"/>
    <p:sldId id="269" r:id="rId6"/>
    <p:sldId id="287" r:id="rId7"/>
    <p:sldId id="290" r:id="rId8"/>
    <p:sldId id="289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425" autoAdjust="0"/>
    <p:restoredTop sz="94660"/>
  </p:normalViewPr>
  <p:slideViewPr>
    <p:cSldViewPr>
      <p:cViewPr>
        <p:scale>
          <a:sx n="100" d="100"/>
          <a:sy n="100" d="100"/>
        </p:scale>
        <p:origin x="-594" y="6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20053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59570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77776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7569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78967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30089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77680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2584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52017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24957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9950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1824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95400" y="2590800"/>
            <a:ext cx="6858000" cy="1200329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String is a sequence of characters, for e.g. “Hello” is a string of 5 characters.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java, string is an immutable object which means it is constant and can cannot be changed once it has been created. </a:t>
            </a:r>
          </a:p>
        </p:txBody>
      </p:sp>
    </p:spTree>
    <p:extLst>
      <p:ext uri="{BB962C8B-B14F-4D97-AF65-F5344CB8AC3E}">
        <p14:creationId xmlns:p14="http://schemas.microsoft.com/office/powerpoint/2010/main" xmlns="" val="373208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38200" y="1720840"/>
            <a:ext cx="7162800" cy="258532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There are two ways to create a String object:</a:t>
            </a:r>
          </a:p>
          <a:p>
            <a:r>
              <a:rPr lang="en-US" dirty="0" smtClean="0"/>
              <a:t> </a:t>
            </a:r>
          </a:p>
          <a:p>
            <a:r>
              <a:rPr lang="en-US" dirty="0" smtClean="0"/>
              <a:t>   </a:t>
            </a:r>
            <a:r>
              <a:rPr lang="en-US" dirty="0"/>
              <a:t>By string literal : </a:t>
            </a:r>
            <a:endParaRPr lang="en-US" dirty="0" smtClean="0"/>
          </a:p>
          <a:p>
            <a:r>
              <a:rPr lang="en-US" dirty="0"/>
              <a:t>	</a:t>
            </a:r>
            <a:r>
              <a:rPr lang="en-US" dirty="0" smtClean="0"/>
              <a:t>Java </a:t>
            </a:r>
            <a:r>
              <a:rPr lang="en-US" dirty="0"/>
              <a:t>String literal is created by using double </a:t>
            </a:r>
            <a:r>
              <a:rPr lang="en-US" dirty="0" smtClean="0"/>
              <a:t>	quotes</a:t>
            </a:r>
            <a:r>
              <a:rPr lang="en-US" dirty="0"/>
              <a:t>.</a:t>
            </a:r>
          </a:p>
          <a:p>
            <a:r>
              <a:rPr lang="en-US" dirty="0"/>
              <a:t>    </a:t>
            </a:r>
            <a:r>
              <a:rPr lang="en-US" dirty="0" smtClean="0"/>
              <a:t>	For </a:t>
            </a:r>
            <a:r>
              <a:rPr lang="en-US" dirty="0"/>
              <a:t>Example: </a:t>
            </a:r>
            <a:r>
              <a:rPr lang="en-US" b="1" dirty="0"/>
              <a:t>String s=“Welcome”;  </a:t>
            </a:r>
          </a:p>
          <a:p>
            <a:r>
              <a:rPr lang="en-US" dirty="0"/>
              <a:t>    By new keyword </a:t>
            </a:r>
            <a:r>
              <a:rPr lang="en-US" dirty="0" smtClean="0"/>
              <a:t>:</a:t>
            </a:r>
          </a:p>
          <a:p>
            <a:r>
              <a:rPr lang="en-US" dirty="0" smtClean="0"/>
              <a:t>	Java </a:t>
            </a:r>
            <a:r>
              <a:rPr lang="en-US" dirty="0"/>
              <a:t>String is created by using a keyword “new”.</a:t>
            </a:r>
          </a:p>
          <a:p>
            <a:r>
              <a:rPr lang="en-US" dirty="0"/>
              <a:t>   	</a:t>
            </a:r>
            <a:r>
              <a:rPr lang="en-US" dirty="0" smtClean="0"/>
              <a:t> </a:t>
            </a:r>
            <a:r>
              <a:rPr lang="en-US" dirty="0"/>
              <a:t>For example: </a:t>
            </a:r>
            <a:r>
              <a:rPr lang="en-US" b="1" dirty="0"/>
              <a:t>String s=new String(“Welcome”);  </a:t>
            </a:r>
          </a:p>
          <a:p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xmlns="" val="1571535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19200"/>
            <a:ext cx="6096000" cy="5027776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xmlns="" val="2308871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09600" y="609600"/>
            <a:ext cx="1749966" cy="3693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 smtClean="0"/>
              <a:t>Java String POOL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133600" y="1600200"/>
            <a:ext cx="5943600" cy="313932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How Does Java String Pool Works?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When </a:t>
            </a:r>
            <a:r>
              <a:rPr lang="en-US" dirty="0"/>
              <a:t>we create a string literal, it’s stored in the string pool.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If </a:t>
            </a:r>
            <a:r>
              <a:rPr lang="en-US" dirty="0"/>
              <a:t>there is already a string with the same value in the string pool, then new string object is not created.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reference to the existing string object is returned.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Java </a:t>
            </a:r>
            <a:r>
              <a:rPr lang="en-US" dirty="0"/>
              <a:t>String Pool is a cache of string objects. It’s possible because string is immutable.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If </a:t>
            </a:r>
            <a:r>
              <a:rPr lang="en-US" dirty="0"/>
              <a:t>we create a string object using new operator, it’s created in the heap area. </a:t>
            </a:r>
          </a:p>
        </p:txBody>
      </p:sp>
    </p:spTree>
    <p:extLst>
      <p:ext uri="{BB962C8B-B14F-4D97-AF65-F5344CB8AC3E}">
        <p14:creationId xmlns:p14="http://schemas.microsoft.com/office/powerpoint/2010/main" xmlns="" val="3266820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600" y="609600"/>
            <a:ext cx="4235455" cy="3693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b="1" dirty="0"/>
              <a:t>Understanding String Pool With a Program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057400"/>
            <a:ext cx="6781800" cy="3735288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xmlns="" val="3414847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0" y="1143000"/>
            <a:ext cx="4876800" cy="480131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/>
              <a:t>public </a:t>
            </a:r>
            <a:r>
              <a:rPr lang="en-US" dirty="0"/>
              <a:t>class </a:t>
            </a:r>
            <a:r>
              <a:rPr lang="en-US" dirty="0" err="1"/>
              <a:t>JavaStringPool</a:t>
            </a:r>
            <a:r>
              <a:rPr lang="en-US" dirty="0"/>
              <a:t> {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String s1 = "Hello";</a:t>
            </a:r>
          </a:p>
          <a:p>
            <a:r>
              <a:rPr lang="en-US" dirty="0"/>
              <a:t>        String s2 = "Hello";</a:t>
            </a:r>
          </a:p>
          <a:p>
            <a:r>
              <a:rPr lang="en-US" dirty="0"/>
              <a:t>        String s3 = new String("Hi");</a:t>
            </a:r>
          </a:p>
          <a:p>
            <a:r>
              <a:rPr lang="en-US" dirty="0"/>
              <a:t>        String s4 = "Hi";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("s1 == s2? " + (s1 == s2));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("s3 == s4? " + (s3 == s4));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     s3 = s3.intern();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("s3 == s4? " + (s3 == s4));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57200"/>
            <a:ext cx="4235455" cy="3693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b="1" dirty="0"/>
              <a:t>Understanding String Pool With a Program</a:t>
            </a:r>
          </a:p>
        </p:txBody>
      </p:sp>
    </p:spTree>
    <p:extLst>
      <p:ext uri="{BB962C8B-B14F-4D97-AF65-F5344CB8AC3E}">
        <p14:creationId xmlns:p14="http://schemas.microsoft.com/office/powerpoint/2010/main" xmlns="" val="2631378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85800" y="457200"/>
            <a:ext cx="1337995" cy="3693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b="1" dirty="0" err="1" smtClean="0"/>
              <a:t>StringBuffer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2209800" y="1828800"/>
            <a:ext cx="4572000" cy="397031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1200" dirty="0"/>
              <a:t>What is </a:t>
            </a:r>
            <a:r>
              <a:rPr lang="en-US" sz="1200" dirty="0" err="1"/>
              <a:t>StringBuffer</a:t>
            </a:r>
            <a:r>
              <a:rPr lang="en-US" sz="1200" dirty="0"/>
              <a:t> in Java?</a:t>
            </a:r>
          </a:p>
          <a:p>
            <a:endParaRPr lang="en-US" sz="1200" dirty="0"/>
          </a:p>
          <a:p>
            <a:r>
              <a:rPr lang="en-US" sz="1200" dirty="0" err="1"/>
              <a:t>StringBuffer</a:t>
            </a:r>
            <a:r>
              <a:rPr lang="en-US" sz="1200" dirty="0"/>
              <a:t> class is used to make String objects mutable. Therefore, those objects can be modified. </a:t>
            </a:r>
            <a:r>
              <a:rPr lang="en-US" sz="1200" dirty="0" err="1"/>
              <a:t>StringBuffer</a:t>
            </a:r>
            <a:r>
              <a:rPr lang="en-US" sz="1200" dirty="0"/>
              <a:t> defines four constructors. </a:t>
            </a:r>
            <a:r>
              <a:rPr lang="en-US" sz="1200" dirty="0" err="1"/>
              <a:t>StringBuffer</a:t>
            </a:r>
            <a:r>
              <a:rPr lang="en-US" sz="1200" dirty="0"/>
              <a:t>(), </a:t>
            </a:r>
            <a:r>
              <a:rPr lang="en-US" sz="1200" dirty="0" err="1"/>
              <a:t>StringBuffer</a:t>
            </a:r>
            <a:r>
              <a:rPr lang="en-US" sz="1200" dirty="0"/>
              <a:t>(</a:t>
            </a:r>
            <a:r>
              <a:rPr lang="en-US" sz="1200" dirty="0" err="1"/>
              <a:t>int</a:t>
            </a:r>
            <a:r>
              <a:rPr lang="en-US" sz="1200" dirty="0"/>
              <a:t> size), </a:t>
            </a:r>
            <a:r>
              <a:rPr lang="en-US" sz="1200" dirty="0" err="1"/>
              <a:t>StringBuffer</a:t>
            </a:r>
            <a:r>
              <a:rPr lang="en-US" sz="1200" dirty="0"/>
              <a:t>(String </a:t>
            </a:r>
            <a:r>
              <a:rPr lang="en-US" sz="1200" dirty="0" err="1"/>
              <a:t>str</a:t>
            </a:r>
            <a:r>
              <a:rPr lang="en-US" sz="1200" dirty="0"/>
              <a:t>), </a:t>
            </a:r>
            <a:r>
              <a:rPr lang="en-US" sz="1200" dirty="0" err="1"/>
              <a:t>StringBuffer</a:t>
            </a:r>
            <a:r>
              <a:rPr lang="en-US" sz="1200" dirty="0"/>
              <a:t> (</a:t>
            </a:r>
            <a:r>
              <a:rPr lang="en-US" sz="1200" dirty="0" err="1"/>
              <a:t>charSequence</a:t>
            </a:r>
            <a:r>
              <a:rPr lang="en-US" sz="1200" dirty="0"/>
              <a:t> [] </a:t>
            </a:r>
            <a:r>
              <a:rPr lang="en-US" sz="1200" dirty="0" err="1"/>
              <a:t>ch</a:t>
            </a:r>
            <a:r>
              <a:rPr lang="en-US" sz="1200" dirty="0"/>
              <a:t>)</a:t>
            </a:r>
          </a:p>
          <a:p>
            <a:r>
              <a:rPr lang="en-US" sz="1200" dirty="0" smtClean="0"/>
              <a:t>Refer </a:t>
            </a:r>
            <a:r>
              <a:rPr lang="en-US" sz="1200" dirty="0"/>
              <a:t>the code below</a:t>
            </a:r>
            <a:r>
              <a:rPr lang="en-US" sz="1200" dirty="0" smtClean="0"/>
              <a:t>,</a:t>
            </a:r>
          </a:p>
          <a:p>
            <a:endParaRPr lang="en-US" sz="1200" dirty="0"/>
          </a:p>
          <a:p>
            <a:r>
              <a:rPr lang="en-US" sz="1200" dirty="0" err="1" smtClean="0"/>
              <a:t>StringBuffer</a:t>
            </a:r>
            <a:r>
              <a:rPr lang="en-US" sz="1200" dirty="0" smtClean="0"/>
              <a:t> </a:t>
            </a:r>
            <a:r>
              <a:rPr lang="en-US" sz="1200" dirty="0"/>
              <a:t>s1= new </a:t>
            </a:r>
            <a:r>
              <a:rPr lang="en-US" sz="1200" dirty="0" err="1"/>
              <a:t>StringBuffer</a:t>
            </a:r>
            <a:r>
              <a:rPr lang="en-US" sz="1200" dirty="0"/>
              <a:t>(“Hello”);</a:t>
            </a:r>
          </a:p>
          <a:p>
            <a:endParaRPr lang="en-US" sz="1200" dirty="0"/>
          </a:p>
          <a:p>
            <a:r>
              <a:rPr lang="en-US" sz="1200" dirty="0"/>
              <a:t>s1.append(“World”);</a:t>
            </a:r>
          </a:p>
          <a:p>
            <a:endParaRPr lang="en-US" sz="1200" dirty="0"/>
          </a:p>
          <a:p>
            <a:r>
              <a:rPr lang="en-US" sz="1200" dirty="0" err="1"/>
              <a:t>System.out.println</a:t>
            </a:r>
            <a:r>
              <a:rPr lang="en-US" sz="1200" dirty="0"/>
              <a:t>(s1);</a:t>
            </a:r>
          </a:p>
          <a:p>
            <a:endParaRPr lang="en-US" sz="1200" dirty="0"/>
          </a:p>
          <a:p>
            <a:r>
              <a:rPr lang="en-US" sz="1200" dirty="0"/>
              <a:t>In statement 1, s1 is referring to the “Hello” object in a heap. The object is mutable because it is created using </a:t>
            </a:r>
            <a:r>
              <a:rPr lang="en-US" sz="1200" dirty="0" err="1"/>
              <a:t>StringBuffer</a:t>
            </a:r>
            <a:r>
              <a:rPr lang="en-US" sz="1200" dirty="0"/>
              <a:t>. In statement 2, “World” is appended to the same “Hello” String object.</a:t>
            </a:r>
          </a:p>
          <a:p>
            <a:endParaRPr lang="en-US" sz="1200" dirty="0"/>
          </a:p>
          <a:p>
            <a:r>
              <a:rPr lang="en-US" sz="1200" dirty="0"/>
              <a:t>String objects created with </a:t>
            </a:r>
            <a:r>
              <a:rPr lang="en-US" sz="1200" dirty="0" err="1"/>
              <a:t>StringBuffer</a:t>
            </a:r>
            <a:r>
              <a:rPr lang="en-US" sz="1200" dirty="0"/>
              <a:t> class can save memory. </a:t>
            </a:r>
            <a:r>
              <a:rPr lang="en-US" sz="1200" dirty="0" err="1"/>
              <a:t>StringBuffer</a:t>
            </a:r>
            <a:r>
              <a:rPr lang="en-US" sz="1200" dirty="0"/>
              <a:t> provides thread safety because two threads cannot access the same method in the </a:t>
            </a:r>
            <a:r>
              <a:rPr lang="en-US" sz="1200" dirty="0" err="1"/>
              <a:t>StringBuffer</a:t>
            </a:r>
            <a:r>
              <a:rPr lang="en-US" sz="1200" dirty="0"/>
              <a:t> class simultaneously. </a:t>
            </a:r>
          </a:p>
        </p:txBody>
      </p:sp>
    </p:spTree>
    <p:extLst>
      <p:ext uri="{BB962C8B-B14F-4D97-AF65-F5344CB8AC3E}">
        <p14:creationId xmlns:p14="http://schemas.microsoft.com/office/powerpoint/2010/main" xmlns="" val="4133286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85800" y="457200"/>
            <a:ext cx="2221185" cy="3693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b="1" dirty="0" smtClean="0"/>
              <a:t>String Vs </a:t>
            </a:r>
            <a:r>
              <a:rPr lang="en-US" b="1" dirty="0" err="1" smtClean="0"/>
              <a:t>StringBuffer</a:t>
            </a:r>
            <a:endParaRPr lang="en-US" b="1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66800"/>
            <a:ext cx="3241357" cy="243101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478768"/>
            <a:ext cx="4453390" cy="3141106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xmlns="" val="190380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</TotalTime>
  <Words>403</Words>
  <Application>Microsoft Office PowerPoint</Application>
  <PresentationFormat>On-screen Show (4:3)</PresentationFormat>
  <Paragraphs>54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Intellion 2</dc:creator>
  <cp:lastModifiedBy>Muralibabu</cp:lastModifiedBy>
  <cp:revision>113</cp:revision>
  <dcterms:created xsi:type="dcterms:W3CDTF">2006-08-16T00:00:00Z</dcterms:created>
  <dcterms:modified xsi:type="dcterms:W3CDTF">2019-05-24T15:49:41Z</dcterms:modified>
</cp:coreProperties>
</file>