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76" r:id="rId3"/>
    <p:sldId id="275" r:id="rId4"/>
    <p:sldId id="274" r:id="rId5"/>
    <p:sldId id="272" r:id="rId6"/>
    <p:sldId id="277" r:id="rId7"/>
    <p:sldId id="273" r:id="rId8"/>
    <p:sldId id="271" r:id="rId9"/>
    <p:sldId id="270" r:id="rId10"/>
    <p:sldId id="269"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5" autoAdjust="0"/>
    <p:restoredTop sz="94660"/>
  </p:normalViewPr>
  <p:slideViewPr>
    <p:cSldViewPr>
      <p:cViewPr>
        <p:scale>
          <a:sx n="100" d="100"/>
          <a:sy n="100" d="100"/>
        </p:scale>
        <p:origin x="-121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5/24/2019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3407" y="2445204"/>
            <a:ext cx="4762500" cy="1924050"/>
          </a:xfrm>
          <a:prstGeom prst="rect">
            <a:avLst/>
          </a:prstGeom>
          <a:ln/>
        </p:spPr>
        <p:style>
          <a:lnRef idx="2">
            <a:schemeClr val="accent1">
              <a:shade val="50000"/>
            </a:schemeClr>
          </a:lnRef>
          <a:fillRef idx="1">
            <a:schemeClr val="accent1"/>
          </a:fillRef>
          <a:effectRef idx="0">
            <a:schemeClr val="accent1"/>
          </a:effectRef>
          <a:fontRef idx="minor">
            <a:schemeClr val="lt1"/>
          </a:fontRef>
        </p:style>
      </p:pic>
    </p:spTree>
    <p:extLst>
      <p:ext uri="{BB962C8B-B14F-4D97-AF65-F5344CB8AC3E}">
        <p14:creationId xmlns:p14="http://schemas.microsoft.com/office/powerpoint/2010/main" val="2335413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19200"/>
            <a:ext cx="6934200" cy="5200650"/>
          </a:xfrm>
          <a:prstGeom prst="rect">
            <a:avLst/>
          </a:prstGeom>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a:t>
            </a:r>
            <a:endParaRPr lang="en-US" b="1" dirty="0"/>
          </a:p>
        </p:txBody>
      </p:sp>
      <p:sp>
        <p:nvSpPr>
          <p:cNvPr id="4" name="Rectangle 3"/>
          <p:cNvSpPr/>
          <p:nvPr/>
        </p:nvSpPr>
        <p:spPr>
          <a:xfrm>
            <a:off x="5486400" y="4191000"/>
            <a:ext cx="3124200" cy="900246"/>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sz="1050" dirty="0"/>
              <a:t>Polymorphism is the capability of a method to do different things based on the object that it is acting upon. In other words, polymorphism allows you define one interface and have multiple implementations</a:t>
            </a:r>
          </a:p>
        </p:txBody>
      </p:sp>
    </p:spTree>
    <p:extLst>
      <p:ext uri="{BB962C8B-B14F-4D97-AF65-F5344CB8AC3E}">
        <p14:creationId xmlns:p14="http://schemas.microsoft.com/office/powerpoint/2010/main" val="13903039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371600"/>
            <a:ext cx="6048375" cy="5210175"/>
          </a:xfrm>
          <a:prstGeom prst="rect">
            <a:avLst/>
          </a:prstGeom>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a:t>
            </a:r>
            <a:endParaRPr lang="en-US" b="1" dirty="0"/>
          </a:p>
        </p:txBody>
      </p:sp>
    </p:spTree>
    <p:extLst>
      <p:ext uri="{BB962C8B-B14F-4D97-AF65-F5344CB8AC3E}">
        <p14:creationId xmlns:p14="http://schemas.microsoft.com/office/powerpoint/2010/main" val="30668887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19200"/>
            <a:ext cx="6972300" cy="5153025"/>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8382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a:t>
            </a:r>
            <a:endParaRPr lang="en-US" b="1" dirty="0"/>
          </a:p>
        </p:txBody>
      </p:sp>
      <p:sp>
        <p:nvSpPr>
          <p:cNvPr id="2" name="Rectangle 1"/>
          <p:cNvSpPr/>
          <p:nvPr/>
        </p:nvSpPr>
        <p:spPr>
          <a:xfrm>
            <a:off x="4648200" y="495300"/>
            <a:ext cx="4343400" cy="93871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100" dirty="0"/>
              <a:t>Polymorphism is one of the OOPs feature that allows us to perform a single action in different ways. For example, lets say we have a class Animal that has a method sound(). Since this is a generic class so we can’t give it a implementation like: Roar, Meow, Oink etc. We had to give a generic message.</a:t>
            </a:r>
          </a:p>
        </p:txBody>
      </p:sp>
    </p:spTree>
    <p:extLst>
      <p:ext uri="{BB962C8B-B14F-4D97-AF65-F5344CB8AC3E}">
        <p14:creationId xmlns:p14="http://schemas.microsoft.com/office/powerpoint/2010/main" val="9610374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543" y="1447800"/>
            <a:ext cx="7696200" cy="4914900"/>
          </a:xfrm>
          <a:prstGeom prst="rect">
            <a:avLst/>
          </a:prstGeom>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424543" y="609600"/>
            <a:ext cx="36576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OOPS – Polymorphism</a:t>
            </a:r>
            <a:endParaRPr lang="en-US" b="1" dirty="0"/>
          </a:p>
        </p:txBody>
      </p:sp>
    </p:spTree>
    <p:extLst>
      <p:ext uri="{BB962C8B-B14F-4D97-AF65-F5344CB8AC3E}">
        <p14:creationId xmlns:p14="http://schemas.microsoft.com/office/powerpoint/2010/main" val="39379471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4543" y="609600"/>
            <a:ext cx="36576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OOPS – </a:t>
            </a:r>
            <a:r>
              <a:rPr lang="en-US" b="1" dirty="0" smtClean="0"/>
              <a:t>Types Of Polymorphism </a:t>
            </a:r>
            <a:endParaRPr lang="en-US" b="1" dirty="0"/>
          </a:p>
        </p:txBody>
      </p:sp>
      <p:sp>
        <p:nvSpPr>
          <p:cNvPr id="2" name="Rectangle 1"/>
          <p:cNvSpPr/>
          <p:nvPr/>
        </p:nvSpPr>
        <p:spPr>
          <a:xfrm>
            <a:off x="424543" y="1371600"/>
            <a:ext cx="4223657" cy="316240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1050" b="1" dirty="0"/>
              <a:t>Types of Polymorphism</a:t>
            </a:r>
          </a:p>
          <a:p>
            <a:endParaRPr lang="en-US" sz="1050" dirty="0"/>
          </a:p>
          <a:p>
            <a:r>
              <a:rPr lang="en-US" sz="1050" dirty="0"/>
              <a:t>There are two types of polymorphism:</a:t>
            </a:r>
          </a:p>
          <a:p>
            <a:endParaRPr lang="en-US" sz="1050" dirty="0"/>
          </a:p>
          <a:p>
            <a:r>
              <a:rPr lang="en-US" sz="1050" dirty="0"/>
              <a:t>    Compile time polymorphism</a:t>
            </a:r>
          </a:p>
          <a:p>
            <a:r>
              <a:rPr lang="en-US" sz="1050" dirty="0"/>
              <a:t>    Run time polymorphism</a:t>
            </a:r>
          </a:p>
          <a:p>
            <a:endParaRPr lang="en-US" sz="1050" dirty="0"/>
          </a:p>
          <a:p>
            <a:r>
              <a:rPr lang="en-US" sz="1050" b="1" dirty="0"/>
              <a:t>Compile Time Polymorphism:</a:t>
            </a:r>
          </a:p>
          <a:p>
            <a:endParaRPr lang="en-US" sz="1050" dirty="0"/>
          </a:p>
          <a:p>
            <a:r>
              <a:rPr lang="en-US" sz="1050" dirty="0"/>
              <a:t>Whenever an object is bound with their functionality at compile time this is known as compile time polymorphism. At compile time, java knows which method to call by checking the method signatures. So this is called compile time polymorphism or static or early binding.</a:t>
            </a:r>
          </a:p>
          <a:p>
            <a:endParaRPr lang="en-US" sz="1050" dirty="0"/>
          </a:p>
          <a:p>
            <a:r>
              <a:rPr lang="en-US" sz="1050" dirty="0"/>
              <a:t>Implementation of Compile time polymorphism:</a:t>
            </a:r>
          </a:p>
          <a:p>
            <a:endParaRPr lang="en-US" sz="1050" dirty="0"/>
          </a:p>
          <a:p>
            <a:r>
              <a:rPr lang="en-US" sz="1050" dirty="0"/>
              <a:t>Compile time polymorphism is achieved through method overloading. Method Overloading says you can have more than one function with a same name in one class having a different prototype.</a:t>
            </a:r>
          </a:p>
        </p:txBody>
      </p:sp>
      <p:sp>
        <p:nvSpPr>
          <p:cNvPr id="4" name="Rectangle 3"/>
          <p:cNvSpPr/>
          <p:nvPr/>
        </p:nvSpPr>
        <p:spPr>
          <a:xfrm>
            <a:off x="4953000" y="3352800"/>
            <a:ext cx="4114800" cy="267765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1050" b="1" dirty="0"/>
              <a:t>Run Time Polymorphism:</a:t>
            </a:r>
          </a:p>
          <a:p>
            <a:endParaRPr lang="en-US" sz="1050" dirty="0"/>
          </a:p>
          <a:p>
            <a:r>
              <a:rPr lang="en-US" sz="1050" dirty="0"/>
              <a:t>Whenever an object is bound with the functionality at run time, this is known as runtime polymorphism. You can have a method in subclass that overrides the method in its parent classes with the same name and parameters. Java virtual machine determines the proper method to call at the runtime, not at the compile time. It is also called dynamic or late binding.</a:t>
            </a:r>
          </a:p>
          <a:p>
            <a:endParaRPr lang="en-US" sz="1050" dirty="0"/>
          </a:p>
          <a:p>
            <a:r>
              <a:rPr lang="en-US" sz="1050" dirty="0"/>
              <a:t>Implementation of Run time polymorphism:</a:t>
            </a:r>
          </a:p>
          <a:p>
            <a:endParaRPr lang="en-US" sz="1050" dirty="0"/>
          </a:p>
          <a:p>
            <a:r>
              <a:rPr lang="en-US" sz="1050" dirty="0"/>
              <a:t>Run time or dynamic polymorphism is achieved(implemented) through method overriding. Method overriding says child class has the same method as declared in the parent class. It means if child class provides the specific implementation of the method that has been provided by one of its parent class then it is known as method overriding.</a:t>
            </a:r>
          </a:p>
        </p:txBody>
      </p:sp>
    </p:spTree>
    <p:extLst>
      <p:ext uri="{BB962C8B-B14F-4D97-AF65-F5344CB8AC3E}">
        <p14:creationId xmlns:p14="http://schemas.microsoft.com/office/powerpoint/2010/main" val="26333491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528762"/>
            <a:ext cx="7239000" cy="4071938"/>
          </a:xfrm>
          <a:prstGeom prst="rect">
            <a:avLst/>
          </a:prstGeom>
          <a:ln/>
        </p:spPr>
        <p:style>
          <a:lnRef idx="2">
            <a:schemeClr val="accent5"/>
          </a:lnRef>
          <a:fillRef idx="1">
            <a:schemeClr val="lt1"/>
          </a:fillRef>
          <a:effectRef idx="0">
            <a:schemeClr val="accent5"/>
          </a:effectRef>
          <a:fontRef idx="minor">
            <a:schemeClr val="dk1"/>
          </a:fontRef>
        </p:style>
      </p:pic>
    </p:spTree>
    <p:extLst>
      <p:ext uri="{BB962C8B-B14F-4D97-AF65-F5344CB8AC3E}">
        <p14:creationId xmlns:p14="http://schemas.microsoft.com/office/powerpoint/2010/main" val="2408419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514475"/>
            <a:ext cx="6400800" cy="4800600"/>
          </a:xfrm>
          <a:prstGeom prst="rect">
            <a:avLst/>
          </a:prstGeom>
          <a:ln/>
        </p:spPr>
        <p:style>
          <a:lnRef idx="0">
            <a:schemeClr val="accent5"/>
          </a:lnRef>
          <a:fillRef idx="3">
            <a:schemeClr val="accent5"/>
          </a:fillRef>
          <a:effectRef idx="3">
            <a:schemeClr val="accent5"/>
          </a:effectRef>
          <a:fontRef idx="minor">
            <a:schemeClr val="lt1"/>
          </a:fontRef>
        </p:style>
      </p:pic>
      <p:sp>
        <p:nvSpPr>
          <p:cNvPr id="3" name="TextBox 2"/>
          <p:cNvSpPr txBox="1"/>
          <p:nvPr/>
        </p:nvSpPr>
        <p:spPr>
          <a:xfrm>
            <a:off x="762000" y="609600"/>
            <a:ext cx="3657600" cy="38100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b="1" dirty="0" smtClean="0"/>
              <a:t>OOPS – Polymorphism - </a:t>
            </a:r>
            <a:r>
              <a:rPr lang="en-US" b="1" dirty="0" err="1" smtClean="0"/>
              <a:t>Overridding</a:t>
            </a:r>
            <a:endParaRPr lang="en-US" b="1" dirty="0"/>
          </a:p>
        </p:txBody>
      </p:sp>
    </p:spTree>
    <p:extLst>
      <p:ext uri="{BB962C8B-B14F-4D97-AF65-F5344CB8AC3E}">
        <p14:creationId xmlns:p14="http://schemas.microsoft.com/office/powerpoint/2010/main" val="32873386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828800"/>
            <a:ext cx="5324475" cy="3781425"/>
          </a:xfrm>
          <a:prstGeom prst="rect">
            <a:avLst/>
          </a:prstGeom>
          <a:ln/>
        </p:spPr>
        <p:style>
          <a:lnRef idx="2">
            <a:schemeClr val="accent5"/>
          </a:lnRef>
          <a:fillRef idx="1">
            <a:schemeClr val="lt1"/>
          </a:fillRef>
          <a:effectRef idx="0">
            <a:schemeClr val="accent5"/>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 - Overloading</a:t>
            </a:r>
            <a:endParaRPr lang="en-US" b="1" dirty="0"/>
          </a:p>
        </p:txBody>
      </p:sp>
    </p:spTree>
    <p:extLst>
      <p:ext uri="{BB962C8B-B14F-4D97-AF65-F5344CB8AC3E}">
        <p14:creationId xmlns:p14="http://schemas.microsoft.com/office/powerpoint/2010/main" val="20057081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2133600"/>
            <a:ext cx="2143125" cy="2143125"/>
          </a:xfrm>
          <a:prstGeom prst="rect">
            <a:avLst/>
          </a:prstGeom>
          <a:ln>
            <a:noFill/>
          </a:ln>
          <a:effectLst>
            <a:innerShdw blurRad="63500" dist="50800" dir="16200000">
              <a:prstClr val="black">
                <a:alpha val="50000"/>
              </a:prstClr>
            </a:innerShdw>
          </a:effectLst>
          <a:scene3d>
            <a:camera prst="orthographicFront"/>
            <a:lightRig rig="flood" dir="t">
              <a:rot lat="0" lon="0" rev="13800000"/>
            </a:lightRig>
          </a:scene3d>
          <a:sp3d extrusionH="107950" prstMaterial="plastic">
            <a:bevelT w="82550" h="63500" prst="divot"/>
            <a:bevelB/>
          </a:sp3d>
        </p:spPr>
        <p:style>
          <a:lnRef idx="2">
            <a:schemeClr val="accent2"/>
          </a:lnRef>
          <a:fillRef idx="1003">
            <a:schemeClr val="dk1"/>
          </a:fillRef>
          <a:effectRef idx="0">
            <a:schemeClr val="accent2"/>
          </a:effectRef>
          <a:fontRef idx="minor">
            <a:schemeClr val="dk1"/>
          </a:fontRef>
        </p:style>
      </p:pic>
    </p:spTree>
    <p:extLst>
      <p:ext uri="{BB962C8B-B14F-4D97-AF65-F5344CB8AC3E}">
        <p14:creationId xmlns:p14="http://schemas.microsoft.com/office/powerpoint/2010/main" val="34148479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294</TotalTime>
  <Words>371</Words>
  <Application>Microsoft Office PowerPoint</Application>
  <PresentationFormat>On-screen Show (4:3)</PresentationFormat>
  <Paragraphs>30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Intellion 2</cp:lastModifiedBy>
  <cp:revision>82</cp:revision>
  <dcterms:created xsi:type="dcterms:W3CDTF">2006-08-16T00:00:00Z</dcterms:created>
  <dcterms:modified xsi:type="dcterms:W3CDTF">2019-05-24T10:56:46Z</dcterms:modified>
</cp:coreProperties>
</file>