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8" r:id="rId2"/>
    <p:sldId id="256" r:id="rId3"/>
    <p:sldId id="279" r:id="rId4"/>
    <p:sldId id="280" r:id="rId5"/>
    <p:sldId id="281" r:id="rId6"/>
    <p:sldId id="282" r:id="rId7"/>
    <p:sldId id="258" r:id="rId8"/>
    <p:sldId id="259" r:id="rId9"/>
    <p:sldId id="257" r:id="rId10"/>
    <p:sldId id="260" r:id="rId11"/>
    <p:sldId id="261" r:id="rId12"/>
    <p:sldId id="262" r:id="rId13"/>
    <p:sldId id="263" r:id="rId14"/>
    <p:sldId id="264" r:id="rId15"/>
    <p:sldId id="265" r:id="rId16"/>
    <p:sldId id="268" r:id="rId17"/>
    <p:sldId id="267" r:id="rId18"/>
    <p:sldId id="266" r:id="rId19"/>
    <p:sldId id="276" r:id="rId20"/>
    <p:sldId id="275" r:id="rId21"/>
    <p:sldId id="274" r:id="rId22"/>
    <p:sldId id="272" r:id="rId23"/>
    <p:sldId id="273" r:id="rId24"/>
    <p:sldId id="271" r:id="rId25"/>
    <p:sldId id="270" r:id="rId26"/>
    <p:sldId id="269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5" autoAdjust="0"/>
    <p:restoredTop sz="94660"/>
  </p:normalViewPr>
  <p:slideViewPr>
    <p:cSldViewPr>
      <p:cViewPr>
        <p:scale>
          <a:sx n="100" d="100"/>
          <a:sy n="100" d="100"/>
        </p:scale>
        <p:origin x="-121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5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7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7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6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8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8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4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1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5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0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4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686" y="2133600"/>
            <a:ext cx="2133600" cy="2143125"/>
          </a:xfrm>
          <a:prstGeom prst="rect">
            <a:avLst/>
          </a:prstGeom>
          <a:ln/>
          <a:effectLst>
            <a:glow rad="1397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73208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2950" y="794657"/>
            <a:ext cx="3657600" cy="3810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What is JAVA ?</a:t>
            </a:r>
            <a:endParaRPr lang="en-US" b="1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2119313"/>
            <a:ext cx="2857500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914400" y="3048000"/>
            <a:ext cx="14478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Class-based</a:t>
            </a:r>
            <a:r>
              <a:rPr lang="en-US" sz="1000" dirty="0"/>
              <a:t> and an </a:t>
            </a:r>
            <a:r>
              <a:rPr lang="en-US" sz="1000" b="1" dirty="0"/>
              <a:t>object-oriented</a:t>
            </a:r>
            <a:r>
              <a:rPr lang="en-US" sz="1000" dirty="0"/>
              <a:t> programming language.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4686301"/>
            <a:ext cx="14478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Concurrent</a:t>
            </a:r>
            <a:r>
              <a:rPr lang="en-US" sz="1000" dirty="0"/>
              <a:t> where you can execute many statements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752600"/>
            <a:ext cx="14478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Independent</a:t>
            </a:r>
            <a:r>
              <a:rPr lang="en-US" sz="1000" dirty="0"/>
              <a:t> programming language that follows the logic of “</a:t>
            </a:r>
            <a:r>
              <a:rPr lang="en-US" sz="1000" b="1" dirty="0"/>
              <a:t>Write once, Run anywhere</a:t>
            </a:r>
            <a:r>
              <a:rPr lang="en-US" sz="10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280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2950" y="794657"/>
            <a:ext cx="3657600" cy="3810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Components Of Java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1177906" y="1600200"/>
            <a:ext cx="354359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JVM (Java Virtual </a:t>
            </a:r>
            <a:r>
              <a:rPr lang="en-US" b="1" dirty="0" smtClean="0"/>
              <a:t>Machine)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JRE (Java Runtime Environment</a:t>
            </a:r>
            <a:r>
              <a:rPr lang="en-US" b="1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JDK(Java Development Kit)</a:t>
            </a:r>
            <a:endParaRPr lang="en-US" dirty="0"/>
          </a:p>
        </p:txBody>
      </p:sp>
      <p:pic>
        <p:nvPicPr>
          <p:cNvPr id="2050" name="Picture 2" descr="Image result for jvm vs jre vs jd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657474"/>
            <a:ext cx="6000750" cy="4000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77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1528763"/>
            <a:ext cx="7658100" cy="3800475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" name="TextBox 1"/>
          <p:cNvSpPr txBox="1"/>
          <p:nvPr/>
        </p:nvSpPr>
        <p:spPr>
          <a:xfrm>
            <a:off x="742950" y="794657"/>
            <a:ext cx="3657600" cy="3810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Java – Platform Independent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8811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2950" y="794657"/>
            <a:ext cx="3657600" cy="3810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Java – Data Types</a:t>
            </a:r>
            <a:endParaRPr lang="en-US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752600"/>
            <a:ext cx="6009918" cy="4757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008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762000"/>
            <a:ext cx="3657600" cy="3810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Java – My First HelloWorld Program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2286000" y="2690336"/>
            <a:ext cx="4572000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/>
              <a:t>public class </a:t>
            </a:r>
            <a:r>
              <a:rPr lang="en-US" dirty="0" smtClean="0"/>
              <a:t>HelloWorld{</a:t>
            </a:r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System.out.println</a:t>
            </a:r>
            <a:r>
              <a:rPr lang="en-US" dirty="0" smtClean="0"/>
              <a:t>(“Hello Welcome");</a:t>
            </a:r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4452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62075"/>
            <a:ext cx="6762750" cy="49625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3" name="TextBox 2"/>
          <p:cNvSpPr txBox="1"/>
          <p:nvPr/>
        </p:nvSpPr>
        <p:spPr>
          <a:xfrm>
            <a:off x="914400" y="495300"/>
            <a:ext cx="3657600" cy="3810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Java – Class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6013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0" y="1357313"/>
            <a:ext cx="7353300" cy="41433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3" name="TextBox 2"/>
          <p:cNvSpPr txBox="1"/>
          <p:nvPr/>
        </p:nvSpPr>
        <p:spPr>
          <a:xfrm>
            <a:off x="914400" y="495300"/>
            <a:ext cx="3657600" cy="3810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Java – Object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11746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0" y="1333500"/>
            <a:ext cx="4762500" cy="4762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3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/>
          <p:cNvSpPr txBox="1"/>
          <p:nvPr/>
        </p:nvSpPr>
        <p:spPr>
          <a:xfrm>
            <a:off x="533400" y="457200"/>
            <a:ext cx="3657600" cy="3810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Java – OOPS Features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0414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828800"/>
            <a:ext cx="2733675" cy="2795244"/>
          </a:xfrm>
          <a:prstGeom prst="rect">
            <a:avLst/>
          </a:prstGeom>
          <a:ln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4" name="TextBox 3"/>
          <p:cNvSpPr txBox="1"/>
          <p:nvPr/>
        </p:nvSpPr>
        <p:spPr>
          <a:xfrm>
            <a:off x="914400" y="495300"/>
            <a:ext cx="3657600" cy="3810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Java – Object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7774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43000"/>
            <a:ext cx="7726167" cy="4876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838200" y="495300"/>
            <a:ext cx="3657600" cy="3810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OOPS – Encapsulation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50385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81000" y="666750"/>
            <a:ext cx="8439150" cy="5715000"/>
            <a:chOff x="381000" y="152400"/>
            <a:chExt cx="8439150" cy="5715000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" y="152400"/>
              <a:ext cx="4819650" cy="3371850"/>
            </a:xfrm>
            <a:prstGeom prst="rect">
              <a:avLst/>
            </a:prstGeom>
            <a:ln>
              <a:solidFill>
                <a:srgbClr val="92D050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</p:pic>
        <p:pic>
          <p:nvPicPr>
            <p:cNvPr id="717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1143000"/>
              <a:ext cx="2724150" cy="2085975"/>
            </a:xfrm>
            <a:prstGeom prst="rect">
              <a:avLst/>
            </a:prstGeom>
            <a:ln>
              <a:solidFill>
                <a:srgbClr val="92D050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</p:pic>
        <p:pic>
          <p:nvPicPr>
            <p:cNvPr id="7172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0825" y="4267200"/>
              <a:ext cx="3271746" cy="1600200"/>
            </a:xfrm>
            <a:prstGeom prst="rect">
              <a:avLst/>
            </a:prstGeom>
            <a:ln>
              <a:solidFill>
                <a:srgbClr val="92D050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</p:pic>
      </p:grpSp>
    </p:spTree>
    <p:extLst>
      <p:ext uri="{BB962C8B-B14F-4D97-AF65-F5344CB8AC3E}">
        <p14:creationId xmlns:p14="http://schemas.microsoft.com/office/powerpoint/2010/main" val="3589467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0200"/>
            <a:ext cx="5248275" cy="370522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3" name="TextBox 2"/>
          <p:cNvSpPr txBox="1"/>
          <p:nvPr/>
        </p:nvSpPr>
        <p:spPr>
          <a:xfrm>
            <a:off x="914400" y="495300"/>
            <a:ext cx="3657600" cy="3810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OOPS – Inheritance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3367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94" y="1245814"/>
            <a:ext cx="7003706" cy="485018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3" name="TextBox 2"/>
          <p:cNvSpPr txBox="1"/>
          <p:nvPr/>
        </p:nvSpPr>
        <p:spPr>
          <a:xfrm>
            <a:off x="914400" y="495300"/>
            <a:ext cx="3657600" cy="3810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OOPS – Inheritance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850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86" y="1143000"/>
            <a:ext cx="6477000" cy="5334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3" name="TextBox 2"/>
          <p:cNvSpPr txBox="1"/>
          <p:nvPr/>
        </p:nvSpPr>
        <p:spPr>
          <a:xfrm>
            <a:off x="914400" y="495300"/>
            <a:ext cx="3657600" cy="3810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OOPS – Abstraction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4821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1371600"/>
            <a:ext cx="6076950" cy="456247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3" name="TextBox 2"/>
          <p:cNvSpPr txBox="1"/>
          <p:nvPr/>
        </p:nvSpPr>
        <p:spPr>
          <a:xfrm>
            <a:off x="914400" y="495300"/>
            <a:ext cx="3657600" cy="3810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OOPS – Abstraction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9031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447800"/>
            <a:ext cx="7416800" cy="41719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chemeClr val="accent3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838200" y="495300"/>
            <a:ext cx="3657600" cy="3810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OOPS – Abstract Vs Interface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49010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407" y="2445204"/>
            <a:ext cx="4762500" cy="192405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23354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19200"/>
            <a:ext cx="6934200" cy="520065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3" name="TextBox 2"/>
          <p:cNvSpPr txBox="1"/>
          <p:nvPr/>
        </p:nvSpPr>
        <p:spPr>
          <a:xfrm>
            <a:off x="914400" y="495300"/>
            <a:ext cx="3657600" cy="3810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OOPS – Polymorphism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71600"/>
            <a:ext cx="6048375" cy="521017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3" name="TextBox 2"/>
          <p:cNvSpPr txBox="1"/>
          <p:nvPr/>
        </p:nvSpPr>
        <p:spPr>
          <a:xfrm>
            <a:off x="914400" y="495300"/>
            <a:ext cx="3657600" cy="3810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OOPS – Polymorphism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688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6972300" cy="51530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3" name="TextBox 2"/>
          <p:cNvSpPr txBox="1"/>
          <p:nvPr/>
        </p:nvSpPr>
        <p:spPr>
          <a:xfrm>
            <a:off x="838200" y="495300"/>
            <a:ext cx="3657600" cy="3810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OOPS – Polymorphism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4648200" y="495300"/>
            <a:ext cx="4343400" cy="93871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100" dirty="0"/>
              <a:t>Polymorphism is one of the OOPs feature that allows us to perform a single action in different ways. For example, lets say we have a class Animal that has a method sound(). Since this is a generic class so we can’t give it a implementation like: Roar, Meow, Oink etc. We had to give a generic message.</a:t>
            </a:r>
          </a:p>
        </p:txBody>
      </p:sp>
    </p:spTree>
    <p:extLst>
      <p:ext uri="{BB962C8B-B14F-4D97-AF65-F5344CB8AC3E}">
        <p14:creationId xmlns:p14="http://schemas.microsoft.com/office/powerpoint/2010/main" val="96103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43" y="1447800"/>
            <a:ext cx="7696200" cy="491490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3" name="TextBox 2"/>
          <p:cNvSpPr txBox="1"/>
          <p:nvPr/>
        </p:nvSpPr>
        <p:spPr>
          <a:xfrm>
            <a:off x="424543" y="609600"/>
            <a:ext cx="36576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OOPS – Polymorphism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37947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2514600"/>
            <a:ext cx="4895850" cy="238125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3" name="TextBox 2"/>
          <p:cNvSpPr txBox="1"/>
          <p:nvPr/>
        </p:nvSpPr>
        <p:spPr>
          <a:xfrm>
            <a:off x="904875" y="762000"/>
            <a:ext cx="3657600" cy="3810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OOPS – Polymorphism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0841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14475"/>
            <a:ext cx="6400800" cy="48006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</p:pic>
      <p:sp>
        <p:nvSpPr>
          <p:cNvPr id="3" name="TextBox 2"/>
          <p:cNvSpPr txBox="1"/>
          <p:nvPr/>
        </p:nvSpPr>
        <p:spPr>
          <a:xfrm>
            <a:off x="762000" y="609600"/>
            <a:ext cx="3657600" cy="381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OOPS – Polymorphism - </a:t>
            </a:r>
            <a:r>
              <a:rPr lang="en-US" b="1" dirty="0" err="1" smtClean="0"/>
              <a:t>Overridding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87338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5324475" cy="378142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sp>
        <p:nvSpPr>
          <p:cNvPr id="3" name="TextBox 2"/>
          <p:cNvSpPr txBox="1"/>
          <p:nvPr/>
        </p:nvSpPr>
        <p:spPr>
          <a:xfrm>
            <a:off x="914400" y="495300"/>
            <a:ext cx="3657600" cy="3810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OOPS – Polymorphism - Overloading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0570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133600"/>
            <a:ext cx="2143125" cy="2143125"/>
          </a:xfrm>
          <a:prstGeom prst="rect">
            <a:avLst/>
          </a:prstGeom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41484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250</TotalTime>
  <Words>208</Words>
  <Application>Microsoft Office PowerPoint</Application>
  <PresentationFormat>On-screen Show (4:3)</PresentationFormat>
  <Paragraphs>34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Intellion 2</dc:creator>
  <cp:lastModifiedBy>Intellion 2</cp:lastModifiedBy>
  <cp:revision>72</cp:revision>
  <dcterms:created xsi:type="dcterms:W3CDTF">2006-08-16T00:00:00Z</dcterms:created>
  <dcterms:modified xsi:type="dcterms:W3CDTF">2019-05-24T10:11:45Z</dcterms:modified>
</cp:coreProperties>
</file>