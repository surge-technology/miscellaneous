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6" r:id="rId3"/>
    <p:sldId id="277" r:id="rId4"/>
    <p:sldId id="278" r:id="rId5"/>
    <p:sldId id="26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94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 descr="Image result for spring anno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6" name="Picture 4" descr="Image result for what is rest ap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905000"/>
            <a:ext cx="5924550" cy="28479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REST - RE</a:t>
            </a:r>
            <a:r>
              <a:rPr lang="en-US" sz="1600" dirty="0" smtClean="0"/>
              <a:t>presentational </a:t>
            </a:r>
            <a:r>
              <a:rPr lang="en-US" sz="1600" b="1" dirty="0" smtClean="0"/>
              <a:t>S</a:t>
            </a:r>
            <a:r>
              <a:rPr lang="en-US" sz="1600" dirty="0" smtClean="0"/>
              <a:t>tate </a:t>
            </a:r>
            <a:r>
              <a:rPr lang="en-US" sz="1600" b="1" dirty="0" smtClean="0"/>
              <a:t>T</a:t>
            </a:r>
            <a:r>
              <a:rPr lang="en-US" sz="1600" dirty="0" smtClean="0"/>
              <a:t>ransfer</a:t>
            </a:r>
            <a:endParaRPr lang="en-US" sz="1600" b="1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209800" y="1600200"/>
            <a:ext cx="6477000" cy="6001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Who invented REST?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REST was defined by Roy Fielding, a computer scientist. He presented the REST principles in his PhD dissertation in 2000.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971800"/>
            <a:ext cx="6629400" cy="15465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50" dirty="0" smtClean="0"/>
              <a:t>REST  CLIENT, RESOURCES</a:t>
            </a:r>
            <a:endParaRPr lang="en-US" sz="1050" dirty="0" smtClean="0"/>
          </a:p>
          <a:p>
            <a:r>
              <a:rPr lang="en-US" sz="1050" b="1" dirty="0" smtClean="0"/>
              <a:t>Client</a:t>
            </a:r>
            <a:r>
              <a:rPr lang="en-US" sz="1050" dirty="0" smtClean="0"/>
              <a:t> — the client is the person or software who uses the API. It can be a developer, for example you, as a developer, can use Twitter API to read and write data from Twitter, create a new tweet and do more actions in a program that you write. Your program will call Twitter’s API. The client can also be a web browser. When you go to Twitter website, your browser is the client who calls Twitter API and uses the returned data to render information on the screen</a:t>
            </a:r>
            <a:r>
              <a:rPr lang="en-US" sz="1050" dirty="0" smtClean="0"/>
              <a:t>.</a:t>
            </a:r>
          </a:p>
          <a:p>
            <a:endParaRPr lang="en-US" sz="1050" dirty="0" smtClean="0"/>
          </a:p>
          <a:p>
            <a:r>
              <a:rPr lang="en-US" sz="1050" b="1" dirty="0" smtClean="0"/>
              <a:t>Resource</a:t>
            </a:r>
            <a:r>
              <a:rPr lang="en-US" sz="1050" dirty="0" smtClean="0"/>
              <a:t> — a resource can be any object the API can provide information about. In </a:t>
            </a:r>
            <a:r>
              <a:rPr lang="en-US" sz="1050" dirty="0" err="1" smtClean="0"/>
              <a:t>Instagram’s</a:t>
            </a:r>
            <a:r>
              <a:rPr lang="en-US" sz="1050" dirty="0" smtClean="0"/>
              <a:t> API, for example, a resource can be a user, a photo, a </a:t>
            </a:r>
            <a:r>
              <a:rPr lang="en-US" sz="1050" dirty="0" err="1" smtClean="0"/>
              <a:t>hashtag</a:t>
            </a:r>
            <a:r>
              <a:rPr lang="en-US" sz="1050" dirty="0" smtClean="0"/>
              <a:t>. Each resource has a unique identifier. The identifier can be a name or a number.</a:t>
            </a:r>
            <a:endParaRPr lang="en-US" sz="1050" dirty="0"/>
          </a:p>
        </p:txBody>
      </p:sp>
    </p:spTree>
    <p:extLst>
      <p:ext uri="{BB962C8B-B14F-4D97-AF65-F5344CB8AC3E}">
        <p14:creationId xmlns=""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REST - RE</a:t>
            </a:r>
            <a:r>
              <a:rPr lang="en-US" sz="1600" dirty="0" smtClean="0"/>
              <a:t>presentational </a:t>
            </a:r>
            <a:r>
              <a:rPr lang="en-US" sz="1600" b="1" dirty="0" smtClean="0"/>
              <a:t>S</a:t>
            </a:r>
            <a:r>
              <a:rPr lang="en-US" sz="1600" dirty="0" smtClean="0"/>
              <a:t>tate </a:t>
            </a:r>
            <a:r>
              <a:rPr lang="en-US" sz="1600" b="1" dirty="0" smtClean="0"/>
              <a:t>T</a:t>
            </a:r>
            <a:r>
              <a:rPr lang="en-US" sz="1600" dirty="0" smtClean="0"/>
              <a:t>ransfer</a:t>
            </a:r>
            <a:endParaRPr lang="en-US" sz="1600" b="1" dirty="0"/>
          </a:p>
        </p:txBody>
      </p:sp>
      <p:sp>
        <p:nvSpPr>
          <p:cNvPr id="5" name="Rectangle 4"/>
          <p:cNvSpPr/>
          <p:nvPr/>
        </p:nvSpPr>
        <p:spPr>
          <a:xfrm>
            <a:off x="1905000" y="1905000"/>
            <a:ext cx="5791200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REST stands for </a:t>
            </a:r>
            <a:r>
              <a:rPr lang="en-US" b="1" dirty="0" smtClean="0"/>
              <a:t>RE</a:t>
            </a:r>
            <a:r>
              <a:rPr lang="en-US" dirty="0" smtClean="0"/>
              <a:t>presentational </a:t>
            </a:r>
            <a:r>
              <a:rPr lang="en-US" b="1" dirty="0" smtClean="0"/>
              <a:t>S</a:t>
            </a:r>
            <a:r>
              <a:rPr lang="en-US" dirty="0" smtClean="0"/>
              <a:t>tate </a:t>
            </a:r>
            <a:r>
              <a:rPr lang="en-US" b="1" dirty="0" smtClean="0"/>
              <a:t>T</a:t>
            </a:r>
            <a:r>
              <a:rPr lang="en-US" dirty="0" smtClean="0"/>
              <a:t>ransfer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It means when a </a:t>
            </a:r>
            <a:r>
              <a:rPr lang="en-US" sz="1400" dirty="0" err="1" smtClean="0"/>
              <a:t>RESTful</a:t>
            </a:r>
            <a:r>
              <a:rPr lang="en-US" sz="1400" dirty="0" smtClean="0"/>
              <a:t> API is called, the server will </a:t>
            </a:r>
            <a:r>
              <a:rPr lang="en-US" sz="1400" i="1" dirty="0" smtClean="0"/>
              <a:t>transfer</a:t>
            </a:r>
            <a:r>
              <a:rPr lang="en-US" sz="1400" dirty="0" smtClean="0"/>
              <a:t> to the client a </a:t>
            </a:r>
            <a:r>
              <a:rPr lang="en-US" sz="1400" i="1" dirty="0" smtClean="0"/>
              <a:t>representation</a:t>
            </a:r>
            <a:r>
              <a:rPr lang="en-US" sz="1400" dirty="0" smtClean="0"/>
              <a:t> of the </a:t>
            </a:r>
            <a:r>
              <a:rPr lang="en-US" sz="1400" i="1" dirty="0" smtClean="0"/>
              <a:t>state</a:t>
            </a:r>
            <a:r>
              <a:rPr lang="en-US" sz="1400" dirty="0" smtClean="0"/>
              <a:t> of the requested resource</a:t>
            </a:r>
            <a:r>
              <a:rPr lang="en-US" sz="1400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For example, when a developer calls </a:t>
            </a:r>
            <a:r>
              <a:rPr lang="en-US" sz="1200" dirty="0" err="1" smtClean="0"/>
              <a:t>Instagram</a:t>
            </a:r>
            <a:r>
              <a:rPr lang="en-US" sz="1200" dirty="0" smtClean="0"/>
              <a:t> API to fetch a specific user (the resource), the API will return the state of that user, including their name, the number of posts that user posted on </a:t>
            </a:r>
            <a:r>
              <a:rPr lang="en-US" sz="1200" dirty="0" err="1" smtClean="0"/>
              <a:t>Instagram</a:t>
            </a:r>
            <a:r>
              <a:rPr lang="en-US" sz="1200" dirty="0" smtClean="0"/>
              <a:t> so far, how many followers they have, and more</a:t>
            </a:r>
            <a:r>
              <a:rPr lang="en-US" sz="1200" dirty="0" smtClean="0"/>
              <a:t>.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The representation of the state can be in a JSON format, and probably for most APIs this is indeed the case. It can also be in XML or HTML format.</a:t>
            </a:r>
            <a:endParaRPr lang="en-US" sz="1400" dirty="0"/>
          </a:p>
        </p:txBody>
      </p:sp>
    </p:spTree>
    <p:extLst>
      <p:ext uri="{BB962C8B-B14F-4D97-AF65-F5344CB8AC3E}">
        <p14:creationId xmlns=""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REST - RE</a:t>
            </a:r>
            <a:r>
              <a:rPr lang="en-US" sz="1600" dirty="0" smtClean="0"/>
              <a:t>presentational </a:t>
            </a:r>
            <a:r>
              <a:rPr lang="en-US" sz="1600" b="1" dirty="0" smtClean="0"/>
              <a:t>S</a:t>
            </a:r>
            <a:r>
              <a:rPr lang="en-US" sz="1600" dirty="0" smtClean="0"/>
              <a:t>tate </a:t>
            </a:r>
            <a:r>
              <a:rPr lang="en-US" sz="1600" b="1" dirty="0" smtClean="0"/>
              <a:t>T</a:t>
            </a:r>
            <a:r>
              <a:rPr lang="en-US" sz="1600" dirty="0" smtClean="0"/>
              <a:t>ransfer</a:t>
            </a:r>
            <a:endParaRPr lang="en-US" sz="1600" b="1" dirty="0"/>
          </a:p>
        </p:txBody>
      </p:sp>
      <p:pic>
        <p:nvPicPr>
          <p:cNvPr id="16386" name="Picture 2" descr="Image result for what is rest ap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0" y="1447800"/>
            <a:ext cx="7810500" cy="31432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=""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324</TotalTime>
  <Words>316</Words>
  <Application>Microsoft Office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99</cp:revision>
  <dcterms:created xsi:type="dcterms:W3CDTF">2006-08-16T00:00:00Z</dcterms:created>
  <dcterms:modified xsi:type="dcterms:W3CDTF">2019-06-25T15:38:14Z</dcterms:modified>
</cp:coreProperties>
</file>