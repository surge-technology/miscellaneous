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66" r:id="rId2"/>
    <p:sldId id="285" r:id="rId3"/>
    <p:sldId id="286" r:id="rId4"/>
    <p:sldId id="287" r:id="rId5"/>
    <p:sldId id="288" r:id="rId6"/>
    <p:sldId id="269" r:id="rId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3425" autoAdjust="0"/>
    <p:restoredTop sz="94660"/>
  </p:normalViewPr>
  <p:slideViewPr>
    <p:cSldViewPr>
      <p:cViewPr>
        <p:scale>
          <a:sx n="100" d="100"/>
          <a:sy n="100" d="100"/>
        </p:scale>
        <p:origin x="-594" y="16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5200536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41595701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6777763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375692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6/1/2019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5789670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6/1/2019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2300899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6/1/2019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5776808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9258443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2520170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7249577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4995001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6/1/2019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6182474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1447800" y="3200400"/>
            <a:ext cx="6858000" cy="646331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3600" b="1" dirty="0" smtClean="0"/>
              <a:t>Java – Threads</a:t>
            </a:r>
            <a:endParaRPr lang="en-US" sz="3600" b="1" dirty="0"/>
          </a:p>
        </p:txBody>
      </p:sp>
    </p:spTree>
    <p:extLst>
      <p:ext uri="{BB962C8B-B14F-4D97-AF65-F5344CB8AC3E}">
        <p14:creationId xmlns:p14="http://schemas.microsoft.com/office/powerpoint/2010/main" xmlns="" val="2335413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762000" y="495300"/>
            <a:ext cx="3657600" cy="381000"/>
          </a:xfrm>
          <a:prstGeom prst="rect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b="1" dirty="0" smtClean="0"/>
              <a:t>Threads in Java</a:t>
            </a:r>
            <a:endParaRPr lang="en-US" b="1" dirty="0"/>
          </a:p>
        </p:txBody>
      </p:sp>
      <p:sp>
        <p:nvSpPr>
          <p:cNvPr id="4" name="Rectangle 3"/>
          <p:cNvSpPr/>
          <p:nvPr/>
        </p:nvSpPr>
        <p:spPr>
          <a:xfrm>
            <a:off x="2057400" y="1371600"/>
            <a:ext cx="6553200" cy="79252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1400" b="1" dirty="0" smtClean="0"/>
              <a:t>What does a Process mean in Computer Science?</a:t>
            </a:r>
          </a:p>
          <a:p>
            <a:r>
              <a:rPr lang="en-US" sz="1050" dirty="0" smtClean="0"/>
              <a:t>A process consists of a memory space allocated by the operating system that can contain one or more threads. The thread cannot exist on its own; it must be a part of a process. A process remains running until all of the non-daemon threads are done executing.</a:t>
            </a:r>
            <a:endParaRPr lang="en-US" sz="1050" dirty="0"/>
          </a:p>
        </p:txBody>
      </p:sp>
      <p:sp>
        <p:nvSpPr>
          <p:cNvPr id="5" name="Rectangle 4"/>
          <p:cNvSpPr/>
          <p:nvPr/>
        </p:nvSpPr>
        <p:spPr>
          <a:xfrm>
            <a:off x="2057400" y="5181600"/>
            <a:ext cx="6553200" cy="846386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1400" b="1" dirty="0" smtClean="0"/>
              <a:t>What does a Thread mean in Computer Science?</a:t>
            </a:r>
          </a:p>
          <a:p>
            <a:pPr>
              <a:buFont typeface="Arial" pitchFamily="34" charset="0"/>
              <a:buChar char="•"/>
            </a:pPr>
            <a:r>
              <a:rPr lang="en-US" sz="1400" b="1" dirty="0" smtClean="0"/>
              <a:t>   </a:t>
            </a:r>
            <a:r>
              <a:rPr lang="en-US" sz="1050" dirty="0" smtClean="0"/>
              <a:t>The thread is a lightweight sub-process and the smallest unit of execution.</a:t>
            </a:r>
          </a:p>
          <a:p>
            <a:pPr>
              <a:buFont typeface="Arial" pitchFamily="34" charset="0"/>
              <a:buChar char="•"/>
            </a:pPr>
            <a:r>
              <a:rPr lang="en-US" sz="1050" dirty="0" smtClean="0"/>
              <a:t>    Each thread has a separate path of execution.</a:t>
            </a:r>
          </a:p>
          <a:p>
            <a:pPr>
              <a:buFont typeface="Arial" pitchFamily="34" charset="0"/>
              <a:buChar char="•"/>
            </a:pPr>
            <a:r>
              <a:rPr lang="en-US" sz="1050" dirty="0" smtClean="0"/>
              <a:t>    It shares the memory area of the process.</a:t>
            </a:r>
            <a:endParaRPr lang="en-US" sz="1050" dirty="0"/>
          </a:p>
        </p:txBody>
      </p:sp>
      <p:pic>
        <p:nvPicPr>
          <p:cNvPr id="18434" name="Picture 2" descr="Java Multithreading Tutorial - Java Process and Threads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62000" y="2743200"/>
            <a:ext cx="2857500" cy="1924051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</p:pic>
    </p:spTree>
    <p:extLst>
      <p:ext uri="{BB962C8B-B14F-4D97-AF65-F5344CB8AC3E}">
        <p14:creationId xmlns:p14="http://schemas.microsoft.com/office/powerpoint/2010/main" xmlns="" val="13903039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762000" y="495300"/>
            <a:ext cx="3657600" cy="381000"/>
          </a:xfrm>
          <a:prstGeom prst="rect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b="1" smtClean="0"/>
              <a:t>Threads in </a:t>
            </a:r>
            <a:r>
              <a:rPr lang="en-US" b="1" dirty="0" smtClean="0"/>
              <a:t>Java</a:t>
            </a:r>
            <a:endParaRPr lang="en-US" b="1" dirty="0"/>
          </a:p>
        </p:txBody>
      </p:sp>
      <p:pic>
        <p:nvPicPr>
          <p:cNvPr id="3074" name="Picture 2" descr="Image result for threads in java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447800" y="1676400"/>
            <a:ext cx="6248400" cy="351472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pic>
    </p:spTree>
    <p:extLst>
      <p:ext uri="{BB962C8B-B14F-4D97-AF65-F5344CB8AC3E}">
        <p14:creationId xmlns:p14="http://schemas.microsoft.com/office/powerpoint/2010/main" xmlns="" val="13903039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762000" y="495300"/>
            <a:ext cx="3657600" cy="381000"/>
          </a:xfrm>
          <a:prstGeom prst="rect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b="1" dirty="0" smtClean="0"/>
              <a:t>Thread </a:t>
            </a:r>
            <a:r>
              <a:rPr lang="en-US" b="1" dirty="0" err="1" smtClean="0"/>
              <a:t>LifeCycle</a:t>
            </a:r>
            <a:r>
              <a:rPr lang="en-US" b="1" dirty="0" smtClean="0"/>
              <a:t> In Java</a:t>
            </a:r>
            <a:endParaRPr lang="en-US" b="1" dirty="0"/>
          </a:p>
        </p:txBody>
      </p:sp>
      <p:sp>
        <p:nvSpPr>
          <p:cNvPr id="4" name="Rectangle 3"/>
          <p:cNvSpPr/>
          <p:nvPr/>
        </p:nvSpPr>
        <p:spPr>
          <a:xfrm>
            <a:off x="3429000" y="1447800"/>
            <a:ext cx="5257800" cy="251607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en-US" sz="1050" dirty="0" smtClean="0"/>
              <a:t>New</a:t>
            </a:r>
          </a:p>
          <a:p>
            <a:pPr>
              <a:buFont typeface="Arial" pitchFamily="34" charset="0"/>
              <a:buChar char="•"/>
            </a:pPr>
            <a:r>
              <a:rPr lang="en-US" sz="1050" dirty="0" err="1" smtClean="0"/>
              <a:t>Runnable</a:t>
            </a:r>
            <a:endParaRPr lang="en-US" sz="1050" dirty="0" smtClean="0"/>
          </a:p>
          <a:p>
            <a:pPr>
              <a:buFont typeface="Arial" pitchFamily="34" charset="0"/>
              <a:buChar char="•"/>
            </a:pPr>
            <a:r>
              <a:rPr lang="en-US" sz="1050" dirty="0" smtClean="0"/>
              <a:t>Running</a:t>
            </a:r>
          </a:p>
          <a:p>
            <a:pPr>
              <a:buFont typeface="Arial" pitchFamily="34" charset="0"/>
              <a:buChar char="•"/>
            </a:pPr>
            <a:r>
              <a:rPr lang="en-US" sz="1050" dirty="0" smtClean="0"/>
              <a:t>Non-</a:t>
            </a:r>
            <a:r>
              <a:rPr lang="en-US" sz="1050" dirty="0" err="1" smtClean="0"/>
              <a:t>Runnable</a:t>
            </a:r>
            <a:r>
              <a:rPr lang="en-US" sz="1050" dirty="0" smtClean="0"/>
              <a:t> (blocked)</a:t>
            </a:r>
          </a:p>
          <a:p>
            <a:pPr>
              <a:buFont typeface="Arial" pitchFamily="34" charset="0"/>
              <a:buChar char="•"/>
            </a:pPr>
            <a:r>
              <a:rPr lang="en-US" sz="1050" dirty="0" smtClean="0"/>
              <a:t>Terminated</a:t>
            </a:r>
          </a:p>
          <a:p>
            <a:endParaRPr lang="en-US" sz="1050" dirty="0" smtClean="0"/>
          </a:p>
          <a:p>
            <a:r>
              <a:rPr lang="en-US" sz="1050" b="1" dirty="0" smtClean="0"/>
              <a:t>New-</a:t>
            </a:r>
            <a:r>
              <a:rPr lang="en-US" sz="1050" dirty="0" smtClean="0"/>
              <a:t> A thread is in New state when you create the instance of thread class, but the start() method is yet to get called.</a:t>
            </a:r>
          </a:p>
          <a:p>
            <a:r>
              <a:rPr lang="en-US" sz="1050" b="1" dirty="0" err="1" smtClean="0"/>
              <a:t>Runnable</a:t>
            </a:r>
            <a:r>
              <a:rPr lang="en-US" sz="1050" b="1" dirty="0" smtClean="0"/>
              <a:t>-</a:t>
            </a:r>
            <a:r>
              <a:rPr lang="en-US" sz="1050" dirty="0" smtClean="0"/>
              <a:t> The thread is in </a:t>
            </a:r>
            <a:r>
              <a:rPr lang="en-US" sz="1050" dirty="0" err="1" smtClean="0"/>
              <a:t>runnable</a:t>
            </a:r>
            <a:r>
              <a:rPr lang="en-US" sz="1050" dirty="0" smtClean="0"/>
              <a:t> after executing the start() method. In this stage, it waits for the thread scheduler to run it.</a:t>
            </a:r>
          </a:p>
          <a:p>
            <a:r>
              <a:rPr lang="en-US" sz="1050" b="1" dirty="0" smtClean="0"/>
              <a:t>Running-</a:t>
            </a:r>
            <a:r>
              <a:rPr lang="en-US" sz="1050" dirty="0" smtClean="0"/>
              <a:t> A thread picked by the thread scheduler for execution remains in running state.</a:t>
            </a:r>
          </a:p>
          <a:p>
            <a:r>
              <a:rPr lang="en-US" sz="1050" b="1" dirty="0" smtClean="0"/>
              <a:t>Non-</a:t>
            </a:r>
            <a:r>
              <a:rPr lang="en-US" sz="1050" b="1" dirty="0" err="1" smtClean="0"/>
              <a:t>Runnable</a:t>
            </a:r>
            <a:r>
              <a:rPr lang="en-US" sz="1050" dirty="0" smtClean="0"/>
              <a:t> (blocked)- In this state, the thread remains alive, but it is not eligible to run. It may be due to some sleep operation, waiting for any File I/O to finish or in the locked state, etc.</a:t>
            </a:r>
          </a:p>
          <a:p>
            <a:r>
              <a:rPr lang="en-US" sz="1050" b="1" dirty="0" smtClean="0"/>
              <a:t>Terminated-</a:t>
            </a:r>
            <a:r>
              <a:rPr lang="en-US" sz="1050" dirty="0" smtClean="0"/>
              <a:t> A thread is said to be in the terminated state when it’s Run() method exits.</a:t>
            </a:r>
            <a:endParaRPr lang="en-US" sz="1050" dirty="0"/>
          </a:p>
        </p:txBody>
      </p:sp>
      <p:pic>
        <p:nvPicPr>
          <p:cNvPr id="1026" name="Picture 2" descr="https://cdn.techbeamers.com/wp-content/uploads/2016/02/java-thread-life-cycle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62000" y="1447800"/>
            <a:ext cx="1828800" cy="3285534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pic>
    </p:spTree>
    <p:extLst>
      <p:ext uri="{BB962C8B-B14F-4D97-AF65-F5344CB8AC3E}">
        <p14:creationId xmlns:p14="http://schemas.microsoft.com/office/powerpoint/2010/main" xmlns="" val="13903039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762000" y="495300"/>
            <a:ext cx="3657600" cy="381000"/>
          </a:xfrm>
          <a:prstGeom prst="rect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b="1" dirty="0" smtClean="0"/>
              <a:t>Thread </a:t>
            </a:r>
            <a:r>
              <a:rPr lang="en-US" b="1" dirty="0" err="1" smtClean="0"/>
              <a:t>LifeCycle</a:t>
            </a:r>
            <a:r>
              <a:rPr lang="en-US" b="1" dirty="0" smtClean="0"/>
              <a:t> In Java</a:t>
            </a:r>
            <a:endParaRPr lang="en-US" b="1" dirty="0"/>
          </a:p>
        </p:txBody>
      </p:sp>
      <p:pic>
        <p:nvPicPr>
          <p:cNvPr id="1028" name="Picture 4" descr="Image result for threads in java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85800" y="1524000"/>
            <a:ext cx="7372350" cy="3514726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</p:pic>
    </p:spTree>
    <p:extLst>
      <p:ext uri="{BB962C8B-B14F-4D97-AF65-F5344CB8AC3E}">
        <p14:creationId xmlns:p14="http://schemas.microsoft.com/office/powerpoint/2010/main" xmlns="" val="13903039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08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3352800" y="2133600"/>
            <a:ext cx="2143125" cy="2143125"/>
          </a:xfrm>
          <a:prstGeom prst="rect">
            <a:avLst/>
          </a:prstGeom>
          <a:ln>
            <a:noFill/>
          </a:ln>
          <a:effectLst>
            <a:innerShdw blurRad="63500" dist="50800" dir="16200000">
              <a:prstClr val="black">
                <a:alpha val="50000"/>
              </a:prstClr>
            </a:innerShdw>
          </a:effectLst>
          <a:scene3d>
            <a:camera prst="orthographicFront"/>
            <a:lightRig rig="flood" dir="t">
              <a:rot lat="0" lon="0" rev="13800000"/>
            </a:lightRig>
          </a:scene3d>
          <a:sp3d extrusionH="107950" prstMaterial="plastic">
            <a:bevelT w="82550" h="63500" prst="divot"/>
            <a:bevelB/>
          </a:sp3d>
        </p:spPr>
        <p:style>
          <a:lnRef idx="2">
            <a:schemeClr val="accent2"/>
          </a:lnRef>
          <a:fillRef idx="1003">
            <a:schemeClr val="dk1"/>
          </a:fillRef>
          <a:effectRef idx="0">
            <a:schemeClr val="accent2"/>
          </a:effectRef>
          <a:fontRef idx="minor">
            <a:schemeClr val="dk1"/>
          </a:fontRef>
        </p:style>
      </p:pic>
    </p:spTree>
    <p:extLst>
      <p:ext uri="{BB962C8B-B14F-4D97-AF65-F5344CB8AC3E}">
        <p14:creationId xmlns:p14="http://schemas.microsoft.com/office/powerpoint/2010/main" xmlns="" val="34148479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Newsprint</Template>
  <TotalTime>994</TotalTime>
  <Words>260</Words>
  <Application>Microsoft Office PowerPoint</Application>
  <PresentationFormat>On-screen Show (4:3)</PresentationFormat>
  <Paragraphs>22</Paragraphs>
  <Slides>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Intellion 2</dc:creator>
  <cp:lastModifiedBy>Muralibabu</cp:lastModifiedBy>
  <cp:revision>156</cp:revision>
  <dcterms:created xsi:type="dcterms:W3CDTF">2006-08-16T00:00:00Z</dcterms:created>
  <dcterms:modified xsi:type="dcterms:W3CDTF">2019-05-31T18:33:01Z</dcterms:modified>
</cp:coreProperties>
</file>