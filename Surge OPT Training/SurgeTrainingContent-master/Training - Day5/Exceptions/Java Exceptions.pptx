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84" r:id="rId3"/>
    <p:sldId id="276" r:id="rId4"/>
    <p:sldId id="26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25" autoAdjust="0"/>
    <p:restoredTop sz="94660"/>
  </p:normalViewPr>
  <p:slideViewPr>
    <p:cSldViewPr>
      <p:cViewPr>
        <p:scale>
          <a:sx n="100" d="100"/>
          <a:sy n="100" d="100"/>
        </p:scale>
        <p:origin x="-594" y="6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5/31/2019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5/31/2019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5/31/2019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5/31/2019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5/31/2019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47800" y="3200400"/>
            <a:ext cx="6858000"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sz="3600" b="1" dirty="0" smtClean="0"/>
              <a:t>Java – Exception Handling</a:t>
            </a:r>
            <a:endParaRPr lang="en-US" sz="3600" b="1" dirty="0"/>
          </a:p>
        </p:txBody>
      </p:sp>
    </p:spTree>
    <p:extLst>
      <p:ext uri="{BB962C8B-B14F-4D97-AF65-F5344CB8AC3E}">
        <p14:creationId xmlns:p14="http://schemas.microsoft.com/office/powerpoint/2010/main" xmlns="" val="2335413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Exceptions in Java</a:t>
            </a:r>
            <a:endParaRPr lang="en-US" b="1" dirty="0"/>
          </a:p>
        </p:txBody>
      </p:sp>
      <p:pic>
        <p:nvPicPr>
          <p:cNvPr id="10242" name="Picture 2" descr="Exception-in-java1"/>
          <p:cNvPicPr>
            <a:picLocks noChangeAspect="1" noChangeArrowheads="1"/>
          </p:cNvPicPr>
          <p:nvPr/>
        </p:nvPicPr>
        <p:blipFill>
          <a:blip r:embed="rId2"/>
          <a:srcRect/>
          <a:stretch>
            <a:fillRect/>
          </a:stretch>
        </p:blipFill>
        <p:spPr bwMode="auto">
          <a:xfrm>
            <a:off x="685800" y="1371600"/>
            <a:ext cx="4419600" cy="3208303"/>
          </a:xfrm>
          <a:prstGeom prst="rect">
            <a:avLst/>
          </a:prstGeom>
        </p:spPr>
        <p:style>
          <a:lnRef idx="2">
            <a:schemeClr val="accent5"/>
          </a:lnRef>
          <a:fillRef idx="1">
            <a:schemeClr val="lt1"/>
          </a:fillRef>
          <a:effectRef idx="0">
            <a:schemeClr val="accent5"/>
          </a:effectRef>
          <a:fontRef idx="minor">
            <a:schemeClr val="dk1"/>
          </a:fontRef>
        </p:style>
      </p:pic>
      <p:sp>
        <p:nvSpPr>
          <p:cNvPr id="4" name="Rectangle 3"/>
          <p:cNvSpPr/>
          <p:nvPr/>
        </p:nvSpPr>
        <p:spPr>
          <a:xfrm>
            <a:off x="2362200" y="4800600"/>
            <a:ext cx="6553200" cy="9002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050" b="1" dirty="0" smtClean="0"/>
              <a:t>What is an exception?</a:t>
            </a:r>
          </a:p>
          <a:p>
            <a:r>
              <a:rPr lang="en-US" sz="1050" dirty="0" smtClean="0"/>
              <a:t>An Exception is an unwanted event that interrupts the normal flow of the program. When an exception occurs program execution gets terminated. In such cases we get a system generated error message. The good thing about exceptions is that they can be handled in Java. By handling the exceptions we can provide a meaningful message to the user about the issue rather than a system generated message, which may not be understandable to a user.</a:t>
            </a:r>
            <a:endParaRPr lang="en-US" sz="1050" dirty="0"/>
          </a:p>
        </p:txBody>
      </p:sp>
    </p:spTree>
    <p:extLst>
      <p:ext uri="{BB962C8B-B14F-4D97-AF65-F5344CB8AC3E}">
        <p14:creationId xmlns:p14="http://schemas.microsoft.com/office/powerpoint/2010/main" xmlns="" val="1390303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495300"/>
            <a:ext cx="3657600" cy="381000"/>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US" b="1" dirty="0" smtClean="0"/>
              <a:t>Exceptions in Java</a:t>
            </a:r>
            <a:endParaRPr lang="en-US" b="1" dirty="0"/>
          </a:p>
        </p:txBody>
      </p:sp>
      <p:sp>
        <p:nvSpPr>
          <p:cNvPr id="6" name="Rectangle 5"/>
          <p:cNvSpPr/>
          <p:nvPr/>
        </p:nvSpPr>
        <p:spPr>
          <a:xfrm>
            <a:off x="685800" y="1371600"/>
            <a:ext cx="6477000" cy="101566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b="1" dirty="0" smtClean="0"/>
              <a:t>Errors</a:t>
            </a:r>
            <a:r>
              <a:rPr lang="en-US" dirty="0" smtClean="0"/>
              <a:t>: </a:t>
            </a:r>
          </a:p>
          <a:p>
            <a:r>
              <a:rPr lang="en-US" sz="1050" dirty="0" smtClean="0"/>
              <a:t>Errors are exceptional scenarios that are out of scope of application and it’s not possible to anticipate and recover from them, for example hardware failure, JVM crash or out of memory error. That’s why we have a separate hierarchy of errors and we should not try to handle these situations. Some of the common Errors are </a:t>
            </a:r>
            <a:r>
              <a:rPr lang="en-US" sz="1050" dirty="0" err="1" smtClean="0"/>
              <a:t>OutOfMemoryError</a:t>
            </a:r>
            <a:r>
              <a:rPr lang="en-US" sz="1050" dirty="0" smtClean="0"/>
              <a:t> and </a:t>
            </a:r>
            <a:r>
              <a:rPr lang="en-US" sz="1050" dirty="0" err="1" smtClean="0"/>
              <a:t>StackOverflowError</a:t>
            </a:r>
            <a:endParaRPr lang="en-US" sz="1050" dirty="0"/>
          </a:p>
        </p:txBody>
      </p:sp>
      <p:sp>
        <p:nvSpPr>
          <p:cNvPr id="7" name="Rectangle 6"/>
          <p:cNvSpPr/>
          <p:nvPr/>
        </p:nvSpPr>
        <p:spPr>
          <a:xfrm>
            <a:off x="2514600" y="2971800"/>
            <a:ext cx="6096000" cy="854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050" b="1" dirty="0" smtClean="0"/>
              <a:t>What are checked exceptions?</a:t>
            </a:r>
          </a:p>
          <a:p>
            <a:r>
              <a:rPr lang="en-US" sz="1050" dirty="0" smtClean="0"/>
              <a:t>Checked exceptions are checked at compile-time. It means if a method is throwing a checked exception then it </a:t>
            </a:r>
            <a:r>
              <a:rPr lang="en-US" dirty="0" smtClean="0"/>
              <a:t>should handle the exception using try-catch block </a:t>
            </a:r>
            <a:r>
              <a:rPr lang="en-US" sz="1050" dirty="0" smtClean="0"/>
              <a:t>or it should declare the exception using throws keyword, otherwise the program will give a compilation error.</a:t>
            </a:r>
            <a:endParaRPr lang="en-US" sz="1050" dirty="0"/>
          </a:p>
        </p:txBody>
      </p:sp>
      <p:sp>
        <p:nvSpPr>
          <p:cNvPr id="8" name="Rectangle 7"/>
          <p:cNvSpPr/>
          <p:nvPr/>
        </p:nvSpPr>
        <p:spPr>
          <a:xfrm>
            <a:off x="685800" y="4343400"/>
            <a:ext cx="7162800" cy="90024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050" b="1" dirty="0" smtClean="0"/>
              <a:t>What are Unchecked exceptions?</a:t>
            </a:r>
          </a:p>
          <a:p>
            <a:r>
              <a:rPr lang="en-US" sz="1050" dirty="0" smtClean="0"/>
              <a:t>Unchecked exceptions are not checked at compile time. It means if your program is throwing an unchecked exception and even if you didn’t handle/declare that exception, the program won’t give a compilation error. Most of the times these exception occurs due to the bad data provided by user during the user-program interaction. It is up to the programmer to judge the conditions in advance, that can cause such exceptions and handle them appropriately</a:t>
            </a:r>
            <a:endParaRPr lang="en-US" sz="1050" dirty="0"/>
          </a:p>
        </p:txBody>
      </p:sp>
    </p:spTree>
    <p:extLst>
      <p:ext uri="{BB962C8B-B14F-4D97-AF65-F5344CB8AC3E}">
        <p14:creationId xmlns:p14="http://schemas.microsoft.com/office/powerpoint/2010/main" xmlns="" val="13903039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52800" y="2133600"/>
            <a:ext cx="2143125" cy="2143125"/>
          </a:xfrm>
          <a:prstGeom prst="rect">
            <a:avLst/>
          </a:prstGeom>
          <a:ln>
            <a:noFill/>
          </a:ln>
          <a:effectLst>
            <a:innerShdw blurRad="63500" dist="50800" dir="16200000">
              <a:prstClr val="black">
                <a:alpha val="50000"/>
              </a:prstClr>
            </a:innerShdw>
          </a:effectLst>
          <a:scene3d>
            <a:camera prst="orthographicFront"/>
            <a:lightRig rig="flood" dir="t">
              <a:rot lat="0" lon="0" rev="13800000"/>
            </a:lightRig>
          </a:scene3d>
          <a:sp3d extrusionH="107950" prstMaterial="plastic">
            <a:bevelT w="82550" h="63500" prst="divot"/>
            <a:bevelB/>
          </a:sp3d>
        </p:spPr>
        <p:style>
          <a:lnRef idx="2">
            <a:schemeClr val="accent2"/>
          </a:lnRef>
          <a:fillRef idx="1003">
            <a:schemeClr val="dk1"/>
          </a:fillRef>
          <a:effectRef idx="0">
            <a:schemeClr val="accent2"/>
          </a:effectRef>
          <a:fontRef idx="minor">
            <a:schemeClr val="dk1"/>
          </a:fontRef>
        </p:style>
      </p:pic>
    </p:spTree>
    <p:extLst>
      <p:ext uri="{BB962C8B-B14F-4D97-AF65-F5344CB8AC3E}">
        <p14:creationId xmlns:p14="http://schemas.microsoft.com/office/powerpoint/2010/main" xmlns="" val="3414847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1003</TotalTime>
  <Words>294</Words>
  <Application>Microsoft Office PowerPoint</Application>
  <PresentationFormat>On-screen Show (4:3)</PresentationFormat>
  <Paragraphs>11</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Slide 1</vt:lpstr>
      <vt:lpstr>Slide 2</vt:lpstr>
      <vt:lpstr>Slide 3</vt:lpstr>
      <vt:lpstr>Slide 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Muralibabu</cp:lastModifiedBy>
  <cp:revision>139</cp:revision>
  <dcterms:created xsi:type="dcterms:W3CDTF">2006-08-16T00:00:00Z</dcterms:created>
  <dcterms:modified xsi:type="dcterms:W3CDTF">2019-05-31T05:24:23Z</dcterms:modified>
</cp:coreProperties>
</file>