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8" r:id="rId2"/>
    <p:sldId id="256" r:id="rId3"/>
    <p:sldId id="298" r:id="rId4"/>
    <p:sldId id="299" r:id="rId5"/>
    <p:sldId id="300" r:id="rId6"/>
    <p:sldId id="301" r:id="rId7"/>
    <p:sldId id="302" r:id="rId8"/>
    <p:sldId id="303" r:id="rId9"/>
    <p:sldId id="30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25" autoAdjust="0"/>
    <p:restoredTop sz="94660"/>
  </p:normalViewPr>
  <p:slideViewPr>
    <p:cSldViewPr>
      <p:cViewPr varScale="1">
        <p:scale>
          <a:sx n="87" d="100"/>
          <a:sy n="87" d="100"/>
        </p:scale>
        <p:origin x="-1572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053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570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776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69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967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089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680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844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017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957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500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247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4450" y="1900238"/>
            <a:ext cx="6515100" cy="305752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732089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66800" y="609600"/>
            <a:ext cx="3810000" cy="3810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Service Discovery - Monolithic</a:t>
            </a:r>
            <a:endParaRPr lang="en-US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295400"/>
            <a:ext cx="5527675" cy="4852987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742803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66800" y="609600"/>
            <a:ext cx="3810000" cy="3810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Service Discovery - Monolithic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295400"/>
            <a:ext cx="6191250" cy="4476750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936504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66800" y="609600"/>
            <a:ext cx="3810000" cy="3810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Service Discovery - </a:t>
            </a:r>
            <a:r>
              <a:rPr lang="en-US" dirty="0" err="1" smtClean="0"/>
              <a:t>Microservices</a:t>
            </a:r>
            <a:endParaRPr 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686" y="1600200"/>
            <a:ext cx="6286500" cy="3981450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647306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66800" y="609600"/>
            <a:ext cx="3810000" cy="3810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Why Service Discovery?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752600"/>
            <a:ext cx="7277100" cy="4524375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261793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66800" y="609600"/>
            <a:ext cx="3810000" cy="3810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Service Register - Lookup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1" y="1219201"/>
            <a:ext cx="3657600" cy="2837998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4057199"/>
            <a:ext cx="3446525" cy="2104114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4209409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609600"/>
            <a:ext cx="3810000" cy="3810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Client Side Service Discovery</a:t>
            </a: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1" y="1524000"/>
            <a:ext cx="7315200" cy="447444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238836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609600"/>
            <a:ext cx="3810000" cy="3810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Server Side Service Discovery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438400"/>
            <a:ext cx="5288883" cy="253682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476316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609600"/>
            <a:ext cx="3810000" cy="3810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Server Side Service Discovery</a:t>
            </a:r>
            <a:endParaRPr lang="en-US" dirty="0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676400"/>
            <a:ext cx="6802234" cy="4005263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881583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Newsprint</Template>
  <TotalTime>7502</TotalTime>
  <Words>32</Words>
  <Application>Microsoft Office PowerPoint</Application>
  <PresentationFormat>On-screen Show (4:3)</PresentationFormat>
  <Paragraphs>8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Intellion 2</dc:creator>
  <cp:lastModifiedBy>Intellion 2</cp:lastModifiedBy>
  <cp:revision>117</cp:revision>
  <dcterms:created xsi:type="dcterms:W3CDTF">2006-08-16T00:00:00Z</dcterms:created>
  <dcterms:modified xsi:type="dcterms:W3CDTF">2019-07-29T10:22:52Z</dcterms:modified>
</cp:coreProperties>
</file>