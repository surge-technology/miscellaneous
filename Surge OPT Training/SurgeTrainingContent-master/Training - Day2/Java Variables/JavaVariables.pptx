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86" r:id="rId3"/>
    <p:sldId id="285" r:id="rId4"/>
    <p:sldId id="284" r:id="rId5"/>
    <p:sldId id="281" r:id="rId6"/>
    <p:sldId id="279" r:id="rId7"/>
    <p:sldId id="280" r:id="rId8"/>
    <p:sldId id="287" r:id="rId9"/>
    <p:sldId id="288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>
      <p:cViewPr>
        <p:scale>
          <a:sx n="100" d="100"/>
          <a:sy n="100" d="100"/>
        </p:scale>
        <p:origin x="-570" y="1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VIT\Java PPT\Java Variables\01 Variables-in-Jav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57400"/>
            <a:ext cx="2762250" cy="19240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VIT\Java PPT\Java Variables\02 Declaration-and-assignment-statemen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057400"/>
            <a:ext cx="3648075" cy="2286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57153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VIT\Java PPT\Java Variables\04 variable-value-assignmen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81200"/>
            <a:ext cx="304800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0887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VIT\Java PPT\Java Variables\03 Types Of Variabl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066800"/>
            <a:ext cx="2095500" cy="21812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4100" name="Picture 4" descr="Image result for variable types in jav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00200"/>
            <a:ext cx="3124200" cy="14668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326682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" y="1720840"/>
            <a:ext cx="7010400" cy="286232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Local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variable defined within a block or method or constructor is called local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variable are created when the block in entered or the function is called and destroyed after exiting from the block or when the call returns from the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scope of these variables exists only within the block in which the variable is declared. i.e. we can access these variable only within that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Initilisation</a:t>
            </a:r>
            <a:r>
              <a:rPr lang="en-US" dirty="0"/>
              <a:t> of Local Variable is Mandatory.</a:t>
            </a:r>
          </a:p>
        </p:txBody>
      </p:sp>
    </p:spTree>
    <p:extLst>
      <p:ext uri="{BB962C8B-B14F-4D97-AF65-F5344CB8AC3E}">
        <p14:creationId xmlns:p14="http://schemas.microsoft.com/office/powerpoint/2010/main" xmlns="" val="365076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166843"/>
            <a:ext cx="7467600" cy="341632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Instance Variables: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variables are non-static variables and are declared in a class outside any method, constructor or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instance variables are declared in a class, these variables are created when an object of the class is created and destroyed when the object is destroyed.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Unlike local variables, we may use access specifiers for instance variables. If we do not specify any access specifier then the default access specifier will be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Initialization </a:t>
            </a:r>
            <a:r>
              <a:rPr lang="en-US" dirty="0"/>
              <a:t>of Instance Variable is not Mandatory. Its default value is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Variable can be accessed only by creating objects.</a:t>
            </a:r>
          </a:p>
        </p:txBody>
      </p:sp>
    </p:spTree>
    <p:extLst>
      <p:ext uri="{BB962C8B-B14F-4D97-AF65-F5344CB8AC3E}">
        <p14:creationId xmlns:p14="http://schemas.microsoft.com/office/powerpoint/2010/main" xmlns="" val="357662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" y="1219200"/>
            <a:ext cx="7315200" cy="369331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Static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Static variables are also known as Class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variables are declared similarly as instance variables, the difference is that static variables are declared using the static keyword within a class outside any method constructor or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Unlike instance variables, we can only have one copy of a static variable per class irrespective of how many objects we create.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Initialization </a:t>
            </a:r>
            <a:r>
              <a:rPr lang="en-US" dirty="0"/>
              <a:t>of Static Variable is not Mandatory. Its default value is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access the static variable like Instance variable (through object), compiler will show the warning message and it wont </a:t>
            </a:r>
            <a:r>
              <a:rPr lang="en-US" dirty="0" smtClean="0"/>
              <a:t>halt </a:t>
            </a:r>
            <a:r>
              <a:rPr lang="en-US" dirty="0"/>
              <a:t>the program. Compiler will replace the object name to class name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access the static variable without </a:t>
            </a:r>
            <a:r>
              <a:rPr lang="en-US" dirty="0" smtClean="0"/>
              <a:t>class name, </a:t>
            </a:r>
            <a:r>
              <a:rPr lang="en-US" dirty="0"/>
              <a:t>Compiler will automatically append the class name.</a:t>
            </a:r>
          </a:p>
        </p:txBody>
      </p:sp>
    </p:spTree>
    <p:extLst>
      <p:ext uri="{BB962C8B-B14F-4D97-AF65-F5344CB8AC3E}">
        <p14:creationId xmlns:p14="http://schemas.microsoft.com/office/powerpoint/2010/main" xmlns="" val="3962398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19338"/>
            <a:ext cx="3733800" cy="223837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319338"/>
            <a:ext cx="3581400" cy="218122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2" name="Rectangle 1"/>
          <p:cNvSpPr/>
          <p:nvPr/>
        </p:nvSpPr>
        <p:spPr>
          <a:xfrm>
            <a:off x="3352800" y="1066800"/>
            <a:ext cx="2620013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Static Vs Instance Variable</a:t>
            </a:r>
          </a:p>
        </p:txBody>
      </p:sp>
    </p:spTree>
    <p:extLst>
      <p:ext uri="{BB962C8B-B14F-4D97-AF65-F5344CB8AC3E}">
        <p14:creationId xmlns:p14="http://schemas.microsoft.com/office/powerpoint/2010/main" xmlns="" val="814621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2620013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Static Vs Instance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838200"/>
            <a:ext cx="4572000" cy="53553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/>
              <a:t>class </a:t>
            </a:r>
            <a:r>
              <a:rPr lang="en-US" dirty="0" err="1" smtClean="0"/>
              <a:t>VariableDemo</a:t>
            </a:r>
            <a:endParaRPr lang="en-US" dirty="0" smtClean="0"/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static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smtClean="0"/>
              <a:t>count=0;</a:t>
            </a:r>
          </a:p>
          <a:p>
            <a:r>
              <a:rPr lang="en-US" dirty="0" smtClean="0"/>
              <a:t>   public void increment()</a:t>
            </a:r>
          </a:p>
          <a:p>
            <a:r>
              <a:rPr lang="en-US" dirty="0" smtClean="0"/>
              <a:t>   {</a:t>
            </a:r>
          </a:p>
          <a:p>
            <a:r>
              <a:rPr lang="en-US" dirty="0" smtClean="0"/>
              <a:t>       count++;</a:t>
            </a:r>
          </a:p>
          <a:p>
            <a:r>
              <a:rPr lang="en-US" dirty="0" smtClean="0"/>
              <a:t>   }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</a:t>
            </a:r>
          </a:p>
          <a:p>
            <a:r>
              <a:rPr lang="en-US" dirty="0" smtClean="0"/>
              <a:t>   {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VariableDemo</a:t>
            </a:r>
            <a:r>
              <a:rPr lang="en-US" dirty="0" smtClean="0"/>
              <a:t> obj1=new </a:t>
            </a:r>
            <a:r>
              <a:rPr lang="en-US" dirty="0" err="1" smtClean="0"/>
              <a:t>VariableDemo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VariableDemo</a:t>
            </a:r>
            <a:r>
              <a:rPr lang="en-US" dirty="0" smtClean="0"/>
              <a:t> obj2=new </a:t>
            </a:r>
            <a:r>
              <a:rPr lang="en-US" dirty="0" err="1" smtClean="0"/>
              <a:t>VariableDemo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obj1.increment();</a:t>
            </a:r>
          </a:p>
          <a:p>
            <a:r>
              <a:rPr lang="en-US" dirty="0" smtClean="0"/>
              <a:t>       obj2.increment();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System.out.println</a:t>
            </a:r>
            <a:r>
              <a:rPr lang="en-US" dirty="0" smtClean="0"/>
              <a:t>("Obj1: count is="+obj1.count);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System.out.println</a:t>
            </a:r>
            <a:r>
              <a:rPr lang="en-US" dirty="0" smtClean="0"/>
              <a:t>("Obj2: count is="+obj2.count);</a:t>
            </a:r>
          </a:p>
          <a:p>
            <a:r>
              <a:rPr lang="en-US" dirty="0" smtClean="0"/>
              <a:t> 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14621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399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85</cp:revision>
  <dcterms:created xsi:type="dcterms:W3CDTF">2006-08-16T00:00:00Z</dcterms:created>
  <dcterms:modified xsi:type="dcterms:W3CDTF">2019-07-03T19:32:32Z</dcterms:modified>
</cp:coreProperties>
</file>