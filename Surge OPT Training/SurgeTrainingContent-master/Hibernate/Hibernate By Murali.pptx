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83" r:id="rId4"/>
    <p:sldId id="284" r:id="rId5"/>
    <p:sldId id="285" r:id="rId6"/>
    <p:sldId id="286" r:id="rId7"/>
    <p:sldId id="28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425" autoAdjust="0"/>
    <p:restoredTop sz="94660"/>
  </p:normalViewPr>
  <p:slideViewPr>
    <p:cSldViewPr>
      <p:cViewPr varScale="1">
        <p:scale>
          <a:sx n="68" d="100"/>
          <a:sy n="68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78442" y="1905000"/>
            <a:ext cx="5291570" cy="277177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xmlns="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Mapping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686800" cy="25050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Mapping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7078133" cy="39814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66942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2771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</a:t>
            </a:r>
            <a:r>
              <a:rPr lang="en-US" dirty="0" err="1" smtClean="0"/>
              <a:t>HighLevel</a:t>
            </a:r>
            <a:r>
              <a:rPr lang="en-US" dirty="0" smtClean="0"/>
              <a:t> Architecture</a:t>
            </a:r>
            <a:endParaRPr lang="en-US" dirty="0"/>
          </a:p>
        </p:txBody>
      </p:sp>
      <p:pic>
        <p:nvPicPr>
          <p:cNvPr id="3074" name="Picture 2" descr="Image result for orm architecture jav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477250" cy="4772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3720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2771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Hibernate Low Level Architecture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51264" y="1524000"/>
            <a:ext cx="5219700" cy="44767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223509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2771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Java Objects – DB Objects</a:t>
            </a:r>
            <a:endParaRPr lang="en-US" dirty="0"/>
          </a:p>
        </p:txBody>
      </p:sp>
      <p:pic>
        <p:nvPicPr>
          <p:cNvPr id="614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6305550" cy="297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23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28792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1593</TotalTime>
  <Words>16</Words>
  <Application>Microsoft Office PowerPoint</Application>
  <PresentationFormat>On-screen Show (4:3)</PresentationFormat>
  <Paragraphs>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63</cp:revision>
  <dcterms:created xsi:type="dcterms:W3CDTF">2006-08-16T00:00:00Z</dcterms:created>
  <dcterms:modified xsi:type="dcterms:W3CDTF">2019-07-08T16:42:31Z</dcterms:modified>
</cp:coreProperties>
</file>