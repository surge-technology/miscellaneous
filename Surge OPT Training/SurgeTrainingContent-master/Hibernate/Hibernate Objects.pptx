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93" r:id="rId4"/>
    <p:sldId id="294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 varScale="1">
        <p:scale>
          <a:sx n="68" d="100"/>
          <a:sy n="68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14600" y="2743200"/>
            <a:ext cx="6120522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4800" dirty="0" smtClean="0"/>
              <a:t>Hibernate Object </a:t>
            </a:r>
            <a:r>
              <a:rPr lang="en-US" sz="4800" dirty="0" smtClean="0"/>
              <a:t>States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xmlns="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Objects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52600" y="1828800"/>
            <a:ext cx="4572000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 smtClean="0"/>
              <a:t>transient </a:t>
            </a:r>
            <a:r>
              <a:rPr lang="en-US" dirty="0" smtClean="0"/>
              <a:t>− A new instance of a persistent class, which is not associated with a </a:t>
            </a:r>
            <a:r>
              <a:rPr lang="en-US" i="1" dirty="0" smtClean="0"/>
              <a:t>Session</a:t>
            </a:r>
            <a:r>
              <a:rPr lang="en-US" dirty="0" smtClean="0"/>
              <a:t> and has no representation in the database and no identifier value is considered transient by Hibernate.</a:t>
            </a:r>
          </a:p>
          <a:p>
            <a:r>
              <a:rPr lang="en-US" b="1" dirty="0" smtClean="0"/>
              <a:t>persistent </a:t>
            </a:r>
            <a:r>
              <a:rPr lang="en-US" dirty="0" smtClean="0"/>
              <a:t>− You can make a transient instance persistent by associating it with a </a:t>
            </a:r>
            <a:r>
              <a:rPr lang="en-US" i="1" dirty="0" smtClean="0"/>
              <a:t>Session</a:t>
            </a:r>
            <a:r>
              <a:rPr lang="en-US" dirty="0" smtClean="0"/>
              <a:t>. A persistent instance has a representation in the database, an identifier value and is associated with a Session.</a:t>
            </a:r>
          </a:p>
          <a:p>
            <a:r>
              <a:rPr lang="en-US" b="1" dirty="0" smtClean="0"/>
              <a:t>detached </a:t>
            </a:r>
            <a:r>
              <a:rPr lang="en-US" dirty="0" smtClean="0"/>
              <a:t>− Once we close the Hibernate </a:t>
            </a:r>
            <a:r>
              <a:rPr lang="en-US" i="1" dirty="0" smtClean="0"/>
              <a:t>Session</a:t>
            </a:r>
            <a:r>
              <a:rPr lang="en-US" dirty="0" smtClean="0"/>
              <a:t>, the persistent instance will become a detached instance.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Objects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720840"/>
            <a:ext cx="75438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Transient instances may be made persistent by calling </a:t>
            </a:r>
            <a:r>
              <a:rPr lang="en-US" b="1" dirty="0" smtClean="0"/>
              <a:t>save</a:t>
            </a:r>
            <a:r>
              <a:rPr lang="en-US" dirty="0" smtClean="0"/>
              <a:t>(), </a:t>
            </a:r>
            <a:r>
              <a:rPr lang="en-US" b="1" dirty="0" smtClean="0"/>
              <a:t>persist</a:t>
            </a:r>
            <a:r>
              <a:rPr lang="en-US" dirty="0" smtClean="0"/>
              <a:t>() or </a:t>
            </a:r>
            <a:r>
              <a:rPr lang="en-US" b="1" dirty="0" err="1" smtClean="0"/>
              <a:t>saveOrUpdate</a:t>
            </a:r>
            <a:r>
              <a:rPr lang="en-US" dirty="0" smtClean="0"/>
              <a:t>(). </a:t>
            </a:r>
          </a:p>
          <a:p>
            <a:r>
              <a:rPr lang="en-US" dirty="0" smtClean="0"/>
              <a:t>Persistent instances may be made transient by calling </a:t>
            </a:r>
            <a:r>
              <a:rPr lang="en-US" b="1" dirty="0" smtClean="0"/>
              <a:t>delete</a:t>
            </a:r>
            <a:r>
              <a:rPr lang="en-US" dirty="0" smtClean="0"/>
              <a:t>(). </a:t>
            </a:r>
          </a:p>
          <a:p>
            <a:r>
              <a:rPr lang="en-US" dirty="0" smtClean="0"/>
              <a:t>Any instance returned by a </a:t>
            </a:r>
            <a:r>
              <a:rPr lang="en-US" b="1" dirty="0" smtClean="0"/>
              <a:t>get</a:t>
            </a:r>
            <a:r>
              <a:rPr lang="en-US" dirty="0" smtClean="0"/>
              <a:t>() or </a:t>
            </a:r>
            <a:r>
              <a:rPr lang="en-US" b="1" dirty="0" smtClean="0"/>
              <a:t>load</a:t>
            </a:r>
            <a:r>
              <a:rPr lang="en-US" dirty="0" smtClean="0"/>
              <a:t>() method is persistent. </a:t>
            </a:r>
          </a:p>
          <a:p>
            <a:r>
              <a:rPr lang="en-US" dirty="0" smtClean="0"/>
              <a:t>Detached instances may be made persistent by calling </a:t>
            </a:r>
            <a:r>
              <a:rPr lang="en-US" b="1" dirty="0" smtClean="0"/>
              <a:t>update</a:t>
            </a:r>
            <a:r>
              <a:rPr lang="en-US" dirty="0" smtClean="0"/>
              <a:t>(), </a:t>
            </a:r>
            <a:r>
              <a:rPr lang="en-US" b="1" dirty="0" err="1" smtClean="0"/>
              <a:t>saveOrUpdate</a:t>
            </a:r>
            <a:r>
              <a:rPr lang="en-US" dirty="0" smtClean="0"/>
              <a:t>(), </a:t>
            </a:r>
            <a:r>
              <a:rPr lang="en-US" b="1" dirty="0" smtClean="0"/>
              <a:t>lock</a:t>
            </a:r>
            <a:r>
              <a:rPr lang="en-US" dirty="0" smtClean="0"/>
              <a:t>() or </a:t>
            </a:r>
            <a:r>
              <a:rPr lang="en-US" b="1" dirty="0" smtClean="0"/>
              <a:t>replicate</a:t>
            </a:r>
            <a:r>
              <a:rPr lang="en-US" dirty="0" smtClean="0"/>
              <a:t>(). </a:t>
            </a:r>
          </a:p>
          <a:p>
            <a:r>
              <a:rPr lang="en-US" dirty="0" smtClean="0"/>
              <a:t>The state of a transient or detached instance may also be made persistent as a new persistent instance by calling merge().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4572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Session Methods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1066800"/>
            <a:ext cx="8686800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 Transaction </a:t>
            </a:r>
            <a:r>
              <a:rPr lang="en-US" b="1" dirty="0" err="1" smtClean="0"/>
              <a:t>beginTransaction</a:t>
            </a:r>
            <a:r>
              <a:rPr lang="en-US" dirty="0" smtClean="0"/>
              <a:t>() - Begin a unit of work and return the associated Transaction object.</a:t>
            </a:r>
          </a:p>
          <a:p>
            <a:r>
              <a:rPr lang="en-US" dirty="0" smtClean="0"/>
              <a:t>void </a:t>
            </a:r>
            <a:r>
              <a:rPr lang="en-US" b="1" dirty="0" err="1" smtClean="0"/>
              <a:t>cancelQuery</a:t>
            </a:r>
            <a:r>
              <a:rPr lang="en-US" dirty="0" smtClean="0"/>
              <a:t>() - Cancel the execution of the current query.</a:t>
            </a:r>
          </a:p>
          <a:p>
            <a:r>
              <a:rPr lang="en-US" dirty="0" smtClean="0"/>
              <a:t>Connection</a:t>
            </a:r>
            <a:r>
              <a:rPr lang="en-US" b="1" dirty="0" smtClean="0"/>
              <a:t> </a:t>
            </a:r>
            <a:r>
              <a:rPr lang="en-US" b="1" dirty="0" smtClean="0"/>
              <a:t>close()</a:t>
            </a:r>
            <a:r>
              <a:rPr lang="en-US" dirty="0" smtClean="0"/>
              <a:t> - End the session by releasing the JDBC connection and cleaning up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Query</a:t>
            </a:r>
            <a:r>
              <a:rPr lang="en-US" b="1" dirty="0" smtClean="0"/>
              <a:t> </a:t>
            </a:r>
            <a:r>
              <a:rPr lang="en-US" b="1" dirty="0" err="1" smtClean="0"/>
              <a:t>createQuery</a:t>
            </a:r>
            <a:r>
              <a:rPr lang="en-US" b="1" dirty="0" smtClean="0"/>
              <a:t>(String </a:t>
            </a:r>
            <a:r>
              <a:rPr lang="en-US" b="1" dirty="0" err="1" smtClean="0"/>
              <a:t>queryString</a:t>
            </a:r>
            <a:r>
              <a:rPr lang="en-US" b="1" dirty="0" smtClean="0"/>
              <a:t>)</a:t>
            </a:r>
            <a:r>
              <a:rPr lang="en-US" dirty="0" smtClean="0"/>
              <a:t> - Create a new instance of Query for the given HQL query string.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SQLQuery</a:t>
            </a:r>
            <a:r>
              <a:rPr lang="en-US" b="1" dirty="0" smtClean="0"/>
              <a:t> </a:t>
            </a:r>
            <a:r>
              <a:rPr lang="en-US" b="1" dirty="0" err="1" smtClean="0"/>
              <a:t>createSQLQuery</a:t>
            </a:r>
            <a:r>
              <a:rPr lang="en-US" b="1" dirty="0" smtClean="0"/>
              <a:t>(String </a:t>
            </a:r>
            <a:r>
              <a:rPr lang="en-US" b="1" dirty="0" err="1" smtClean="0"/>
              <a:t>queryString</a:t>
            </a:r>
            <a:r>
              <a:rPr lang="en-US" b="1" dirty="0" smtClean="0"/>
              <a:t>) </a:t>
            </a:r>
            <a:r>
              <a:rPr lang="en-US" dirty="0" smtClean="0"/>
              <a:t>- Create a new instance of </a:t>
            </a:r>
            <a:r>
              <a:rPr lang="en-US" dirty="0" err="1" smtClean="0"/>
              <a:t>SQLQuery</a:t>
            </a:r>
            <a:r>
              <a:rPr lang="en-US" dirty="0" smtClean="0"/>
              <a:t> for the given SQL query string.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void </a:t>
            </a:r>
            <a:r>
              <a:rPr lang="en-US" b="1" dirty="0" smtClean="0"/>
              <a:t>delete(Object </a:t>
            </a:r>
            <a:r>
              <a:rPr lang="en-US" b="1" dirty="0" err="1" smtClean="0"/>
              <a:t>object</a:t>
            </a:r>
            <a:r>
              <a:rPr lang="en-US" b="1" dirty="0" smtClean="0"/>
              <a:t>) </a:t>
            </a:r>
            <a:r>
              <a:rPr lang="en-US" dirty="0" smtClean="0"/>
              <a:t>- Remove a persistent instance from the </a:t>
            </a:r>
            <a:r>
              <a:rPr lang="en-US" dirty="0" err="1" smtClean="0"/>
              <a:t>datastore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Session </a:t>
            </a:r>
            <a:r>
              <a:rPr lang="en-US" dirty="0" smtClean="0"/>
              <a:t>get(String </a:t>
            </a:r>
            <a:r>
              <a:rPr lang="en-US" dirty="0" err="1" smtClean="0"/>
              <a:t>entityName</a:t>
            </a:r>
            <a:r>
              <a:rPr lang="en-US" dirty="0" smtClean="0"/>
              <a:t>, </a:t>
            </a:r>
            <a:r>
              <a:rPr lang="en-US" dirty="0" err="1" smtClean="0"/>
              <a:t>Serializable</a:t>
            </a:r>
            <a:r>
              <a:rPr lang="en-US" dirty="0" smtClean="0"/>
              <a:t> id) - Return the persistent instance of the given named entity with the given identifier, or null if there is no such persistent instance.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1618</TotalTime>
  <Words>240</Words>
  <Application>Microsoft Office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102</cp:revision>
  <dcterms:created xsi:type="dcterms:W3CDTF">2006-08-16T00:00:00Z</dcterms:created>
  <dcterms:modified xsi:type="dcterms:W3CDTF">2019-07-15T15:00:27Z</dcterms:modified>
</cp:coreProperties>
</file>