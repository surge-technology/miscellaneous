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56" r:id="rId3"/>
    <p:sldId id="283" r:id="rId4"/>
    <p:sldId id="284" r:id="rId5"/>
    <p:sldId id="285" r:id="rId6"/>
    <p:sldId id="286" r:id="rId7"/>
    <p:sldId id="287" r:id="rId8"/>
    <p:sldId id="28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5" autoAdjust="0"/>
    <p:restoredTop sz="94660"/>
  </p:normalViewPr>
  <p:slideViewPr>
    <p:cSldViewPr>
      <p:cViewPr varScale="1">
        <p:scale>
          <a:sx n="87" d="100"/>
          <a:sy n="87" d="100"/>
        </p:scale>
        <p:origin x="-157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513" y="2505075"/>
            <a:ext cx="2466975" cy="18478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73208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Hibernate </a:t>
            </a:r>
            <a:r>
              <a:rPr lang="en-US" dirty="0" smtClean="0"/>
              <a:t>Query Language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33600"/>
            <a:ext cx="8053880" cy="215265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74280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Hibernate Query </a:t>
            </a:r>
            <a:r>
              <a:rPr lang="en-US" dirty="0" smtClean="0"/>
              <a:t>Language - SELECT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239000" cy="452431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public class App 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public static void main( String[] </a:t>
            </a:r>
            <a:r>
              <a:rPr lang="en-US" sz="1600" dirty="0" err="1"/>
              <a:t>args</a:t>
            </a:r>
            <a:r>
              <a:rPr lang="en-US" sz="1600" dirty="0"/>
              <a:t> )</a:t>
            </a:r>
          </a:p>
          <a:p>
            <a:r>
              <a:rPr lang="en-US" sz="1600" dirty="0"/>
              <a:t>    {</a:t>
            </a:r>
          </a:p>
          <a:p>
            <a:r>
              <a:rPr lang="en-US" sz="1600" dirty="0"/>
              <a:t>        Session </a:t>
            </a:r>
            <a:r>
              <a:rPr lang="en-US" sz="1600" dirty="0" err="1"/>
              <a:t>session</a:t>
            </a:r>
            <a:r>
              <a:rPr lang="en-US" sz="1600" dirty="0"/>
              <a:t> = </a:t>
            </a:r>
            <a:r>
              <a:rPr lang="en-US" sz="1600" dirty="0" err="1"/>
              <a:t>HibernateUtil.getSessionFactory</a:t>
            </a:r>
            <a:r>
              <a:rPr lang="en-US" sz="1600" dirty="0"/>
              <a:t>().</a:t>
            </a:r>
            <a:r>
              <a:rPr lang="en-US" sz="1600" dirty="0" err="1"/>
              <a:t>openSession</a:t>
            </a:r>
            <a:r>
              <a:rPr lang="en-US" sz="1600" dirty="0"/>
              <a:t>();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    Query </a:t>
            </a:r>
            <a:r>
              <a:rPr lang="en-US" sz="1600" dirty="0" err="1"/>
              <a:t>query</a:t>
            </a:r>
            <a:r>
              <a:rPr lang="en-US" sz="1600" dirty="0"/>
              <a:t> = </a:t>
            </a:r>
            <a:r>
              <a:rPr lang="en-US" sz="1600" dirty="0" err="1"/>
              <a:t>session.createQuery</a:t>
            </a:r>
            <a:r>
              <a:rPr lang="en-US" sz="1600" dirty="0"/>
              <a:t>("from Student where </a:t>
            </a:r>
            <a:r>
              <a:rPr lang="en-US" sz="1600" dirty="0" err="1"/>
              <a:t>studentId</a:t>
            </a:r>
            <a:r>
              <a:rPr lang="en-US" sz="1600" dirty="0"/>
              <a:t> = :id ");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query.setParameter</a:t>
            </a:r>
            <a:r>
              <a:rPr lang="en-US" sz="1600" dirty="0"/>
              <a:t>("id", 5);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    // You can replace the above to commands with this one</a:t>
            </a:r>
          </a:p>
          <a:p>
            <a:r>
              <a:rPr lang="en-US" sz="1600" dirty="0"/>
              <a:t>        // Query </a:t>
            </a:r>
            <a:r>
              <a:rPr lang="en-US" sz="1600" dirty="0" err="1"/>
              <a:t>query</a:t>
            </a:r>
            <a:r>
              <a:rPr lang="en-US" sz="1600" dirty="0"/>
              <a:t> = </a:t>
            </a:r>
            <a:r>
              <a:rPr lang="en-US" sz="1600" dirty="0" err="1"/>
              <a:t>session.createQuery</a:t>
            </a:r>
            <a:r>
              <a:rPr lang="en-US" sz="1600" dirty="0"/>
              <a:t>("from Student where </a:t>
            </a:r>
            <a:r>
              <a:rPr lang="en-US" sz="1600" dirty="0" err="1"/>
              <a:t>studentId</a:t>
            </a:r>
            <a:r>
              <a:rPr lang="en-US" sz="1600" dirty="0"/>
              <a:t> = 1 ");</a:t>
            </a:r>
          </a:p>
          <a:p>
            <a:r>
              <a:rPr lang="en-US" sz="1600" dirty="0"/>
              <a:t>        List&lt;?&gt; list = </a:t>
            </a:r>
            <a:r>
              <a:rPr lang="en-US" sz="1600" dirty="0" err="1"/>
              <a:t>query.list</a:t>
            </a:r>
            <a:r>
              <a:rPr lang="en-US" sz="1600" dirty="0"/>
              <a:t>();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    Student </a:t>
            </a:r>
            <a:r>
              <a:rPr lang="en-US" sz="1600" dirty="0" err="1"/>
              <a:t>student</a:t>
            </a:r>
            <a:r>
              <a:rPr lang="en-US" sz="1600" dirty="0"/>
              <a:t> = (Student)</a:t>
            </a:r>
            <a:r>
              <a:rPr lang="en-US" sz="1600" dirty="0" err="1"/>
              <a:t>list.get</a:t>
            </a:r>
            <a:r>
              <a:rPr lang="en-US" sz="1600" dirty="0"/>
              <a:t>(0);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(student);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942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Hibernate Query </a:t>
            </a:r>
            <a:r>
              <a:rPr lang="en-US" dirty="0" smtClean="0"/>
              <a:t>Language - Update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239000" cy="477053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public class App {</a:t>
            </a:r>
          </a:p>
          <a:p>
            <a:r>
              <a:rPr lang="en-US" sz="1600" dirty="0"/>
              <a:t>    public static void main(String[] </a:t>
            </a:r>
            <a:r>
              <a:rPr lang="en-US" sz="1600" dirty="0" err="1"/>
              <a:t>args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Session </a:t>
            </a:r>
            <a:r>
              <a:rPr lang="en-US" sz="1600" dirty="0" err="1"/>
              <a:t>session</a:t>
            </a:r>
            <a:r>
              <a:rPr lang="en-US" sz="1600" dirty="0"/>
              <a:t> = </a:t>
            </a:r>
            <a:r>
              <a:rPr lang="en-US" sz="1600" dirty="0" err="1"/>
              <a:t>HibernateUtil.getSessionFactory</a:t>
            </a:r>
            <a:r>
              <a:rPr lang="en-US" sz="1600" dirty="0"/>
              <a:t>().</a:t>
            </a:r>
            <a:r>
              <a:rPr lang="en-US" sz="1600" dirty="0" err="1"/>
              <a:t>openSession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session.getTransaction</a:t>
            </a:r>
            <a:r>
              <a:rPr lang="en-US" sz="1600" dirty="0"/>
              <a:t>().begin();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    Query </a:t>
            </a:r>
            <a:r>
              <a:rPr lang="en-US" sz="1600" dirty="0" err="1"/>
              <a:t>query</a:t>
            </a:r>
            <a:r>
              <a:rPr lang="en-US" sz="1600" dirty="0"/>
              <a:t> = </a:t>
            </a:r>
            <a:r>
              <a:rPr lang="en-US" sz="1600" dirty="0" err="1"/>
              <a:t>session.createQuery</a:t>
            </a:r>
            <a:r>
              <a:rPr lang="en-US" sz="1600" dirty="0"/>
              <a:t>("update Student set </a:t>
            </a:r>
            <a:r>
              <a:rPr lang="en-US" sz="1600" dirty="0" err="1"/>
              <a:t>studentName</a:t>
            </a:r>
            <a:r>
              <a:rPr lang="en-US" sz="1600" dirty="0"/>
              <a:t> = :</a:t>
            </a:r>
            <a:r>
              <a:rPr lang="en-US" sz="1600" dirty="0" err="1"/>
              <a:t>studentName</a:t>
            </a:r>
            <a:r>
              <a:rPr lang="en-US" sz="1600" dirty="0"/>
              <a:t>" + " where </a:t>
            </a:r>
            <a:r>
              <a:rPr lang="en-US" sz="1600" dirty="0" err="1"/>
              <a:t>studentId</a:t>
            </a:r>
            <a:r>
              <a:rPr lang="en-US" sz="1600" dirty="0"/>
              <a:t> = :</a:t>
            </a:r>
            <a:r>
              <a:rPr lang="en-US" sz="1600" dirty="0" err="1"/>
              <a:t>studentId</a:t>
            </a:r>
            <a:r>
              <a:rPr lang="en-US" sz="1600" dirty="0"/>
              <a:t>");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query.setParameter</a:t>
            </a:r>
            <a:r>
              <a:rPr lang="en-US" sz="1600" dirty="0"/>
              <a:t>("</a:t>
            </a:r>
            <a:r>
              <a:rPr lang="en-US" sz="1600" dirty="0" err="1"/>
              <a:t>studentName</a:t>
            </a:r>
            <a:r>
              <a:rPr lang="en-US" sz="1600" dirty="0"/>
              <a:t>", "Jack");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query.setParameter</a:t>
            </a:r>
            <a:r>
              <a:rPr lang="en-US" sz="1600" dirty="0"/>
              <a:t>("</a:t>
            </a:r>
            <a:r>
              <a:rPr lang="en-US" sz="1600" dirty="0" err="1"/>
              <a:t>studentId</a:t>
            </a:r>
            <a:r>
              <a:rPr lang="en-US" sz="1600" dirty="0"/>
              <a:t>", 1);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            // You can replace the above to commands with this one</a:t>
            </a:r>
          </a:p>
          <a:p>
            <a:r>
              <a:rPr lang="en-US" sz="1600" dirty="0"/>
              <a:t>                //Query </a:t>
            </a:r>
            <a:r>
              <a:rPr lang="en-US" sz="1600" dirty="0" err="1"/>
              <a:t>query</a:t>
            </a:r>
            <a:r>
              <a:rPr lang="en-US" sz="1600" dirty="0"/>
              <a:t> = </a:t>
            </a:r>
            <a:r>
              <a:rPr lang="en-US" sz="1600" dirty="0" err="1"/>
              <a:t>session.createQuery</a:t>
            </a:r>
            <a:r>
              <a:rPr lang="en-US" sz="1600" dirty="0"/>
              <a:t>("update Student set </a:t>
            </a:r>
            <a:r>
              <a:rPr lang="en-US" sz="1600" dirty="0" err="1"/>
              <a:t>studentName</a:t>
            </a:r>
            <a:r>
              <a:rPr lang="en-US" sz="1600" dirty="0"/>
              <a:t> ='Jack' where </a:t>
            </a:r>
            <a:r>
              <a:rPr lang="en-US" sz="1600" dirty="0" err="1"/>
              <a:t>studentId</a:t>
            </a:r>
            <a:r>
              <a:rPr lang="en-US" sz="1600" dirty="0"/>
              <a:t> = 1");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int</a:t>
            </a:r>
            <a:r>
              <a:rPr lang="en-US" sz="1600" dirty="0"/>
              <a:t> result = </a:t>
            </a:r>
            <a:r>
              <a:rPr lang="en-US" sz="1600" dirty="0" err="1"/>
              <a:t>query.executeUpdate</a:t>
            </a:r>
            <a:r>
              <a:rPr lang="en-US" sz="1600" dirty="0"/>
              <a:t>();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session.getTransaction</a:t>
            </a:r>
            <a:r>
              <a:rPr lang="en-US" sz="1600" dirty="0"/>
              <a:t>().commit();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105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Hibernate Query </a:t>
            </a:r>
            <a:r>
              <a:rPr lang="en-US" dirty="0" smtClean="0"/>
              <a:t>Language - Delete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239000" cy="35394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public class App {</a:t>
            </a:r>
          </a:p>
          <a:p>
            <a:r>
              <a:rPr lang="en-US" sz="1600" dirty="0"/>
              <a:t>    public static void main(String[] </a:t>
            </a:r>
            <a:r>
              <a:rPr lang="en-US" sz="1600" dirty="0" err="1"/>
              <a:t>args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Session </a:t>
            </a:r>
            <a:r>
              <a:rPr lang="en-US" sz="1600" dirty="0" err="1"/>
              <a:t>session</a:t>
            </a:r>
            <a:r>
              <a:rPr lang="en-US" sz="1600" dirty="0"/>
              <a:t> = </a:t>
            </a:r>
            <a:r>
              <a:rPr lang="en-US" sz="1600" dirty="0" err="1"/>
              <a:t>HibernateUtil.getSessionFactory</a:t>
            </a:r>
            <a:r>
              <a:rPr lang="en-US" sz="1600" dirty="0"/>
              <a:t>().</a:t>
            </a:r>
            <a:r>
              <a:rPr lang="en-US" sz="1600" dirty="0" err="1"/>
              <a:t>openSession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session.getTransaction</a:t>
            </a:r>
            <a:r>
              <a:rPr lang="en-US" sz="1600" dirty="0"/>
              <a:t>().begin();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    Query </a:t>
            </a:r>
            <a:r>
              <a:rPr lang="en-US" sz="1600" dirty="0" err="1"/>
              <a:t>query</a:t>
            </a:r>
            <a:r>
              <a:rPr lang="en-US" sz="1600" dirty="0"/>
              <a:t> = </a:t>
            </a:r>
            <a:r>
              <a:rPr lang="en-US" sz="1600" dirty="0" err="1"/>
              <a:t>session.createQuery</a:t>
            </a:r>
            <a:r>
              <a:rPr lang="en-US" sz="1600" dirty="0"/>
              <a:t>("delete Student where </a:t>
            </a:r>
            <a:r>
              <a:rPr lang="en-US" sz="1600" dirty="0" err="1"/>
              <a:t>studentId</a:t>
            </a:r>
            <a:r>
              <a:rPr lang="en-US" sz="1600" dirty="0"/>
              <a:t> = :</a:t>
            </a:r>
            <a:r>
              <a:rPr lang="en-US" sz="1600" dirty="0" err="1"/>
              <a:t>studentId</a:t>
            </a:r>
            <a:r>
              <a:rPr lang="en-US" sz="1600" dirty="0"/>
              <a:t>");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query.setParameter</a:t>
            </a:r>
            <a:r>
              <a:rPr lang="en-US" sz="1600" dirty="0"/>
              <a:t>("</a:t>
            </a:r>
            <a:r>
              <a:rPr lang="en-US" sz="1600" dirty="0" err="1"/>
              <a:t>studentId</a:t>
            </a:r>
            <a:r>
              <a:rPr lang="en-US" sz="1600" dirty="0"/>
              <a:t>", 1);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int</a:t>
            </a:r>
            <a:r>
              <a:rPr lang="en-US" sz="1600" dirty="0"/>
              <a:t> result = </a:t>
            </a:r>
            <a:r>
              <a:rPr lang="en-US" sz="1600" dirty="0" err="1"/>
              <a:t>query.executeUpdate</a:t>
            </a:r>
            <a:r>
              <a:rPr lang="en-US" sz="1600" dirty="0"/>
              <a:t>();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session.getTransaction</a:t>
            </a:r>
            <a:r>
              <a:rPr lang="en-US" sz="1600" dirty="0"/>
              <a:t>().commit();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0325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Hibernate Query </a:t>
            </a:r>
            <a:r>
              <a:rPr lang="en-US" dirty="0" smtClean="0"/>
              <a:t>Language - Insert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239000" cy="35394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public class App {</a:t>
            </a:r>
          </a:p>
          <a:p>
            <a:r>
              <a:rPr lang="en-US" sz="1600" dirty="0"/>
              <a:t>    public static void main(String[] </a:t>
            </a:r>
            <a:r>
              <a:rPr lang="en-US" sz="1600" dirty="0" err="1"/>
              <a:t>args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Session </a:t>
            </a:r>
            <a:r>
              <a:rPr lang="en-US" sz="1600" dirty="0" err="1"/>
              <a:t>session</a:t>
            </a:r>
            <a:r>
              <a:rPr lang="en-US" sz="1600" dirty="0"/>
              <a:t> = </a:t>
            </a:r>
            <a:r>
              <a:rPr lang="en-US" sz="1600" dirty="0" err="1"/>
              <a:t>HibernateUtil.getSessionFactory</a:t>
            </a:r>
            <a:r>
              <a:rPr lang="en-US" sz="1600" dirty="0"/>
              <a:t>().</a:t>
            </a:r>
            <a:r>
              <a:rPr lang="en-US" sz="1600" dirty="0" err="1"/>
              <a:t>openSession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session.getTransaction</a:t>
            </a:r>
            <a:r>
              <a:rPr lang="en-US" sz="1600" dirty="0"/>
              <a:t>().begin();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    Query </a:t>
            </a:r>
            <a:r>
              <a:rPr lang="en-US" sz="1600" dirty="0" err="1"/>
              <a:t>query</a:t>
            </a:r>
            <a:r>
              <a:rPr lang="en-US" sz="1600" dirty="0"/>
              <a:t> = </a:t>
            </a:r>
            <a:r>
              <a:rPr lang="en-US" sz="1600" dirty="0" err="1"/>
              <a:t>session.createQuery</a:t>
            </a:r>
            <a:r>
              <a:rPr lang="en-US" sz="1600" dirty="0"/>
              <a:t>("insert into Student(</a:t>
            </a:r>
            <a:r>
              <a:rPr lang="en-US" sz="1600" dirty="0" err="1"/>
              <a:t>studentName</a:t>
            </a:r>
            <a:r>
              <a:rPr lang="en-US" sz="1600" dirty="0"/>
              <a:t>, </a:t>
            </a:r>
            <a:r>
              <a:rPr lang="en-US" sz="1600" dirty="0" err="1"/>
              <a:t>studentAge</a:t>
            </a:r>
            <a:r>
              <a:rPr lang="en-US" sz="1600" dirty="0"/>
              <a:t>,)" + " select </a:t>
            </a:r>
            <a:r>
              <a:rPr lang="en-US" sz="1600" dirty="0" err="1"/>
              <a:t>studentName</a:t>
            </a:r>
            <a:r>
              <a:rPr lang="en-US" sz="1600" dirty="0"/>
              <a:t>, </a:t>
            </a:r>
            <a:r>
              <a:rPr lang="en-US" sz="1600" dirty="0" err="1"/>
              <a:t>studentAge</a:t>
            </a:r>
            <a:r>
              <a:rPr lang="en-US" sz="1600" dirty="0"/>
              <a:t> from </a:t>
            </a:r>
            <a:r>
              <a:rPr lang="en-US" sz="1600" dirty="0" err="1"/>
              <a:t>old_student</a:t>
            </a:r>
            <a:r>
              <a:rPr lang="en-US" sz="1600" dirty="0"/>
              <a:t>");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int</a:t>
            </a:r>
            <a:r>
              <a:rPr lang="en-US" sz="1600" dirty="0"/>
              <a:t> result = </a:t>
            </a:r>
            <a:r>
              <a:rPr lang="en-US" sz="1600" dirty="0" err="1"/>
              <a:t>query.executeUpdate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("Rows affected: " + result);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session.getTransaction</a:t>
            </a:r>
            <a:r>
              <a:rPr lang="en-US" sz="1600" dirty="0"/>
              <a:t>().commit();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842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HQL – Named Parameters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239000" cy="280076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Query </a:t>
            </a:r>
            <a:r>
              <a:rPr lang="en-US" sz="1600" dirty="0" err="1"/>
              <a:t>query</a:t>
            </a:r>
            <a:r>
              <a:rPr lang="en-US" sz="1600" dirty="0"/>
              <a:t> = </a:t>
            </a:r>
            <a:r>
              <a:rPr lang="en-US" sz="1600" dirty="0" err="1"/>
              <a:t>session.createQuery</a:t>
            </a:r>
            <a:r>
              <a:rPr lang="en-US" sz="1600" dirty="0"/>
              <a:t>("from Student where </a:t>
            </a:r>
            <a:r>
              <a:rPr lang="en-US" sz="1600" dirty="0" err="1"/>
              <a:t>studentId</a:t>
            </a:r>
            <a:r>
              <a:rPr lang="en-US" sz="1600" dirty="0"/>
              <a:t> = :id ");</a:t>
            </a:r>
          </a:p>
          <a:p>
            <a:r>
              <a:rPr lang="en-US" sz="1600" b="1" dirty="0" err="1"/>
              <a:t>query.setParameter</a:t>
            </a:r>
            <a:r>
              <a:rPr lang="en-US" sz="1600" b="1" dirty="0"/>
              <a:t>("id", 5);</a:t>
            </a:r>
          </a:p>
          <a:p>
            <a:endParaRPr lang="en-US" sz="1600" dirty="0"/>
          </a:p>
          <a:p>
            <a:r>
              <a:rPr lang="en-US" sz="1600" dirty="0"/>
              <a:t>Query </a:t>
            </a:r>
            <a:r>
              <a:rPr lang="en-US" sz="1600" dirty="0" err="1"/>
              <a:t>query</a:t>
            </a:r>
            <a:r>
              <a:rPr lang="en-US" sz="1600" dirty="0"/>
              <a:t> = </a:t>
            </a:r>
            <a:r>
              <a:rPr lang="en-US" sz="1600" dirty="0" err="1"/>
              <a:t>session.createQuery</a:t>
            </a:r>
            <a:r>
              <a:rPr lang="en-US" sz="1600" dirty="0"/>
              <a:t>("from Student where </a:t>
            </a:r>
            <a:r>
              <a:rPr lang="en-US" sz="1600" dirty="0" err="1"/>
              <a:t>studentId</a:t>
            </a:r>
            <a:r>
              <a:rPr lang="en-US" sz="1600" dirty="0"/>
              <a:t> = :id ");</a:t>
            </a:r>
          </a:p>
          <a:p>
            <a:r>
              <a:rPr lang="en-US" sz="1600" b="1" dirty="0" err="1"/>
              <a:t>query.setInteger</a:t>
            </a:r>
            <a:r>
              <a:rPr lang="en-US" sz="1600" b="1" dirty="0"/>
              <a:t>("id", 5);</a:t>
            </a:r>
          </a:p>
          <a:p>
            <a:endParaRPr lang="en-US" sz="1600" dirty="0"/>
          </a:p>
          <a:p>
            <a:r>
              <a:rPr lang="en-US" sz="1600" dirty="0"/>
              <a:t>Student </a:t>
            </a:r>
            <a:r>
              <a:rPr lang="en-US" sz="1600" dirty="0" err="1"/>
              <a:t>student</a:t>
            </a:r>
            <a:r>
              <a:rPr lang="en-US" sz="1600" dirty="0"/>
              <a:t> = new Student("Nikos","12");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Query </a:t>
            </a:r>
            <a:r>
              <a:rPr lang="en-US" sz="1600" dirty="0" err="1"/>
              <a:t>query</a:t>
            </a:r>
            <a:r>
              <a:rPr lang="en-US" sz="1600" dirty="0"/>
              <a:t> = </a:t>
            </a:r>
            <a:r>
              <a:rPr lang="en-US" sz="1600" dirty="0" err="1"/>
              <a:t>session.createQuery</a:t>
            </a:r>
            <a:r>
              <a:rPr lang="en-US" sz="1600" dirty="0"/>
              <a:t>("from Student where </a:t>
            </a:r>
            <a:r>
              <a:rPr lang="en-US" sz="1600" dirty="0" err="1"/>
              <a:t>studentName</a:t>
            </a:r>
            <a:r>
              <a:rPr lang="en-US" sz="1600" dirty="0"/>
              <a:t> = :</a:t>
            </a:r>
            <a:r>
              <a:rPr lang="en-US" sz="1600" dirty="0" err="1"/>
              <a:t>studentName</a:t>
            </a:r>
            <a:r>
              <a:rPr lang="en-US" sz="1600" dirty="0"/>
              <a:t> ");</a:t>
            </a:r>
          </a:p>
          <a:p>
            <a:r>
              <a:rPr lang="en-US" sz="1600" b="1" dirty="0" err="1"/>
              <a:t>query.setProperties</a:t>
            </a:r>
            <a:r>
              <a:rPr lang="en-US" sz="1600" b="1" dirty="0"/>
              <a:t>(student);</a:t>
            </a:r>
          </a:p>
        </p:txBody>
      </p:sp>
    </p:spTree>
    <p:extLst>
      <p:ext uri="{BB962C8B-B14F-4D97-AF65-F5344CB8AC3E}">
        <p14:creationId xmlns:p14="http://schemas.microsoft.com/office/powerpoint/2010/main" val="300785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HQL – Positional Parameters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239000" cy="8309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Query </a:t>
            </a:r>
            <a:r>
              <a:rPr lang="en-US" sz="1600" dirty="0" err="1"/>
              <a:t>query</a:t>
            </a:r>
            <a:r>
              <a:rPr lang="en-US" sz="1600" dirty="0"/>
              <a:t> = </a:t>
            </a:r>
            <a:r>
              <a:rPr lang="en-US" sz="1600" dirty="0" err="1"/>
              <a:t>session.createQuery</a:t>
            </a:r>
            <a:r>
              <a:rPr lang="en-US" sz="1600" dirty="0"/>
              <a:t>("from Student where </a:t>
            </a:r>
            <a:r>
              <a:rPr lang="en-US" sz="1600" dirty="0" err="1"/>
              <a:t>studentId</a:t>
            </a:r>
            <a:r>
              <a:rPr lang="en-US" sz="1600" dirty="0"/>
              <a:t> = ? and </a:t>
            </a:r>
            <a:r>
              <a:rPr lang="en-US" sz="1600" dirty="0" err="1"/>
              <a:t>studentName</a:t>
            </a:r>
            <a:r>
              <a:rPr lang="en-US" sz="1600" dirty="0"/>
              <a:t>=?");</a:t>
            </a:r>
          </a:p>
          <a:p>
            <a:r>
              <a:rPr lang="en-US" sz="1600" b="1" dirty="0" err="1"/>
              <a:t>query.setInteger</a:t>
            </a:r>
            <a:r>
              <a:rPr lang="en-US" sz="1600" b="1" dirty="0"/>
              <a:t>(0, 1).</a:t>
            </a:r>
            <a:r>
              <a:rPr lang="en-US" sz="1600" b="1" dirty="0" err="1"/>
              <a:t>setString</a:t>
            </a:r>
            <a:r>
              <a:rPr lang="en-US" sz="1600" b="1" dirty="0"/>
              <a:t>(1, "Jack");</a:t>
            </a:r>
          </a:p>
        </p:txBody>
      </p:sp>
    </p:spTree>
    <p:extLst>
      <p:ext uri="{BB962C8B-B14F-4D97-AF65-F5344CB8AC3E}">
        <p14:creationId xmlns:p14="http://schemas.microsoft.com/office/powerpoint/2010/main" val="148996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1600</TotalTime>
  <Words>463</Words>
  <Application>Microsoft Office PowerPoint</Application>
  <PresentationFormat>On-screen Show (4:3)</PresentationFormat>
  <Paragraphs>80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Intellion 2</cp:lastModifiedBy>
  <cp:revision>78</cp:revision>
  <dcterms:created xsi:type="dcterms:W3CDTF">2006-08-16T00:00:00Z</dcterms:created>
  <dcterms:modified xsi:type="dcterms:W3CDTF">2019-07-10T06:57:20Z</dcterms:modified>
</cp:coreProperties>
</file>