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8" r:id="rId2"/>
    <p:sldId id="286" r:id="rId3"/>
    <p:sldId id="285" r:id="rId4"/>
    <p:sldId id="284" r:id="rId5"/>
    <p:sldId id="269" r:id="rId6"/>
    <p:sldId id="287"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25" autoAdjust="0"/>
    <p:restoredTop sz="94660"/>
  </p:normalViewPr>
  <p:slideViewPr>
    <p:cSldViewPr>
      <p:cViewPr>
        <p:scale>
          <a:sx n="100" d="100"/>
          <a:sy n="100" d="100"/>
        </p:scale>
        <p:origin x="-1212"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20053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5957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7777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569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5/22/2019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7896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3008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57768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2584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5201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2495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995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5/22/2019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618247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Image result for java constru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2590800"/>
            <a:ext cx="4175570" cy="2209800"/>
          </a:xfrm>
          <a:prstGeom prst="rect">
            <a:avLst/>
          </a:prstGeom>
        </p:spPr>
        <p:style>
          <a:lnRef idx="2">
            <a:schemeClr val="accent5"/>
          </a:lnRef>
          <a:fillRef idx="1">
            <a:schemeClr val="lt1"/>
          </a:fillRef>
          <a:effectRef idx="0">
            <a:schemeClr val="accent5"/>
          </a:effectRef>
          <a:fontRef idx="minor">
            <a:schemeClr val="dk1"/>
          </a:fontRef>
        </p:style>
      </p:pic>
    </p:spTree>
    <p:extLst>
      <p:ext uri="{BB962C8B-B14F-4D97-AF65-F5344CB8AC3E}">
        <p14:creationId xmlns:p14="http://schemas.microsoft.com/office/powerpoint/2010/main" val="37320897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Image result for java construc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0" y="3581400"/>
            <a:ext cx="2095500" cy="2181226"/>
          </a:xfrm>
          <a:prstGeom prst="rect">
            <a:avLst/>
          </a:prstGeom>
        </p:spPr>
        <p:style>
          <a:lnRef idx="2">
            <a:schemeClr val="accent5"/>
          </a:lnRef>
          <a:fillRef idx="1">
            <a:schemeClr val="lt1"/>
          </a:fillRef>
          <a:effectRef idx="0">
            <a:schemeClr val="accent5"/>
          </a:effectRef>
          <a:fontRef idx="minor">
            <a:schemeClr val="dk1"/>
          </a:fontRef>
        </p:style>
      </p:pic>
      <p:sp>
        <p:nvSpPr>
          <p:cNvPr id="3" name="Rectangle 2"/>
          <p:cNvSpPr/>
          <p:nvPr/>
        </p:nvSpPr>
        <p:spPr>
          <a:xfrm>
            <a:off x="533400" y="685800"/>
            <a:ext cx="5562600" cy="20313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b="1" dirty="0"/>
              <a:t>What is Constructor in Java?</a:t>
            </a:r>
          </a:p>
          <a:p>
            <a:r>
              <a:rPr lang="en-US" dirty="0"/>
              <a:t>A </a:t>
            </a:r>
            <a:r>
              <a:rPr lang="en-US" b="1" dirty="0"/>
              <a:t>constructor </a:t>
            </a:r>
            <a:r>
              <a:rPr lang="en-US" dirty="0"/>
              <a:t>is a special method that is used to initialize a newly created object and is called just after the memory is allocated for the object. It can be used to initialize the objects to desired values or default values at the time of object creation. It is not mandatory for the coder to write a constructor for a class. </a:t>
            </a:r>
          </a:p>
        </p:txBody>
      </p:sp>
    </p:spTree>
    <p:extLst>
      <p:ext uri="{BB962C8B-B14F-4D97-AF65-F5344CB8AC3E}">
        <p14:creationId xmlns:p14="http://schemas.microsoft.com/office/powerpoint/2010/main" val="157153542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905000" y="2286000"/>
            <a:ext cx="5410200" cy="224676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2800" b="1" dirty="0"/>
              <a:t>Rules for creating a Java Constructor</a:t>
            </a:r>
          </a:p>
          <a:p>
            <a:pPr marL="285750" indent="-285750">
              <a:buFont typeface="Arial" panose="020B0604020202020204" pitchFamily="34" charset="0"/>
              <a:buChar char="•"/>
            </a:pPr>
            <a:r>
              <a:rPr lang="en-US" sz="2800" dirty="0"/>
              <a:t>It has the </a:t>
            </a:r>
            <a:r>
              <a:rPr lang="en-US" sz="2800" b="1" dirty="0"/>
              <a:t>same name</a:t>
            </a:r>
            <a:r>
              <a:rPr lang="en-US" sz="2800" dirty="0"/>
              <a:t> as the class</a:t>
            </a:r>
          </a:p>
          <a:p>
            <a:pPr marL="285750" indent="-285750">
              <a:buFont typeface="Arial" panose="020B0604020202020204" pitchFamily="34" charset="0"/>
              <a:buChar char="•"/>
            </a:pPr>
            <a:r>
              <a:rPr lang="en-US" sz="2800" dirty="0"/>
              <a:t>It should not return a value not even </a:t>
            </a:r>
            <a:r>
              <a:rPr lang="en-US" sz="2800" b="1" i="1" dirty="0"/>
              <a:t>void</a:t>
            </a:r>
            <a:endParaRPr lang="en-US" sz="2800" dirty="0"/>
          </a:p>
        </p:txBody>
      </p:sp>
    </p:spTree>
    <p:extLst>
      <p:ext uri="{BB962C8B-B14F-4D97-AF65-F5344CB8AC3E}">
        <p14:creationId xmlns:p14="http://schemas.microsoft.com/office/powerpoint/2010/main" val="23088717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406759" y="2660630"/>
            <a:ext cx="2895600" cy="3016210"/>
          </a:xfrm>
          <a:prstGeom prst="rect">
            <a:avLst/>
          </a:prstGeom>
          <a:ln/>
        </p:spPr>
        <p:style>
          <a:lnRef idx="2">
            <a:schemeClr val="accent5"/>
          </a:lnRef>
          <a:fillRef idx="1">
            <a:schemeClr val="lt1"/>
          </a:fillRef>
          <a:effectRef idx="0">
            <a:schemeClr val="accent5"/>
          </a:effectRef>
          <a:fontRef idx="minor">
            <a:schemeClr val="dk1"/>
          </a:fontRef>
        </p:style>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altLang="en-US" sz="1000" dirty="0">
                <a:latin typeface="Arial Unicode MS" pitchFamily="34" charset="-128"/>
                <a:cs typeface="Arial" pitchFamily="34" charset="0"/>
              </a:rPr>
              <a:t>class Demo{</a:t>
            </a:r>
          </a:p>
          <a:p>
            <a:pPr lvl="0" fontAlgn="base">
              <a:spcBef>
                <a:spcPct val="0"/>
              </a:spcBef>
              <a:spcAft>
                <a:spcPct val="0"/>
              </a:spcAft>
            </a:pPr>
            <a:r>
              <a:rPr lang="en-US" altLang="en-US" sz="1000" dirty="0">
                <a:latin typeface="Arial Unicode MS" pitchFamily="34" charset="-128"/>
                <a:cs typeface="Arial" pitchFamily="34" charset="0"/>
              </a:rPr>
              <a:t>      </a:t>
            </a:r>
            <a:r>
              <a:rPr lang="en-US" altLang="en-US" sz="1000" dirty="0" err="1">
                <a:latin typeface="Arial Unicode MS" pitchFamily="34" charset="-128"/>
                <a:cs typeface="Arial" pitchFamily="34" charset="0"/>
              </a:rPr>
              <a:t>int</a:t>
            </a:r>
            <a:r>
              <a:rPr lang="en-US" altLang="en-US" sz="1000" dirty="0">
                <a:latin typeface="Arial Unicode MS" pitchFamily="34" charset="-128"/>
                <a:cs typeface="Arial" pitchFamily="34" charset="0"/>
              </a:rPr>
              <a:t>  value1;</a:t>
            </a:r>
          </a:p>
          <a:p>
            <a:pPr lvl="0" fontAlgn="base">
              <a:spcBef>
                <a:spcPct val="0"/>
              </a:spcBef>
              <a:spcAft>
                <a:spcPct val="0"/>
              </a:spcAft>
            </a:pPr>
            <a:r>
              <a:rPr lang="en-US" altLang="en-US" sz="1000" dirty="0">
                <a:latin typeface="Arial Unicode MS" pitchFamily="34" charset="-128"/>
                <a:cs typeface="Arial" pitchFamily="34" charset="0"/>
              </a:rPr>
              <a:t>      </a:t>
            </a:r>
            <a:r>
              <a:rPr lang="en-US" altLang="en-US" sz="1000" dirty="0" err="1">
                <a:latin typeface="Arial Unicode MS" pitchFamily="34" charset="-128"/>
                <a:cs typeface="Arial" pitchFamily="34" charset="0"/>
              </a:rPr>
              <a:t>int</a:t>
            </a:r>
            <a:r>
              <a:rPr lang="en-US" altLang="en-US" sz="1000" dirty="0">
                <a:latin typeface="Arial Unicode MS" pitchFamily="34" charset="-128"/>
                <a:cs typeface="Arial" pitchFamily="34" charset="0"/>
              </a:rPr>
              <a:t>  value2;</a:t>
            </a:r>
          </a:p>
          <a:p>
            <a:pPr lvl="0" fontAlgn="base">
              <a:spcBef>
                <a:spcPct val="0"/>
              </a:spcBef>
              <a:spcAft>
                <a:spcPct val="0"/>
              </a:spcAft>
            </a:pPr>
            <a:r>
              <a:rPr lang="en-US" altLang="en-US" sz="1000" dirty="0">
                <a:latin typeface="Arial Unicode MS" pitchFamily="34" charset="-128"/>
                <a:cs typeface="Arial" pitchFamily="34" charset="0"/>
              </a:rPr>
              <a:t>      Demo(){</a:t>
            </a:r>
          </a:p>
          <a:p>
            <a:pPr lvl="0" fontAlgn="base">
              <a:spcBef>
                <a:spcPct val="0"/>
              </a:spcBef>
              <a:spcAft>
                <a:spcPct val="0"/>
              </a:spcAft>
            </a:pPr>
            <a:r>
              <a:rPr lang="en-US" altLang="en-US" sz="1000" dirty="0">
                <a:latin typeface="Arial Unicode MS" pitchFamily="34" charset="-128"/>
                <a:cs typeface="Arial" pitchFamily="34" charset="0"/>
              </a:rPr>
              <a:t>         value1 = 10;</a:t>
            </a:r>
          </a:p>
          <a:p>
            <a:pPr lvl="0" fontAlgn="base">
              <a:spcBef>
                <a:spcPct val="0"/>
              </a:spcBef>
              <a:spcAft>
                <a:spcPct val="0"/>
              </a:spcAft>
            </a:pPr>
            <a:r>
              <a:rPr lang="en-US" altLang="en-US" sz="1000" dirty="0">
                <a:latin typeface="Arial Unicode MS" pitchFamily="34" charset="-128"/>
                <a:cs typeface="Arial" pitchFamily="34" charset="0"/>
              </a:rPr>
              <a:t>         value2 = 20;</a:t>
            </a:r>
          </a:p>
          <a:p>
            <a:pPr lvl="0" fontAlgn="base">
              <a:spcBef>
                <a:spcPct val="0"/>
              </a:spcBef>
              <a:spcAft>
                <a:spcPct val="0"/>
              </a:spcAft>
            </a:pPr>
            <a:r>
              <a:rPr lang="en-US" altLang="en-US" sz="1000" dirty="0">
                <a:latin typeface="Arial Unicode MS" pitchFamily="34" charset="-128"/>
                <a:cs typeface="Arial" pitchFamily="34" charset="0"/>
              </a:rPr>
              <a:t>         </a:t>
            </a:r>
            <a:r>
              <a:rPr lang="en-US" altLang="en-US" sz="1000" dirty="0" err="1">
                <a:latin typeface="Arial Unicode MS" pitchFamily="34" charset="-128"/>
                <a:cs typeface="Arial" pitchFamily="34" charset="0"/>
              </a:rPr>
              <a:t>System.out.println</a:t>
            </a:r>
            <a:r>
              <a:rPr lang="en-US" altLang="en-US" sz="1000" dirty="0">
                <a:latin typeface="Arial Unicode MS" pitchFamily="34" charset="-128"/>
                <a:cs typeface="Arial" pitchFamily="34" charset="0"/>
              </a:rPr>
              <a:t>("Inside Constructor");</a:t>
            </a:r>
          </a:p>
          <a:p>
            <a:pPr lvl="0" fontAlgn="base">
              <a:spcBef>
                <a:spcPct val="0"/>
              </a:spcBef>
              <a:spcAft>
                <a:spcPct val="0"/>
              </a:spcAft>
            </a:pPr>
            <a:r>
              <a:rPr lang="en-US" altLang="en-US" sz="1000" dirty="0">
                <a:latin typeface="Arial Unicode MS" pitchFamily="34" charset="-128"/>
                <a:cs typeface="Arial" pitchFamily="34" charset="0"/>
              </a:rPr>
              <a:t>     }</a:t>
            </a:r>
          </a:p>
          <a:p>
            <a:pPr lvl="0" fontAlgn="base">
              <a:spcBef>
                <a:spcPct val="0"/>
              </a:spcBef>
              <a:spcAft>
                <a:spcPct val="0"/>
              </a:spcAft>
            </a:pPr>
            <a:r>
              <a:rPr lang="en-US" altLang="en-US" sz="1000" dirty="0">
                <a:latin typeface="Arial Unicode MS" pitchFamily="34" charset="-128"/>
                <a:cs typeface="Arial" pitchFamily="34" charset="0"/>
              </a:rPr>
              <a:t> </a:t>
            </a:r>
          </a:p>
          <a:p>
            <a:pPr lvl="0" fontAlgn="base">
              <a:spcBef>
                <a:spcPct val="0"/>
              </a:spcBef>
              <a:spcAft>
                <a:spcPct val="0"/>
              </a:spcAft>
            </a:pPr>
            <a:r>
              <a:rPr lang="en-US" altLang="en-US" sz="1000" dirty="0">
                <a:latin typeface="Arial Unicode MS" pitchFamily="34" charset="-128"/>
                <a:cs typeface="Arial" pitchFamily="34" charset="0"/>
              </a:rPr>
              <a:t>     public void display(){</a:t>
            </a:r>
          </a:p>
          <a:p>
            <a:pPr lvl="0" fontAlgn="base">
              <a:spcBef>
                <a:spcPct val="0"/>
              </a:spcBef>
              <a:spcAft>
                <a:spcPct val="0"/>
              </a:spcAft>
            </a:pPr>
            <a:r>
              <a:rPr lang="en-US" altLang="en-US" sz="1000" dirty="0">
                <a:latin typeface="Arial Unicode MS" pitchFamily="34" charset="-128"/>
                <a:cs typeface="Arial" pitchFamily="34" charset="0"/>
              </a:rPr>
              <a:t>        </a:t>
            </a:r>
            <a:r>
              <a:rPr lang="en-US" altLang="en-US" sz="1000" dirty="0" err="1">
                <a:latin typeface="Arial Unicode MS" pitchFamily="34" charset="-128"/>
                <a:cs typeface="Arial" pitchFamily="34" charset="0"/>
              </a:rPr>
              <a:t>System.out.println</a:t>
            </a:r>
            <a:r>
              <a:rPr lang="en-US" altLang="en-US" sz="1000" dirty="0">
                <a:latin typeface="Arial Unicode MS" pitchFamily="34" charset="-128"/>
                <a:cs typeface="Arial" pitchFamily="34" charset="0"/>
              </a:rPr>
              <a:t>("Value1 === "+value1);</a:t>
            </a:r>
          </a:p>
          <a:p>
            <a:pPr lvl="0" fontAlgn="base">
              <a:spcBef>
                <a:spcPct val="0"/>
              </a:spcBef>
              <a:spcAft>
                <a:spcPct val="0"/>
              </a:spcAft>
            </a:pPr>
            <a:r>
              <a:rPr lang="en-US" altLang="en-US" sz="1000" dirty="0">
                <a:latin typeface="Arial Unicode MS" pitchFamily="34" charset="-128"/>
                <a:cs typeface="Arial" pitchFamily="34" charset="0"/>
              </a:rPr>
              <a:t>        </a:t>
            </a:r>
            <a:r>
              <a:rPr lang="en-US" altLang="en-US" sz="1000" dirty="0" err="1">
                <a:latin typeface="Arial Unicode MS" pitchFamily="34" charset="-128"/>
                <a:cs typeface="Arial" pitchFamily="34" charset="0"/>
              </a:rPr>
              <a:t>System.out.println</a:t>
            </a:r>
            <a:r>
              <a:rPr lang="en-US" altLang="en-US" sz="1000" dirty="0">
                <a:latin typeface="Arial Unicode MS" pitchFamily="34" charset="-128"/>
                <a:cs typeface="Arial" pitchFamily="34" charset="0"/>
              </a:rPr>
              <a:t>("Value2 === "+value2);</a:t>
            </a:r>
          </a:p>
          <a:p>
            <a:pPr lvl="0" fontAlgn="base">
              <a:spcBef>
                <a:spcPct val="0"/>
              </a:spcBef>
              <a:spcAft>
                <a:spcPct val="0"/>
              </a:spcAft>
            </a:pPr>
            <a:r>
              <a:rPr lang="en-US" altLang="en-US" sz="1000" dirty="0">
                <a:latin typeface="Arial Unicode MS" pitchFamily="34" charset="-128"/>
                <a:cs typeface="Arial" pitchFamily="34" charset="0"/>
              </a:rPr>
              <a:t>    }</a:t>
            </a:r>
          </a:p>
          <a:p>
            <a:pPr lvl="0" fontAlgn="base">
              <a:spcBef>
                <a:spcPct val="0"/>
              </a:spcBef>
              <a:spcAft>
                <a:spcPct val="0"/>
              </a:spcAft>
            </a:pPr>
            <a:r>
              <a:rPr lang="en-US" altLang="en-US" sz="1000" dirty="0">
                <a:latin typeface="Arial Unicode MS" pitchFamily="34" charset="-128"/>
                <a:cs typeface="Arial" pitchFamily="34" charset="0"/>
              </a:rPr>
              <a:t> </a:t>
            </a:r>
          </a:p>
          <a:p>
            <a:pPr lvl="0" fontAlgn="base">
              <a:spcBef>
                <a:spcPct val="0"/>
              </a:spcBef>
              <a:spcAft>
                <a:spcPct val="0"/>
              </a:spcAft>
            </a:pPr>
            <a:r>
              <a:rPr lang="en-US" altLang="en-US" sz="1000" dirty="0">
                <a:latin typeface="Arial Unicode MS" pitchFamily="34" charset="-128"/>
                <a:cs typeface="Arial" pitchFamily="34" charset="0"/>
              </a:rPr>
              <a:t>   public static void main(String </a:t>
            </a:r>
            <a:r>
              <a:rPr lang="en-US" altLang="en-US" sz="1000" dirty="0" err="1">
                <a:latin typeface="Arial Unicode MS" pitchFamily="34" charset="-128"/>
                <a:cs typeface="Arial" pitchFamily="34" charset="0"/>
              </a:rPr>
              <a:t>args</a:t>
            </a:r>
            <a:r>
              <a:rPr lang="en-US" altLang="en-US" sz="1000" dirty="0">
                <a:latin typeface="Arial Unicode MS" pitchFamily="34" charset="-128"/>
                <a:cs typeface="Arial" pitchFamily="34" charset="0"/>
              </a:rPr>
              <a:t>[]){</a:t>
            </a:r>
          </a:p>
          <a:p>
            <a:pPr lvl="0" fontAlgn="base">
              <a:spcBef>
                <a:spcPct val="0"/>
              </a:spcBef>
              <a:spcAft>
                <a:spcPct val="0"/>
              </a:spcAft>
            </a:pPr>
            <a:r>
              <a:rPr lang="en-US" altLang="en-US" sz="1000" dirty="0">
                <a:latin typeface="Arial Unicode MS" pitchFamily="34" charset="-128"/>
                <a:cs typeface="Arial" pitchFamily="34" charset="0"/>
              </a:rPr>
              <a:t>       Demo d1 = new Demo();</a:t>
            </a:r>
          </a:p>
          <a:p>
            <a:pPr lvl="0" fontAlgn="base">
              <a:spcBef>
                <a:spcPct val="0"/>
              </a:spcBef>
              <a:spcAft>
                <a:spcPct val="0"/>
              </a:spcAft>
            </a:pPr>
            <a:r>
              <a:rPr lang="en-US" altLang="en-US" sz="1000" dirty="0">
                <a:latin typeface="Arial Unicode MS" pitchFamily="34" charset="-128"/>
                <a:cs typeface="Arial" pitchFamily="34" charset="0"/>
              </a:rPr>
              <a:t>      d1.display();</a:t>
            </a:r>
          </a:p>
          <a:p>
            <a:pPr lvl="0" fontAlgn="base">
              <a:spcBef>
                <a:spcPct val="0"/>
              </a:spcBef>
              <a:spcAft>
                <a:spcPct val="0"/>
              </a:spcAft>
            </a:pPr>
            <a:r>
              <a:rPr lang="en-US" altLang="en-US" sz="1000" dirty="0">
                <a:latin typeface="Arial Unicode MS" pitchFamily="34" charset="-128"/>
                <a:cs typeface="Arial" pitchFamily="34" charset="0"/>
              </a:rPr>
              <a:t>  }</a:t>
            </a:r>
          </a:p>
          <a:p>
            <a:pPr lvl="0" fontAlgn="base">
              <a:spcBef>
                <a:spcPct val="0"/>
              </a:spcBef>
              <a:spcAft>
                <a:spcPct val="0"/>
              </a:spcAft>
            </a:pPr>
            <a:r>
              <a:rPr lang="en-US" altLang="en-US" sz="1000" dirty="0">
                <a:latin typeface="Arial Unicode MS" pitchFamily="34" charset="-128"/>
                <a:cs typeface="Arial" pitchFamily="34" charset="0"/>
              </a:rPr>
              <a:t>}</a:t>
            </a:r>
            <a:endParaRPr kumimoji="0" lang="en-US" altLang="en-US" sz="1000"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Rectangle 5"/>
          <p:cNvSpPr/>
          <p:nvPr/>
        </p:nvSpPr>
        <p:spPr>
          <a:xfrm>
            <a:off x="609600" y="609600"/>
            <a:ext cx="1797159" cy="369332"/>
          </a:xfrm>
          <a:prstGeom prst="rect">
            <a:avLst/>
          </a:prstGeom>
        </p:spPr>
        <p:style>
          <a:lnRef idx="1">
            <a:schemeClr val="accent5"/>
          </a:lnRef>
          <a:fillRef idx="3">
            <a:schemeClr val="accent5"/>
          </a:fillRef>
          <a:effectRef idx="2">
            <a:schemeClr val="accent5"/>
          </a:effectRef>
          <a:fontRef idx="minor">
            <a:schemeClr val="lt1"/>
          </a:fontRef>
        </p:style>
        <p:txBody>
          <a:bodyPr wrap="none">
            <a:spAutoFit/>
          </a:bodyPr>
          <a:lstStyle/>
          <a:p>
            <a:r>
              <a:rPr lang="en-US" dirty="0" smtClean="0"/>
              <a:t>First Constructor </a:t>
            </a:r>
            <a:endParaRPr lang="en-US" dirty="0"/>
          </a:p>
        </p:txBody>
      </p:sp>
    </p:spTree>
    <p:extLst>
      <p:ext uri="{BB962C8B-B14F-4D97-AF65-F5344CB8AC3E}">
        <p14:creationId xmlns:p14="http://schemas.microsoft.com/office/powerpoint/2010/main" val="326682095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609600"/>
            <a:ext cx="2538837" cy="369332"/>
          </a:xfrm>
          <a:prstGeom prst="rect">
            <a:avLst/>
          </a:prstGeom>
        </p:spPr>
        <p:style>
          <a:lnRef idx="1">
            <a:schemeClr val="accent5"/>
          </a:lnRef>
          <a:fillRef idx="3">
            <a:schemeClr val="accent5"/>
          </a:fillRef>
          <a:effectRef idx="2">
            <a:schemeClr val="accent5"/>
          </a:effectRef>
          <a:fontRef idx="minor">
            <a:schemeClr val="lt1"/>
          </a:fontRef>
        </p:style>
        <p:txBody>
          <a:bodyPr wrap="none">
            <a:spAutoFit/>
          </a:bodyPr>
          <a:lstStyle/>
          <a:p>
            <a:r>
              <a:rPr lang="en-US" dirty="0"/>
              <a:t>Constructor Overloading </a:t>
            </a:r>
          </a:p>
        </p:txBody>
      </p:sp>
      <p:sp>
        <p:nvSpPr>
          <p:cNvPr id="2" name="Rectangle 1"/>
          <p:cNvSpPr/>
          <p:nvPr/>
        </p:nvSpPr>
        <p:spPr>
          <a:xfrm>
            <a:off x="2514600" y="1066800"/>
            <a:ext cx="3733800" cy="563231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1200" dirty="0"/>
              <a:t>class Demo{</a:t>
            </a:r>
          </a:p>
          <a:p>
            <a:r>
              <a:rPr lang="en-US" sz="1200" dirty="0"/>
              <a:t>      </a:t>
            </a:r>
            <a:r>
              <a:rPr lang="en-US" sz="1200" dirty="0" err="1"/>
              <a:t>int</a:t>
            </a:r>
            <a:r>
              <a:rPr lang="en-US" sz="1200" dirty="0"/>
              <a:t>  value1;</a:t>
            </a:r>
          </a:p>
          <a:p>
            <a:r>
              <a:rPr lang="en-US" sz="1200" dirty="0"/>
              <a:t>      </a:t>
            </a:r>
            <a:r>
              <a:rPr lang="en-US" sz="1200" dirty="0" err="1"/>
              <a:t>int</a:t>
            </a:r>
            <a:r>
              <a:rPr lang="en-US" sz="1200" dirty="0"/>
              <a:t>  value2;</a:t>
            </a:r>
          </a:p>
          <a:p>
            <a:r>
              <a:rPr lang="en-US" sz="1200" dirty="0"/>
              <a:t>      /*Demo(){</a:t>
            </a:r>
          </a:p>
          <a:p>
            <a:r>
              <a:rPr lang="en-US" sz="1200" dirty="0"/>
              <a:t>       value1 = 10;</a:t>
            </a:r>
          </a:p>
          <a:p>
            <a:r>
              <a:rPr lang="en-US" sz="1200" dirty="0"/>
              <a:t>       value2 = 20;</a:t>
            </a:r>
          </a:p>
          <a:p>
            <a:r>
              <a:rPr lang="en-US" sz="1200" dirty="0"/>
              <a:t>       </a:t>
            </a:r>
            <a:r>
              <a:rPr lang="en-US" sz="1200" dirty="0" err="1"/>
              <a:t>System.out.println</a:t>
            </a:r>
            <a:r>
              <a:rPr lang="en-US" sz="1200" dirty="0"/>
              <a:t>("Inside 1st Constructor");</a:t>
            </a:r>
          </a:p>
          <a:p>
            <a:r>
              <a:rPr lang="en-US" sz="1200" dirty="0"/>
              <a:t>     }*/</a:t>
            </a:r>
          </a:p>
          <a:p>
            <a:r>
              <a:rPr lang="en-US" sz="1200" dirty="0"/>
              <a:t>     Demo(</a:t>
            </a:r>
            <a:r>
              <a:rPr lang="en-US" sz="1200" dirty="0" err="1"/>
              <a:t>int</a:t>
            </a:r>
            <a:r>
              <a:rPr lang="en-US" sz="1200" dirty="0"/>
              <a:t> a){</a:t>
            </a:r>
          </a:p>
          <a:p>
            <a:r>
              <a:rPr lang="en-US" sz="1200" dirty="0"/>
              <a:t>      value1 = a;</a:t>
            </a:r>
          </a:p>
          <a:p>
            <a:r>
              <a:rPr lang="en-US" sz="1200" dirty="0"/>
              <a:t>      </a:t>
            </a:r>
            <a:r>
              <a:rPr lang="en-US" sz="1200" dirty="0" err="1"/>
              <a:t>System.out.println</a:t>
            </a:r>
            <a:r>
              <a:rPr lang="en-US" sz="1200" dirty="0"/>
              <a:t>("Inside 2nd Constructor");</a:t>
            </a:r>
          </a:p>
          <a:p>
            <a:r>
              <a:rPr lang="en-US" sz="1200" dirty="0"/>
              <a:t>    }</a:t>
            </a:r>
          </a:p>
          <a:p>
            <a:r>
              <a:rPr lang="en-US" sz="1200" dirty="0"/>
              <a:t>    Demo(</a:t>
            </a:r>
            <a:r>
              <a:rPr lang="en-US" sz="1200" dirty="0" err="1"/>
              <a:t>int</a:t>
            </a:r>
            <a:r>
              <a:rPr lang="en-US" sz="1200" dirty="0"/>
              <a:t> </a:t>
            </a:r>
            <a:r>
              <a:rPr lang="en-US" sz="1200" dirty="0" err="1"/>
              <a:t>a,int</a:t>
            </a:r>
            <a:r>
              <a:rPr lang="en-US" sz="1200" dirty="0"/>
              <a:t> b){</a:t>
            </a:r>
          </a:p>
          <a:p>
            <a:r>
              <a:rPr lang="en-US" sz="1200" dirty="0"/>
              <a:t>    value1 = a;</a:t>
            </a:r>
          </a:p>
          <a:p>
            <a:r>
              <a:rPr lang="en-US" sz="1200" dirty="0"/>
              <a:t>    value2 = b;</a:t>
            </a:r>
          </a:p>
          <a:p>
            <a:r>
              <a:rPr lang="en-US" sz="1200" dirty="0"/>
              <a:t>    </a:t>
            </a:r>
            <a:r>
              <a:rPr lang="en-US" sz="1200" dirty="0" err="1"/>
              <a:t>System.out.println</a:t>
            </a:r>
            <a:r>
              <a:rPr lang="en-US" sz="1200" dirty="0"/>
              <a:t>("Inside 3rd Constructor");</a:t>
            </a:r>
          </a:p>
          <a:p>
            <a:r>
              <a:rPr lang="en-US" sz="1200" dirty="0"/>
              <a:t>   }</a:t>
            </a:r>
          </a:p>
          <a:p>
            <a:r>
              <a:rPr lang="en-US" sz="1200" dirty="0"/>
              <a:t>   public void display(){</a:t>
            </a:r>
          </a:p>
          <a:p>
            <a:r>
              <a:rPr lang="en-US" sz="1200" dirty="0"/>
              <a:t>      </a:t>
            </a:r>
            <a:r>
              <a:rPr lang="en-US" sz="1200" dirty="0" err="1"/>
              <a:t>System.out.println</a:t>
            </a:r>
            <a:r>
              <a:rPr lang="en-US" sz="1200" dirty="0"/>
              <a:t>("Value1 === "+value1);</a:t>
            </a:r>
          </a:p>
          <a:p>
            <a:r>
              <a:rPr lang="en-US" sz="1200" dirty="0"/>
              <a:t>      </a:t>
            </a:r>
            <a:r>
              <a:rPr lang="en-US" sz="1200" dirty="0" err="1"/>
              <a:t>System.out.println</a:t>
            </a:r>
            <a:r>
              <a:rPr lang="en-US" sz="1200" dirty="0"/>
              <a:t>("Value2 === "+value2);</a:t>
            </a:r>
          </a:p>
          <a:p>
            <a:r>
              <a:rPr lang="en-US" sz="1200" dirty="0"/>
              <a:t>  }</a:t>
            </a:r>
          </a:p>
          <a:p>
            <a:r>
              <a:rPr lang="en-US" sz="1200" dirty="0"/>
              <a:t>  public static void main(String </a:t>
            </a:r>
            <a:r>
              <a:rPr lang="en-US" sz="1200" dirty="0" err="1"/>
              <a:t>args</a:t>
            </a:r>
            <a:r>
              <a:rPr lang="en-US" sz="1200" dirty="0"/>
              <a:t>[]){</a:t>
            </a:r>
          </a:p>
          <a:p>
            <a:r>
              <a:rPr lang="en-US" sz="1200" dirty="0"/>
              <a:t>    Demo d1 = new Demo();</a:t>
            </a:r>
          </a:p>
          <a:p>
            <a:r>
              <a:rPr lang="en-US" sz="1200" dirty="0"/>
              <a:t>    Demo d2 = new Demo(30);</a:t>
            </a:r>
          </a:p>
          <a:p>
            <a:r>
              <a:rPr lang="en-US" sz="1200" dirty="0"/>
              <a:t>    Demo d3 = new Demo(30,40);</a:t>
            </a:r>
          </a:p>
          <a:p>
            <a:r>
              <a:rPr lang="en-US" sz="1200" dirty="0"/>
              <a:t>    d1.display();</a:t>
            </a:r>
          </a:p>
          <a:p>
            <a:r>
              <a:rPr lang="en-US" sz="1200" dirty="0"/>
              <a:t>    d2.display();</a:t>
            </a:r>
          </a:p>
          <a:p>
            <a:r>
              <a:rPr lang="en-US" sz="1200" dirty="0"/>
              <a:t>    d3.display();</a:t>
            </a:r>
          </a:p>
          <a:p>
            <a:r>
              <a:rPr lang="en-US" sz="1200" dirty="0"/>
              <a:t> }</a:t>
            </a:r>
          </a:p>
          <a:p>
            <a:r>
              <a:rPr lang="en-US" sz="1200" dirty="0"/>
              <a:t>}</a:t>
            </a:r>
          </a:p>
        </p:txBody>
      </p:sp>
    </p:spTree>
    <p:extLst>
      <p:ext uri="{BB962C8B-B14F-4D97-AF65-F5344CB8AC3E}">
        <p14:creationId xmlns:p14="http://schemas.microsoft.com/office/powerpoint/2010/main" val="34148479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09600" y="609600"/>
            <a:ext cx="2159566" cy="369332"/>
          </a:xfrm>
          <a:prstGeom prst="rect">
            <a:avLst/>
          </a:prstGeom>
        </p:spPr>
        <p:style>
          <a:lnRef idx="1">
            <a:schemeClr val="accent5"/>
          </a:lnRef>
          <a:fillRef idx="3">
            <a:schemeClr val="accent5"/>
          </a:fillRef>
          <a:effectRef idx="2">
            <a:schemeClr val="accent5"/>
          </a:effectRef>
          <a:fontRef idx="minor">
            <a:schemeClr val="lt1"/>
          </a:fontRef>
        </p:style>
        <p:txBody>
          <a:bodyPr wrap="none">
            <a:spAutoFit/>
          </a:bodyPr>
          <a:lstStyle/>
          <a:p>
            <a:r>
              <a:rPr lang="en-US" dirty="0"/>
              <a:t>Constructor </a:t>
            </a:r>
            <a:r>
              <a:rPr lang="en-US" dirty="0" smtClean="0"/>
              <a:t>Chaining</a:t>
            </a:r>
            <a:endParaRPr lang="en-US" dirty="0"/>
          </a:p>
        </p:txBody>
      </p:sp>
      <p:sp>
        <p:nvSpPr>
          <p:cNvPr id="4" name="Rectangle 3"/>
          <p:cNvSpPr/>
          <p:nvPr/>
        </p:nvSpPr>
        <p:spPr>
          <a:xfrm>
            <a:off x="3048000" y="609601"/>
            <a:ext cx="3352800" cy="6070893"/>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1050" dirty="0"/>
              <a:t>class Demo{</a:t>
            </a:r>
          </a:p>
          <a:p>
            <a:r>
              <a:rPr lang="en-US" sz="1050" dirty="0"/>
              <a:t>   </a:t>
            </a:r>
            <a:r>
              <a:rPr lang="en-US" sz="1050" dirty="0" err="1"/>
              <a:t>int</a:t>
            </a:r>
            <a:r>
              <a:rPr lang="en-US" sz="1050" dirty="0"/>
              <a:t>  value1;</a:t>
            </a:r>
          </a:p>
          <a:p>
            <a:r>
              <a:rPr lang="en-US" sz="1050" dirty="0"/>
              <a:t>   </a:t>
            </a:r>
            <a:r>
              <a:rPr lang="en-US" sz="1050" dirty="0" err="1"/>
              <a:t>int</a:t>
            </a:r>
            <a:r>
              <a:rPr lang="en-US" sz="1050" dirty="0"/>
              <a:t>  value2;</a:t>
            </a:r>
          </a:p>
          <a:p>
            <a:r>
              <a:rPr lang="en-US" sz="1050" dirty="0"/>
              <a:t>    Demo(){</a:t>
            </a:r>
          </a:p>
          <a:p>
            <a:r>
              <a:rPr lang="en-US" sz="1050" dirty="0"/>
              <a:t>      value1 = 1;</a:t>
            </a:r>
          </a:p>
          <a:p>
            <a:r>
              <a:rPr lang="en-US" sz="1050" dirty="0"/>
              <a:t>      value2 = 2;</a:t>
            </a:r>
          </a:p>
          <a:p>
            <a:r>
              <a:rPr lang="en-US" sz="1050" dirty="0"/>
              <a:t>      </a:t>
            </a:r>
            <a:r>
              <a:rPr lang="en-US" sz="1050" dirty="0" err="1"/>
              <a:t>System.out.println</a:t>
            </a:r>
            <a:r>
              <a:rPr lang="en-US" sz="1050" dirty="0"/>
              <a:t>("Inside 1st Parent Constructor");</a:t>
            </a:r>
          </a:p>
          <a:p>
            <a:r>
              <a:rPr lang="en-US" sz="1050" dirty="0"/>
              <a:t>   }</a:t>
            </a:r>
          </a:p>
          <a:p>
            <a:r>
              <a:rPr lang="en-US" sz="1050" dirty="0"/>
              <a:t>   Demo(</a:t>
            </a:r>
            <a:r>
              <a:rPr lang="en-US" sz="1050" dirty="0" err="1"/>
              <a:t>int</a:t>
            </a:r>
            <a:r>
              <a:rPr lang="en-US" sz="1050" dirty="0"/>
              <a:t> a){</a:t>
            </a:r>
          </a:p>
          <a:p>
            <a:r>
              <a:rPr lang="en-US" sz="1050" dirty="0"/>
              <a:t>      value1 = a;</a:t>
            </a:r>
          </a:p>
          <a:p>
            <a:r>
              <a:rPr lang="en-US" sz="1050" dirty="0"/>
              <a:t>      </a:t>
            </a:r>
            <a:r>
              <a:rPr lang="en-US" sz="1050" dirty="0" err="1"/>
              <a:t>System.out.println</a:t>
            </a:r>
            <a:r>
              <a:rPr lang="en-US" sz="1050" dirty="0"/>
              <a:t>("Inside 2nd Parent Constructor");</a:t>
            </a:r>
          </a:p>
          <a:p>
            <a:r>
              <a:rPr lang="en-US" sz="1050" dirty="0"/>
              <a:t>   }</a:t>
            </a:r>
          </a:p>
          <a:p>
            <a:r>
              <a:rPr lang="en-US" sz="1050" dirty="0"/>
              <a:t>  public void display(){</a:t>
            </a:r>
          </a:p>
          <a:p>
            <a:r>
              <a:rPr lang="en-US" sz="1050" dirty="0"/>
              <a:t>     </a:t>
            </a:r>
            <a:r>
              <a:rPr lang="en-US" sz="1050" dirty="0" err="1"/>
              <a:t>System.out.println</a:t>
            </a:r>
            <a:r>
              <a:rPr lang="en-US" sz="1050" dirty="0"/>
              <a:t>("Value1 === "+value1);</a:t>
            </a:r>
          </a:p>
          <a:p>
            <a:r>
              <a:rPr lang="en-US" sz="1050" dirty="0"/>
              <a:t>     </a:t>
            </a:r>
            <a:r>
              <a:rPr lang="en-US" sz="1050" dirty="0" err="1"/>
              <a:t>System.out.println</a:t>
            </a:r>
            <a:r>
              <a:rPr lang="en-US" sz="1050" dirty="0"/>
              <a:t>("Value2 === "+value2);</a:t>
            </a:r>
          </a:p>
          <a:p>
            <a:r>
              <a:rPr lang="en-US" sz="1050" dirty="0"/>
              <a:t>  }</a:t>
            </a:r>
          </a:p>
          <a:p>
            <a:r>
              <a:rPr lang="en-US" sz="1050" dirty="0"/>
              <a:t>  public static void main(String </a:t>
            </a:r>
            <a:r>
              <a:rPr lang="en-US" sz="1050" dirty="0" err="1"/>
              <a:t>args</a:t>
            </a:r>
            <a:r>
              <a:rPr lang="en-US" sz="1050" dirty="0"/>
              <a:t>[]){</a:t>
            </a:r>
          </a:p>
          <a:p>
            <a:r>
              <a:rPr lang="en-US" sz="1050" dirty="0"/>
              <a:t>     </a:t>
            </a:r>
            <a:r>
              <a:rPr lang="en-US" sz="1050" dirty="0" err="1"/>
              <a:t>DemoChild</a:t>
            </a:r>
            <a:r>
              <a:rPr lang="en-US" sz="1050" dirty="0"/>
              <a:t> d1 = new </a:t>
            </a:r>
            <a:r>
              <a:rPr lang="en-US" sz="1050" dirty="0" err="1"/>
              <a:t>DemoChild</a:t>
            </a:r>
            <a:r>
              <a:rPr lang="en-US" sz="1050" dirty="0"/>
              <a:t>();</a:t>
            </a:r>
          </a:p>
          <a:p>
            <a:r>
              <a:rPr lang="en-US" sz="1050" dirty="0"/>
              <a:t>     d1.display();</a:t>
            </a:r>
          </a:p>
          <a:p>
            <a:r>
              <a:rPr lang="en-US" sz="1050" dirty="0"/>
              <a:t>  }</a:t>
            </a:r>
          </a:p>
          <a:p>
            <a:r>
              <a:rPr lang="en-US" sz="1050" dirty="0"/>
              <a:t>}</a:t>
            </a:r>
          </a:p>
          <a:p>
            <a:r>
              <a:rPr lang="en-US" sz="1050" dirty="0"/>
              <a:t>class </a:t>
            </a:r>
            <a:r>
              <a:rPr lang="en-US" sz="1050" dirty="0" err="1"/>
              <a:t>DemoChild</a:t>
            </a:r>
            <a:r>
              <a:rPr lang="en-US" sz="1050" dirty="0"/>
              <a:t> extends Demo{</a:t>
            </a:r>
          </a:p>
          <a:p>
            <a:r>
              <a:rPr lang="en-US" sz="1050" dirty="0"/>
              <a:t>    </a:t>
            </a:r>
            <a:r>
              <a:rPr lang="en-US" sz="1050" dirty="0" err="1"/>
              <a:t>int</a:t>
            </a:r>
            <a:r>
              <a:rPr lang="en-US" sz="1050" dirty="0"/>
              <a:t> value3;</a:t>
            </a:r>
          </a:p>
          <a:p>
            <a:r>
              <a:rPr lang="en-US" sz="1050" dirty="0"/>
              <a:t>    </a:t>
            </a:r>
            <a:r>
              <a:rPr lang="en-US" sz="1050" dirty="0" err="1"/>
              <a:t>int</a:t>
            </a:r>
            <a:r>
              <a:rPr lang="en-US" sz="1050" dirty="0"/>
              <a:t> value4;</a:t>
            </a:r>
          </a:p>
          <a:p>
            <a:r>
              <a:rPr lang="en-US" sz="1050" dirty="0"/>
              <a:t>    </a:t>
            </a:r>
            <a:r>
              <a:rPr lang="en-US" sz="1050" dirty="0" err="1"/>
              <a:t>DemoChild</a:t>
            </a:r>
            <a:r>
              <a:rPr lang="en-US" sz="1050" dirty="0"/>
              <a:t>(){</a:t>
            </a:r>
          </a:p>
          <a:p>
            <a:r>
              <a:rPr lang="en-US" sz="1050" dirty="0"/>
              <a:t>    //super(5);</a:t>
            </a:r>
          </a:p>
          <a:p>
            <a:r>
              <a:rPr lang="en-US" sz="1050" dirty="0"/>
              <a:t>     value3 = 3;</a:t>
            </a:r>
          </a:p>
          <a:p>
            <a:r>
              <a:rPr lang="en-US" sz="1050" dirty="0"/>
              <a:t>     value4 = 4;</a:t>
            </a:r>
          </a:p>
          <a:p>
            <a:r>
              <a:rPr lang="en-US" sz="1050" dirty="0"/>
              <a:t>    </a:t>
            </a:r>
            <a:r>
              <a:rPr lang="en-US" sz="1050" dirty="0" err="1"/>
              <a:t>System.out.println</a:t>
            </a:r>
            <a:r>
              <a:rPr lang="en-US" sz="1050" dirty="0"/>
              <a:t>("Inside the Constructor of Child");</a:t>
            </a:r>
          </a:p>
          <a:p>
            <a:r>
              <a:rPr lang="en-US" sz="1050" dirty="0"/>
              <a:t>    }</a:t>
            </a:r>
          </a:p>
          <a:p>
            <a:r>
              <a:rPr lang="en-US" sz="1050" dirty="0"/>
              <a:t>    public void display(){</a:t>
            </a:r>
          </a:p>
          <a:p>
            <a:r>
              <a:rPr lang="en-US" sz="1050" dirty="0"/>
              <a:t>      </a:t>
            </a:r>
            <a:r>
              <a:rPr lang="en-US" sz="1050" dirty="0" err="1"/>
              <a:t>System.out.println</a:t>
            </a:r>
            <a:r>
              <a:rPr lang="en-US" sz="1050" dirty="0"/>
              <a:t>("Value1 === "+value1);</a:t>
            </a:r>
          </a:p>
          <a:p>
            <a:r>
              <a:rPr lang="en-US" sz="1050" dirty="0"/>
              <a:t>      </a:t>
            </a:r>
            <a:r>
              <a:rPr lang="en-US" sz="1050" dirty="0" err="1"/>
              <a:t>System.out.println</a:t>
            </a:r>
            <a:r>
              <a:rPr lang="en-US" sz="1050" dirty="0"/>
              <a:t>("Value2 === "+value2);</a:t>
            </a:r>
          </a:p>
          <a:p>
            <a:r>
              <a:rPr lang="en-US" sz="1050" dirty="0"/>
              <a:t>      </a:t>
            </a:r>
            <a:r>
              <a:rPr lang="en-US" sz="1050" dirty="0" err="1"/>
              <a:t>System.out.println</a:t>
            </a:r>
            <a:r>
              <a:rPr lang="en-US" sz="1050" dirty="0"/>
              <a:t>("Value1 === "+value3);</a:t>
            </a:r>
          </a:p>
          <a:p>
            <a:r>
              <a:rPr lang="en-US" sz="1050" dirty="0"/>
              <a:t>      </a:t>
            </a:r>
            <a:r>
              <a:rPr lang="en-US" sz="1050" dirty="0" err="1"/>
              <a:t>System.out.println</a:t>
            </a:r>
            <a:r>
              <a:rPr lang="en-US" sz="1050" dirty="0"/>
              <a:t>("Value2 === "+value4);</a:t>
            </a:r>
          </a:p>
          <a:p>
            <a:r>
              <a:rPr lang="en-US" sz="1050" dirty="0"/>
              <a:t>   }</a:t>
            </a:r>
          </a:p>
          <a:p>
            <a:r>
              <a:rPr lang="en-US" sz="1050" dirty="0"/>
              <a:t>}</a:t>
            </a:r>
          </a:p>
        </p:txBody>
      </p:sp>
      <p:sp>
        <p:nvSpPr>
          <p:cNvPr id="5" name="TextBox 4"/>
          <p:cNvSpPr txBox="1"/>
          <p:nvPr/>
        </p:nvSpPr>
        <p:spPr>
          <a:xfrm>
            <a:off x="7010400" y="1219200"/>
            <a:ext cx="1524000" cy="646331"/>
          </a:xfrm>
          <a:prstGeom prst="rect">
            <a:avLst/>
          </a:prstGeom>
          <a:solidFill>
            <a:srgbClr val="FFFF00"/>
          </a:solidFill>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smtClean="0"/>
              <a:t>Will see After Inheritance</a:t>
            </a:r>
            <a:endParaRPr lang="en-US" dirty="0"/>
          </a:p>
        </p:txBody>
      </p:sp>
    </p:spTree>
    <p:extLst>
      <p:ext uri="{BB962C8B-B14F-4D97-AF65-F5344CB8AC3E}">
        <p14:creationId xmlns:p14="http://schemas.microsoft.com/office/powerpoint/2010/main" val="263137805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257</TotalTime>
  <Words>496</Words>
  <Application>Microsoft Office PowerPoint</Application>
  <PresentationFormat>On-screen Show (4:3)</PresentationFormat>
  <Paragraphs>95</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Intellion 2</dc:creator>
  <cp:lastModifiedBy>Intellion 2</cp:lastModifiedBy>
  <cp:revision>97</cp:revision>
  <dcterms:created xsi:type="dcterms:W3CDTF">2006-08-16T00:00:00Z</dcterms:created>
  <dcterms:modified xsi:type="dcterms:W3CDTF">2019-05-22T09:32:40Z</dcterms:modified>
</cp:coreProperties>
</file>