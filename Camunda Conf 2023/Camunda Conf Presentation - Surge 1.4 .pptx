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7" r:id="rId2"/>
  </p:sldMasterIdLst>
  <p:notesMasterIdLst>
    <p:notesMasterId r:id="rId12"/>
  </p:notesMasterIdLst>
  <p:sldIdLst>
    <p:sldId id="310" r:id="rId3"/>
    <p:sldId id="256" r:id="rId4"/>
    <p:sldId id="258" r:id="rId5"/>
    <p:sldId id="294" r:id="rId6"/>
    <p:sldId id="306" r:id="rId7"/>
    <p:sldId id="309" r:id="rId8"/>
    <p:sldId id="295" r:id="rId9"/>
    <p:sldId id="273" r:id="rId10"/>
    <p:sldId id="308" r:id="rId11"/>
  </p:sldIdLst>
  <p:sldSz cx="14630400" cy="8229600"/>
  <p:notesSz cx="14630400" cy="8229600"/>
  <p:embeddedFontLst>
    <p:embeddedFont>
      <p:font typeface="IBM Plex Mono SemiBold" panose="020B0709050203000203" pitchFamily="49" charset="0"/>
      <p:regular r:id="rId13"/>
      <p:bold r:id="rId14"/>
      <p:italic r:id="rId15"/>
      <p:boldItalic r:id="rId16"/>
    </p:embeddedFont>
    <p:embeddedFont>
      <p:font typeface="IBM Plex Sans" panose="020B0503050203000203" pitchFamily="34" charset="0"/>
      <p:regular r:id="rId17"/>
      <p:bold r:id="rId18"/>
      <p:italic r:id="rId19"/>
      <p:boldItalic r:id="rId20"/>
    </p:embeddedFont>
    <p:embeddedFont>
      <p:font typeface="IBM Plex Sans Light" panose="020B0403050203000203" pitchFamily="34" charset="0"/>
      <p:regular r:id="rId21"/>
      <p:bold r:id="rId22"/>
      <p:italic r:id="rId23"/>
      <p:boldItalic r:id="rId24"/>
    </p:embeddedFont>
    <p:embeddedFont>
      <p:font typeface="IBM Plex Sans Medium" panose="020B0603050203000203" pitchFamily="34" charset="0"/>
      <p:regular r:id="rId25"/>
      <p:bold r:id="rId26"/>
      <p:italic r:id="rId27"/>
      <p:boldItalic r:id="rId28"/>
    </p:embeddedFont>
    <p:embeddedFont>
      <p:font typeface="IBM Plex Sans SemiBold" panose="020B0703050203000203" pitchFamily="34" charset="0"/>
      <p:regular r:id="rId29"/>
      <p:bold r:id="rId30"/>
      <p:italic r:id="rId31"/>
      <p:boldItalic r:id="rId32"/>
    </p:embeddedFont>
    <p:embeddedFont>
      <p:font typeface="Trebuchet MS" panose="020B0603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883B67-7095-4A85-AE94-D45B568B7AE8}">
          <p14:sldIdLst>
            <p14:sldId id="310"/>
            <p14:sldId id="256"/>
            <p14:sldId id="258"/>
            <p14:sldId id="294"/>
            <p14:sldId id="306"/>
            <p14:sldId id="309"/>
          </p14:sldIdLst>
        </p14:section>
        <p14:section name="Untitled Section" id="{3B93CCEF-F168-4E57-B04B-2FE9B1460781}">
          <p14:sldIdLst>
            <p14:sldId id="295"/>
            <p14:sldId id="273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DFFB"/>
    <a:srgbClr val="7B9DAB"/>
    <a:srgbClr val="F6D33C"/>
    <a:srgbClr val="FF7C80"/>
    <a:srgbClr val="FF66CC"/>
    <a:srgbClr val="3BF185"/>
    <a:srgbClr val="82C7E2"/>
    <a:srgbClr val="ED5A1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D01E6-9351-4CE8-8266-B094E59D9E7D}" v="43" dt="2023-03-06T16:20:25.2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3883" autoAdjust="0"/>
  </p:normalViewPr>
  <p:slideViewPr>
    <p:cSldViewPr>
      <p:cViewPr varScale="1">
        <p:scale>
          <a:sx n="65" d="100"/>
          <a:sy n="65" d="100"/>
        </p:scale>
        <p:origin x="132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font" Target="fonts/font27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Relationship Id="rId46" Type="http://schemas.microsoft.com/office/2015/10/relationships/revisionInfo" Target="revisionInfo.xml"/><Relationship Id="rId20" Type="http://schemas.openxmlformats.org/officeDocument/2006/relationships/font" Target="fonts/font8.fntdata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hekar Atchi" userId="2ebe584e-20f3-4d5b-9cd4-f56557b1c32b" providerId="ADAL" clId="{70ED01E6-9351-4CE8-8266-B094E59D9E7D}"/>
    <pc:docChg chg="undo custSel addSld delSld modSld sldOrd modMainMaster">
      <pc:chgData name="Rajashekar Atchi" userId="2ebe584e-20f3-4d5b-9cd4-f56557b1c32b" providerId="ADAL" clId="{70ED01E6-9351-4CE8-8266-B094E59D9E7D}" dt="2023-03-06T16:20:25.284" v="2118"/>
      <pc:docMkLst>
        <pc:docMk/>
      </pc:docMkLst>
      <pc:sldChg chg="modSp mod">
        <pc:chgData name="Rajashekar Atchi" userId="2ebe584e-20f3-4d5b-9cd4-f56557b1c32b" providerId="ADAL" clId="{70ED01E6-9351-4CE8-8266-B094E59D9E7D}" dt="2023-03-06T15:53:34.700" v="1969" actId="20577"/>
        <pc:sldMkLst>
          <pc:docMk/>
          <pc:sldMk cId="0" sldId="258"/>
        </pc:sldMkLst>
        <pc:spChg chg="mod">
          <ac:chgData name="Rajashekar Atchi" userId="2ebe584e-20f3-4d5b-9cd4-f56557b1c32b" providerId="ADAL" clId="{70ED01E6-9351-4CE8-8266-B094E59D9E7D}" dt="2023-03-06T15:53:34.700" v="1969" actId="20577"/>
          <ac:spMkLst>
            <pc:docMk/>
            <pc:sldMk cId="0" sldId="258"/>
            <ac:spMk id="23" creationId="{49D81003-121D-D3EB-D054-3F20B5006966}"/>
          </ac:spMkLst>
        </pc:spChg>
        <pc:spChg chg="mod">
          <ac:chgData name="Rajashekar Atchi" userId="2ebe584e-20f3-4d5b-9cd4-f56557b1c32b" providerId="ADAL" clId="{70ED01E6-9351-4CE8-8266-B094E59D9E7D}" dt="2023-03-06T15:53:26.733" v="1967" actId="14100"/>
          <ac:spMkLst>
            <pc:docMk/>
            <pc:sldMk cId="0" sldId="258"/>
            <ac:spMk id="1191" creationId="{12BE68F4-17D4-8376-B736-B8B038B02D33}"/>
          </ac:spMkLst>
        </pc:spChg>
      </pc:sldChg>
      <pc:sldChg chg="modSp mod">
        <pc:chgData name="Rajashekar Atchi" userId="2ebe584e-20f3-4d5b-9cd4-f56557b1c32b" providerId="ADAL" clId="{70ED01E6-9351-4CE8-8266-B094E59D9E7D}" dt="2023-03-06T15:05:40.447" v="131" actId="20577"/>
        <pc:sldMkLst>
          <pc:docMk/>
          <pc:sldMk cId="0" sldId="261"/>
        </pc:sldMkLst>
        <pc:spChg chg="mod">
          <ac:chgData name="Rajashekar Atchi" userId="2ebe584e-20f3-4d5b-9cd4-f56557b1c32b" providerId="ADAL" clId="{70ED01E6-9351-4CE8-8266-B094E59D9E7D}" dt="2023-03-06T15:05:40.447" v="131" actId="20577"/>
          <ac:spMkLst>
            <pc:docMk/>
            <pc:sldMk cId="0" sldId="261"/>
            <ac:spMk id="1279" creationId="{00000000-0000-0000-0000-000000000000}"/>
          </ac:spMkLst>
        </pc:spChg>
      </pc:sldChg>
      <pc:sldChg chg="del">
        <pc:chgData name="Rajashekar Atchi" userId="2ebe584e-20f3-4d5b-9cd4-f56557b1c32b" providerId="ADAL" clId="{70ED01E6-9351-4CE8-8266-B094E59D9E7D}" dt="2023-03-06T15:12:28.051" v="297" actId="47"/>
        <pc:sldMkLst>
          <pc:docMk/>
          <pc:sldMk cId="836565125" sldId="271"/>
        </pc:sldMkLst>
      </pc:sldChg>
      <pc:sldChg chg="addSp delSp modSp mod ord">
        <pc:chgData name="Rajashekar Atchi" userId="2ebe584e-20f3-4d5b-9cd4-f56557b1c32b" providerId="ADAL" clId="{70ED01E6-9351-4CE8-8266-B094E59D9E7D}" dt="2023-03-06T16:19:13.111" v="2117" actId="1076"/>
        <pc:sldMkLst>
          <pc:docMk/>
          <pc:sldMk cId="3775536675" sldId="273"/>
        </pc:sldMkLst>
        <pc:spChg chg="add del">
          <ac:chgData name="Rajashekar Atchi" userId="2ebe584e-20f3-4d5b-9cd4-f56557b1c32b" providerId="ADAL" clId="{70ED01E6-9351-4CE8-8266-B094E59D9E7D}" dt="2023-03-06T14:55:59.905" v="34" actId="478"/>
          <ac:spMkLst>
            <pc:docMk/>
            <pc:sldMk cId="3775536675" sldId="273"/>
            <ac:spMk id="2" creationId="{ED82EDF6-6EB7-D5CD-23CD-3DA5353F2FAE}"/>
          </ac:spMkLst>
        </pc:spChg>
        <pc:spChg chg="mod">
          <ac:chgData name="Rajashekar Atchi" userId="2ebe584e-20f3-4d5b-9cd4-f56557b1c32b" providerId="ADAL" clId="{70ED01E6-9351-4CE8-8266-B094E59D9E7D}" dt="2023-03-06T15:49:25.780" v="1881" actId="108"/>
          <ac:spMkLst>
            <pc:docMk/>
            <pc:sldMk cId="3775536675" sldId="273"/>
            <ac:spMk id="3" creationId="{602B8779-B74B-DDA1-2423-FF13C117D41C}"/>
          </ac:spMkLst>
        </pc:spChg>
        <pc:spChg chg="del">
          <ac:chgData name="Rajashekar Atchi" userId="2ebe584e-20f3-4d5b-9cd4-f56557b1c32b" providerId="ADAL" clId="{70ED01E6-9351-4CE8-8266-B094E59D9E7D}" dt="2023-03-06T15:29:49.868" v="982" actId="478"/>
          <ac:spMkLst>
            <pc:docMk/>
            <pc:sldMk cId="3775536675" sldId="273"/>
            <ac:spMk id="7" creationId="{F683F824-0F47-F6CE-A2FA-F40C8607446D}"/>
          </ac:spMkLst>
        </pc:spChg>
        <pc:spChg chg="mod">
          <ac:chgData name="Rajashekar Atchi" userId="2ebe584e-20f3-4d5b-9cd4-f56557b1c32b" providerId="ADAL" clId="{70ED01E6-9351-4CE8-8266-B094E59D9E7D}" dt="2023-03-06T15:47:16.857" v="1829" actId="20577"/>
          <ac:spMkLst>
            <pc:docMk/>
            <pc:sldMk cId="3775536675" sldId="273"/>
            <ac:spMk id="8" creationId="{692A0C3A-4A94-7653-ACB6-E7F1288BC918}"/>
          </ac:spMkLst>
        </pc:spChg>
        <pc:spChg chg="del">
          <ac:chgData name="Rajashekar Atchi" userId="2ebe584e-20f3-4d5b-9cd4-f56557b1c32b" providerId="ADAL" clId="{70ED01E6-9351-4CE8-8266-B094E59D9E7D}" dt="2023-03-06T15:29:52.823" v="983" actId="478"/>
          <ac:spMkLst>
            <pc:docMk/>
            <pc:sldMk cId="3775536675" sldId="273"/>
            <ac:spMk id="9" creationId="{919468E3-E815-202F-EAEB-0E4F650B5246}"/>
          </ac:spMkLst>
        </pc:spChg>
        <pc:spChg chg="mod">
          <ac:chgData name="Rajashekar Atchi" userId="2ebe584e-20f3-4d5b-9cd4-f56557b1c32b" providerId="ADAL" clId="{70ED01E6-9351-4CE8-8266-B094E59D9E7D}" dt="2023-03-06T15:13:47.768" v="322" actId="6549"/>
          <ac:spMkLst>
            <pc:docMk/>
            <pc:sldMk cId="3775536675" sldId="273"/>
            <ac:spMk id="11" creationId="{00000000-0000-0000-0000-000000000000}"/>
          </ac:spMkLst>
        </pc:spChg>
        <pc:picChg chg="del">
          <ac:chgData name="Rajashekar Atchi" userId="2ebe584e-20f3-4d5b-9cd4-f56557b1c32b" providerId="ADAL" clId="{70ED01E6-9351-4CE8-8266-B094E59D9E7D}" dt="2023-03-06T14:55:56.071" v="32" actId="478"/>
          <ac:picMkLst>
            <pc:docMk/>
            <pc:sldMk cId="3775536675" sldId="273"/>
            <ac:picMk id="4" creationId="{996EA312-BA7A-41FF-417E-81D8EEF6A5B9}"/>
          </ac:picMkLst>
        </pc:picChg>
        <pc:picChg chg="add del mod">
          <ac:chgData name="Rajashekar Atchi" userId="2ebe584e-20f3-4d5b-9cd4-f56557b1c32b" providerId="ADAL" clId="{70ED01E6-9351-4CE8-8266-B094E59D9E7D}" dt="2023-03-06T15:51:13.948" v="1909" actId="21"/>
          <ac:picMkLst>
            <pc:docMk/>
            <pc:sldMk cId="3775536675" sldId="273"/>
            <ac:picMk id="6" creationId="{08C55CF9-ACD8-8347-C06B-EE12277EBEF1}"/>
          </ac:picMkLst>
        </pc:picChg>
        <pc:picChg chg="add mod">
          <ac:chgData name="Rajashekar Atchi" userId="2ebe584e-20f3-4d5b-9cd4-f56557b1c32b" providerId="ADAL" clId="{70ED01E6-9351-4CE8-8266-B094E59D9E7D}" dt="2023-03-06T16:19:13.111" v="2117" actId="1076"/>
          <ac:picMkLst>
            <pc:docMk/>
            <pc:sldMk cId="3775536675" sldId="273"/>
            <ac:picMk id="1028" creationId="{465C57C7-180B-804D-BEC5-9B9B42704F7C}"/>
          </ac:picMkLst>
        </pc:picChg>
      </pc:sldChg>
      <pc:sldChg chg="del">
        <pc:chgData name="Rajashekar Atchi" userId="2ebe584e-20f3-4d5b-9cd4-f56557b1c32b" providerId="ADAL" clId="{70ED01E6-9351-4CE8-8266-B094E59D9E7D}" dt="2023-03-06T15:55:05.678" v="1988" actId="47"/>
        <pc:sldMkLst>
          <pc:docMk/>
          <pc:sldMk cId="2843431937" sldId="275"/>
        </pc:sldMkLst>
      </pc:sldChg>
      <pc:sldChg chg="del">
        <pc:chgData name="Rajashekar Atchi" userId="2ebe584e-20f3-4d5b-9cd4-f56557b1c32b" providerId="ADAL" clId="{70ED01E6-9351-4CE8-8266-B094E59D9E7D}" dt="2023-03-06T15:55:06.582" v="1989" actId="47"/>
        <pc:sldMkLst>
          <pc:docMk/>
          <pc:sldMk cId="4128688370" sldId="276"/>
        </pc:sldMkLst>
      </pc:sldChg>
      <pc:sldChg chg="del">
        <pc:chgData name="Rajashekar Atchi" userId="2ebe584e-20f3-4d5b-9cd4-f56557b1c32b" providerId="ADAL" clId="{70ED01E6-9351-4CE8-8266-B094E59D9E7D}" dt="2023-03-06T15:55:07.483" v="1990" actId="47"/>
        <pc:sldMkLst>
          <pc:docMk/>
          <pc:sldMk cId="2987681781" sldId="277"/>
        </pc:sldMkLst>
      </pc:sldChg>
      <pc:sldChg chg="del">
        <pc:chgData name="Rajashekar Atchi" userId="2ebe584e-20f3-4d5b-9cd4-f56557b1c32b" providerId="ADAL" clId="{70ED01E6-9351-4CE8-8266-B094E59D9E7D}" dt="2023-03-06T15:55:09.173" v="1991" actId="47"/>
        <pc:sldMkLst>
          <pc:docMk/>
          <pc:sldMk cId="2787577456" sldId="278"/>
        </pc:sldMkLst>
      </pc:sldChg>
      <pc:sldChg chg="addSp modSp mod">
        <pc:chgData name="Rajashekar Atchi" userId="2ebe584e-20f3-4d5b-9cd4-f56557b1c32b" providerId="ADAL" clId="{70ED01E6-9351-4CE8-8266-B094E59D9E7D}" dt="2023-03-06T15:54:49.453" v="1987" actId="1076"/>
        <pc:sldMkLst>
          <pc:docMk/>
          <pc:sldMk cId="1837185926" sldId="292"/>
        </pc:sldMkLst>
        <pc:spChg chg="add mod">
          <ac:chgData name="Rajashekar Atchi" userId="2ebe584e-20f3-4d5b-9cd4-f56557b1c32b" providerId="ADAL" clId="{70ED01E6-9351-4CE8-8266-B094E59D9E7D}" dt="2023-03-06T15:54:49.453" v="1987" actId="1076"/>
          <ac:spMkLst>
            <pc:docMk/>
            <pc:sldMk cId="1837185926" sldId="292"/>
            <ac:spMk id="2" creationId="{E36EDF5F-90B1-AB48-D224-38749FFF23AF}"/>
          </ac:spMkLst>
        </pc:spChg>
        <pc:spChg chg="mod">
          <ac:chgData name="Rajashekar Atchi" userId="2ebe584e-20f3-4d5b-9cd4-f56557b1c32b" providerId="ADAL" clId="{70ED01E6-9351-4CE8-8266-B094E59D9E7D}" dt="2023-03-06T15:54:32.939" v="1983" actId="1076"/>
          <ac:spMkLst>
            <pc:docMk/>
            <pc:sldMk cId="1837185926" sldId="292"/>
            <ac:spMk id="16" creationId="{00000000-0000-0000-0000-000000000000}"/>
          </ac:spMkLst>
        </pc:spChg>
        <pc:spChg chg="mod">
          <ac:chgData name="Rajashekar Atchi" userId="2ebe584e-20f3-4d5b-9cd4-f56557b1c32b" providerId="ADAL" clId="{70ED01E6-9351-4CE8-8266-B094E59D9E7D}" dt="2023-03-06T15:54:23.701" v="1979" actId="1076"/>
          <ac:spMkLst>
            <pc:docMk/>
            <pc:sldMk cId="1837185926" sldId="292"/>
            <ac:spMk id="44" creationId="{00000000-0000-0000-0000-000000000000}"/>
          </ac:spMkLst>
        </pc:spChg>
        <pc:grpChg chg="mod">
          <ac:chgData name="Rajashekar Atchi" userId="2ebe584e-20f3-4d5b-9cd4-f56557b1c32b" providerId="ADAL" clId="{70ED01E6-9351-4CE8-8266-B094E59D9E7D}" dt="2023-03-06T15:54:42.069" v="1985" actId="1076"/>
          <ac:grpSpMkLst>
            <pc:docMk/>
            <pc:sldMk cId="1837185926" sldId="292"/>
            <ac:grpSpMk id="8" creationId="{00000000-0000-0000-0000-000000000000}"/>
          </ac:grpSpMkLst>
        </pc:grpChg>
        <pc:picChg chg="mod">
          <ac:chgData name="Rajashekar Atchi" userId="2ebe584e-20f3-4d5b-9cd4-f56557b1c32b" providerId="ADAL" clId="{70ED01E6-9351-4CE8-8266-B094E59D9E7D}" dt="2023-03-06T15:54:16.623" v="1977" actId="1076"/>
          <ac:picMkLst>
            <pc:docMk/>
            <pc:sldMk cId="1837185926" sldId="292"/>
            <ac:picMk id="4" creationId="{8E611218-B8C2-095F-DA29-2FFEC0BB15DA}"/>
          </ac:picMkLst>
        </pc:picChg>
        <pc:picChg chg="mod">
          <ac:chgData name="Rajashekar Atchi" userId="2ebe584e-20f3-4d5b-9cd4-f56557b1c32b" providerId="ADAL" clId="{70ED01E6-9351-4CE8-8266-B094E59D9E7D}" dt="2023-03-06T15:54:14.726" v="1976" actId="1076"/>
          <ac:picMkLst>
            <pc:docMk/>
            <pc:sldMk cId="1837185926" sldId="292"/>
            <ac:picMk id="45" creationId="{1AC5D8D3-1461-C925-F9EB-896EBF204716}"/>
          </ac:picMkLst>
        </pc:picChg>
      </pc:sldChg>
      <pc:sldChg chg="modSp mod">
        <pc:chgData name="Rajashekar Atchi" userId="2ebe584e-20f3-4d5b-9cd4-f56557b1c32b" providerId="ADAL" clId="{70ED01E6-9351-4CE8-8266-B094E59D9E7D}" dt="2023-03-06T15:05:08.144" v="123" actId="20577"/>
        <pc:sldMkLst>
          <pc:docMk/>
          <pc:sldMk cId="382135687" sldId="294"/>
        </pc:sldMkLst>
        <pc:spChg chg="mod">
          <ac:chgData name="Rajashekar Atchi" userId="2ebe584e-20f3-4d5b-9cd4-f56557b1c32b" providerId="ADAL" clId="{70ED01E6-9351-4CE8-8266-B094E59D9E7D}" dt="2023-03-06T15:05:08.144" v="123" actId="20577"/>
          <ac:spMkLst>
            <pc:docMk/>
            <pc:sldMk cId="382135687" sldId="294"/>
            <ac:spMk id="10" creationId="{AD3616C3-54E7-BAE1-2980-A576E17B969B}"/>
          </ac:spMkLst>
        </pc:spChg>
        <pc:spChg chg="mod">
          <ac:chgData name="Rajashekar Atchi" userId="2ebe584e-20f3-4d5b-9cd4-f56557b1c32b" providerId="ADAL" clId="{70ED01E6-9351-4CE8-8266-B094E59D9E7D}" dt="2023-03-06T15:04:35.966" v="111" actId="20577"/>
          <ac:spMkLst>
            <pc:docMk/>
            <pc:sldMk cId="382135687" sldId="294"/>
            <ac:spMk id="30" creationId="{5D6FD2C3-ABCF-7942-133C-F2BE1DA337E8}"/>
          </ac:spMkLst>
        </pc:spChg>
      </pc:sldChg>
      <pc:sldChg chg="addSp delSp modSp mod">
        <pc:chgData name="Rajashekar Atchi" userId="2ebe584e-20f3-4d5b-9cd4-f56557b1c32b" providerId="ADAL" clId="{70ED01E6-9351-4CE8-8266-B094E59D9E7D}" dt="2023-03-06T16:17:30.697" v="2112" actId="14100"/>
        <pc:sldMkLst>
          <pc:docMk/>
          <pc:sldMk cId="2257515749" sldId="295"/>
        </pc:sldMkLst>
        <pc:spChg chg="add mod">
          <ac:chgData name="Rajashekar Atchi" userId="2ebe584e-20f3-4d5b-9cd4-f56557b1c32b" providerId="ADAL" clId="{70ED01E6-9351-4CE8-8266-B094E59D9E7D}" dt="2023-03-06T16:14:46.551" v="2073" actId="14100"/>
          <ac:spMkLst>
            <pc:docMk/>
            <pc:sldMk cId="2257515749" sldId="295"/>
            <ac:spMk id="3" creationId="{B95285EF-715D-382C-70C6-5DAB3E6B1439}"/>
          </ac:spMkLst>
        </pc:spChg>
        <pc:spChg chg="add del mod">
          <ac:chgData name="Rajashekar Atchi" userId="2ebe584e-20f3-4d5b-9cd4-f56557b1c32b" providerId="ADAL" clId="{70ED01E6-9351-4CE8-8266-B094E59D9E7D}" dt="2023-03-06T16:13:32.193" v="2050" actId="12084"/>
          <ac:spMkLst>
            <pc:docMk/>
            <pc:sldMk cId="2257515749" sldId="295"/>
            <ac:spMk id="8" creationId="{8CC98D36-AD1E-1FE8-599F-173756576936}"/>
          </ac:spMkLst>
        </pc:spChg>
        <pc:spChg chg="add mod">
          <ac:chgData name="Rajashekar Atchi" userId="2ebe584e-20f3-4d5b-9cd4-f56557b1c32b" providerId="ADAL" clId="{70ED01E6-9351-4CE8-8266-B094E59D9E7D}" dt="2023-03-06T16:16:10.594" v="2091" actId="208"/>
          <ac:spMkLst>
            <pc:docMk/>
            <pc:sldMk cId="2257515749" sldId="295"/>
            <ac:spMk id="10" creationId="{AA1592C2-5F0D-0362-E93D-7694B0FE082C}"/>
          </ac:spMkLst>
        </pc:spChg>
        <pc:spChg chg="mod">
          <ac:chgData name="Rajashekar Atchi" userId="2ebe584e-20f3-4d5b-9cd4-f56557b1c32b" providerId="ADAL" clId="{70ED01E6-9351-4CE8-8266-B094E59D9E7D}" dt="2023-03-06T16:14:39.078" v="2071" actId="1076"/>
          <ac:spMkLst>
            <pc:docMk/>
            <pc:sldMk cId="2257515749" sldId="295"/>
            <ac:spMk id="15" creationId="{00000000-0000-0000-0000-000000000000}"/>
          </ac:spMkLst>
        </pc:spChg>
        <pc:spChg chg="add mod">
          <ac:chgData name="Rajashekar Atchi" userId="2ebe584e-20f3-4d5b-9cd4-f56557b1c32b" providerId="ADAL" clId="{70ED01E6-9351-4CE8-8266-B094E59D9E7D}" dt="2023-03-06T16:17:16.780" v="2108" actId="208"/>
          <ac:spMkLst>
            <pc:docMk/>
            <pc:sldMk cId="2257515749" sldId="295"/>
            <ac:spMk id="19" creationId="{277CA886-FE19-9F7F-4B75-295FA5FE14D9}"/>
          </ac:spMkLst>
        </pc:spChg>
        <pc:graphicFrameChg chg="add mod modGraphic">
          <ac:chgData name="Rajashekar Atchi" userId="2ebe584e-20f3-4d5b-9cd4-f56557b1c32b" providerId="ADAL" clId="{70ED01E6-9351-4CE8-8266-B094E59D9E7D}" dt="2023-03-06T16:15:36.370" v="2086" actId="113"/>
          <ac:graphicFrameMkLst>
            <pc:docMk/>
            <pc:sldMk cId="2257515749" sldId="295"/>
            <ac:graphicFrameMk id="9" creationId="{C9793D40-ED4E-E15C-2003-44DA283F9613}"/>
          </ac:graphicFrameMkLst>
        </pc:graphicFrameChg>
        <pc:picChg chg="add del mod">
          <ac:chgData name="Rajashekar Atchi" userId="2ebe584e-20f3-4d5b-9cd4-f56557b1c32b" providerId="ADAL" clId="{70ED01E6-9351-4CE8-8266-B094E59D9E7D}" dt="2023-03-06T15:57:12.150" v="2037" actId="478"/>
          <ac:picMkLst>
            <pc:docMk/>
            <pc:sldMk cId="2257515749" sldId="295"/>
            <ac:picMk id="2" creationId="{2B5DE278-2D4C-54FB-C2E1-9D09AE99E1DE}"/>
          </ac:picMkLst>
        </pc:picChg>
        <pc:picChg chg="add del mod">
          <ac:chgData name="Rajashekar Atchi" userId="2ebe584e-20f3-4d5b-9cd4-f56557b1c32b" providerId="ADAL" clId="{70ED01E6-9351-4CE8-8266-B094E59D9E7D}" dt="2023-03-06T15:59:33.973" v="2047" actId="478"/>
          <ac:picMkLst>
            <pc:docMk/>
            <pc:sldMk cId="2257515749" sldId="295"/>
            <ac:picMk id="6" creationId="{1B0A0439-191A-A602-51BB-6AC103B97529}"/>
          </ac:picMkLst>
        </pc:picChg>
        <pc:cxnChg chg="add del mod">
          <ac:chgData name="Rajashekar Atchi" userId="2ebe584e-20f3-4d5b-9cd4-f56557b1c32b" providerId="ADAL" clId="{70ED01E6-9351-4CE8-8266-B094E59D9E7D}" dt="2023-03-06T16:16:21.289" v="2094" actId="478"/>
          <ac:cxnSpMkLst>
            <pc:docMk/>
            <pc:sldMk cId="2257515749" sldId="295"/>
            <ac:cxnSpMk id="12" creationId="{A0C75D50-30EC-4CEB-E271-0F0D96AC5189}"/>
          </ac:cxnSpMkLst>
        </pc:cxnChg>
        <pc:cxnChg chg="add mod">
          <ac:chgData name="Rajashekar Atchi" userId="2ebe584e-20f3-4d5b-9cd4-f56557b1c32b" providerId="ADAL" clId="{70ED01E6-9351-4CE8-8266-B094E59D9E7D}" dt="2023-03-06T16:16:47.337" v="2101" actId="13822"/>
          <ac:cxnSpMkLst>
            <pc:docMk/>
            <pc:sldMk cId="2257515749" sldId="295"/>
            <ac:cxnSpMk id="17" creationId="{9C80B489-D498-48BE-B1DD-D1C4F8BFECA8}"/>
          </ac:cxnSpMkLst>
        </pc:cxnChg>
        <pc:cxnChg chg="add mod">
          <ac:chgData name="Rajashekar Atchi" userId="2ebe584e-20f3-4d5b-9cd4-f56557b1c32b" providerId="ADAL" clId="{70ED01E6-9351-4CE8-8266-B094E59D9E7D}" dt="2023-03-06T16:17:30.697" v="2112" actId="14100"/>
          <ac:cxnSpMkLst>
            <pc:docMk/>
            <pc:sldMk cId="2257515749" sldId="295"/>
            <ac:cxnSpMk id="20" creationId="{9A7A2764-7835-E697-27A4-07B1B61BC608}"/>
          </ac:cxnSpMkLst>
        </pc:cxnChg>
      </pc:sldChg>
      <pc:sldChg chg="modSp add del mod">
        <pc:chgData name="Rajashekar Atchi" userId="2ebe584e-20f3-4d5b-9cd4-f56557b1c32b" providerId="ADAL" clId="{70ED01E6-9351-4CE8-8266-B094E59D9E7D}" dt="2023-03-06T14:57:53.840" v="50" actId="47"/>
        <pc:sldMkLst>
          <pc:docMk/>
          <pc:sldMk cId="1667766753" sldId="299"/>
        </pc:sldMkLst>
        <pc:picChg chg="mod modCrop">
          <ac:chgData name="Rajashekar Atchi" userId="2ebe584e-20f3-4d5b-9cd4-f56557b1c32b" providerId="ADAL" clId="{70ED01E6-9351-4CE8-8266-B094E59D9E7D}" dt="2023-03-06T14:57:49.896" v="49" actId="732"/>
          <ac:picMkLst>
            <pc:docMk/>
            <pc:sldMk cId="1667766753" sldId="299"/>
            <ac:picMk id="4" creationId="{83F41E14-21EF-365D-06EB-0539A3D8C199}"/>
          </ac:picMkLst>
        </pc:picChg>
      </pc:sldChg>
      <pc:sldChg chg="new del">
        <pc:chgData name="Rajashekar Atchi" userId="2ebe584e-20f3-4d5b-9cd4-f56557b1c32b" providerId="ADAL" clId="{70ED01E6-9351-4CE8-8266-B094E59D9E7D}" dt="2023-03-06T13:38:09.872" v="2" actId="47"/>
        <pc:sldMkLst>
          <pc:docMk/>
          <pc:sldMk cId="1230601441" sldId="300"/>
        </pc:sldMkLst>
      </pc:sldChg>
      <pc:sldChg chg="addSp delSp modSp new del mod">
        <pc:chgData name="Rajashekar Atchi" userId="2ebe584e-20f3-4d5b-9cd4-f56557b1c32b" providerId="ADAL" clId="{70ED01E6-9351-4CE8-8266-B094E59D9E7D}" dt="2023-03-06T15:12:31.296" v="298" actId="47"/>
        <pc:sldMkLst>
          <pc:docMk/>
          <pc:sldMk cId="2086780678" sldId="300"/>
        </pc:sldMkLst>
        <pc:spChg chg="del">
          <ac:chgData name="Rajashekar Atchi" userId="2ebe584e-20f3-4d5b-9cd4-f56557b1c32b" providerId="ADAL" clId="{70ED01E6-9351-4CE8-8266-B094E59D9E7D}" dt="2023-03-06T13:40:17.192" v="24" actId="478"/>
          <ac:spMkLst>
            <pc:docMk/>
            <pc:sldMk cId="2086780678" sldId="300"/>
            <ac:spMk id="2" creationId="{418700FF-CDA1-FC02-9A43-37B25F54737F}"/>
          </ac:spMkLst>
        </pc:spChg>
        <pc:spChg chg="del">
          <ac:chgData name="Rajashekar Atchi" userId="2ebe584e-20f3-4d5b-9cd4-f56557b1c32b" providerId="ADAL" clId="{70ED01E6-9351-4CE8-8266-B094E59D9E7D}" dt="2023-03-06T13:38:28.330" v="4" actId="478"/>
          <ac:spMkLst>
            <pc:docMk/>
            <pc:sldMk cId="2086780678" sldId="300"/>
            <ac:spMk id="3" creationId="{6F068ACC-A8AF-7400-2DC6-84422D15A4EC}"/>
          </ac:spMkLst>
        </pc:spChg>
        <pc:spChg chg="del">
          <ac:chgData name="Rajashekar Atchi" userId="2ebe584e-20f3-4d5b-9cd4-f56557b1c32b" providerId="ADAL" clId="{70ED01E6-9351-4CE8-8266-B094E59D9E7D}" dt="2023-03-06T14:58:59.537" v="62" actId="478"/>
          <ac:spMkLst>
            <pc:docMk/>
            <pc:sldMk cId="2086780678" sldId="300"/>
            <ac:spMk id="5" creationId="{0F6E6C7A-10BA-E8B5-AC8C-C0AF1690DC49}"/>
          </ac:spMkLst>
        </pc:spChg>
        <pc:spChg chg="add del mod">
          <ac:chgData name="Rajashekar Atchi" userId="2ebe584e-20f3-4d5b-9cd4-f56557b1c32b" providerId="ADAL" clId="{70ED01E6-9351-4CE8-8266-B094E59D9E7D}" dt="2023-03-06T14:57:59.230" v="51" actId="931"/>
          <ac:spMkLst>
            <pc:docMk/>
            <pc:sldMk cId="2086780678" sldId="300"/>
            <ac:spMk id="6" creationId="{DABF5A63-6933-79D2-1AAA-C1C76846836B}"/>
          </ac:spMkLst>
        </pc:spChg>
        <pc:spChg chg="del">
          <ac:chgData name="Rajashekar Atchi" userId="2ebe584e-20f3-4d5b-9cd4-f56557b1c32b" providerId="ADAL" clId="{70ED01E6-9351-4CE8-8266-B094E59D9E7D}" dt="2023-03-06T13:38:30.240" v="5" actId="478"/>
          <ac:spMkLst>
            <pc:docMk/>
            <pc:sldMk cId="2086780678" sldId="300"/>
            <ac:spMk id="7" creationId="{11E19614-0F88-F68B-8215-0CC3EFAB061B}"/>
          </ac:spMkLst>
        </pc:spChg>
        <pc:spChg chg="del">
          <ac:chgData name="Rajashekar Atchi" userId="2ebe584e-20f3-4d5b-9cd4-f56557b1c32b" providerId="ADAL" clId="{70ED01E6-9351-4CE8-8266-B094E59D9E7D}" dt="2023-03-06T13:38:31.159" v="6" actId="478"/>
          <ac:spMkLst>
            <pc:docMk/>
            <pc:sldMk cId="2086780678" sldId="300"/>
            <ac:spMk id="8" creationId="{57502A0D-5933-D7E8-73E4-8121CF87DF1C}"/>
          </ac:spMkLst>
        </pc:spChg>
        <pc:spChg chg="del">
          <ac:chgData name="Rajashekar Atchi" userId="2ebe584e-20f3-4d5b-9cd4-f56557b1c32b" providerId="ADAL" clId="{70ED01E6-9351-4CE8-8266-B094E59D9E7D}" dt="2023-03-06T13:38:32.016" v="7" actId="478"/>
          <ac:spMkLst>
            <pc:docMk/>
            <pc:sldMk cId="2086780678" sldId="300"/>
            <ac:spMk id="9" creationId="{E9DBDF8D-143A-0693-745C-2A3B92C7B677}"/>
          </ac:spMkLst>
        </pc:spChg>
        <pc:spChg chg="add mod">
          <ac:chgData name="Rajashekar Atchi" userId="2ebe584e-20f3-4d5b-9cd4-f56557b1c32b" providerId="ADAL" clId="{70ED01E6-9351-4CE8-8266-B094E59D9E7D}" dt="2023-03-06T13:40:18.983" v="25"/>
          <ac:spMkLst>
            <pc:docMk/>
            <pc:sldMk cId="2086780678" sldId="300"/>
            <ac:spMk id="14" creationId="{2380322B-2314-B1CE-E83A-1BE10A9A3214}"/>
          </ac:spMkLst>
        </pc:spChg>
        <pc:spChg chg="add mod">
          <ac:chgData name="Rajashekar Atchi" userId="2ebe584e-20f3-4d5b-9cd4-f56557b1c32b" providerId="ADAL" clId="{70ED01E6-9351-4CE8-8266-B094E59D9E7D}" dt="2023-03-06T14:59:18.107" v="81" actId="14100"/>
          <ac:spMkLst>
            <pc:docMk/>
            <pc:sldMk cId="2086780678" sldId="300"/>
            <ac:spMk id="20" creationId="{294DD057-B2A8-CD5F-5C51-595749F99C4C}"/>
          </ac:spMkLst>
        </pc:spChg>
        <pc:spChg chg="add mod">
          <ac:chgData name="Rajashekar Atchi" userId="2ebe584e-20f3-4d5b-9cd4-f56557b1c32b" providerId="ADAL" clId="{70ED01E6-9351-4CE8-8266-B094E59D9E7D}" dt="2023-03-06T14:59:39.874" v="102" actId="1076"/>
          <ac:spMkLst>
            <pc:docMk/>
            <pc:sldMk cId="2086780678" sldId="300"/>
            <ac:spMk id="21" creationId="{90EC6E10-4007-5E13-BF40-83336B5AB197}"/>
          </ac:spMkLst>
        </pc:spChg>
        <pc:graphicFrameChg chg="add del mod">
          <ac:chgData name="Rajashekar Atchi" userId="2ebe584e-20f3-4d5b-9cd4-f56557b1c32b" providerId="ADAL" clId="{70ED01E6-9351-4CE8-8266-B094E59D9E7D}" dt="2023-03-06T13:41:56.320" v="30" actId="478"/>
          <ac:graphicFrameMkLst>
            <pc:docMk/>
            <pc:sldMk cId="2086780678" sldId="300"/>
            <ac:graphicFrameMk id="16" creationId="{1CD10397-179D-DE70-1E79-89F125E81755}"/>
          </ac:graphicFrameMkLst>
        </pc:graphicFrameChg>
        <pc:picChg chg="add del mod">
          <ac:chgData name="Rajashekar Atchi" userId="2ebe584e-20f3-4d5b-9cd4-f56557b1c32b" providerId="ADAL" clId="{70ED01E6-9351-4CE8-8266-B094E59D9E7D}" dt="2023-03-06T13:39:01.677" v="17" actId="931"/>
          <ac:picMkLst>
            <pc:docMk/>
            <pc:sldMk cId="2086780678" sldId="300"/>
            <ac:picMk id="11" creationId="{56128912-BC21-BD68-5E9F-B8FDCB5937A7}"/>
          </ac:picMkLst>
        </pc:picChg>
        <pc:picChg chg="add del mod">
          <ac:chgData name="Rajashekar Atchi" userId="2ebe584e-20f3-4d5b-9cd4-f56557b1c32b" providerId="ADAL" clId="{70ED01E6-9351-4CE8-8266-B094E59D9E7D}" dt="2023-03-06T13:39:33.940" v="23" actId="931"/>
          <ac:picMkLst>
            <pc:docMk/>
            <pc:sldMk cId="2086780678" sldId="300"/>
            <ac:picMk id="13" creationId="{A40D6E87-21B7-69FB-6499-3ED98FE51114}"/>
          </ac:picMkLst>
        </pc:picChg>
        <pc:picChg chg="add mod">
          <ac:chgData name="Rajashekar Atchi" userId="2ebe584e-20f3-4d5b-9cd4-f56557b1c32b" providerId="ADAL" clId="{70ED01E6-9351-4CE8-8266-B094E59D9E7D}" dt="2023-03-06T13:40:33.095" v="27"/>
          <ac:picMkLst>
            <pc:docMk/>
            <pc:sldMk cId="2086780678" sldId="300"/>
            <ac:picMk id="15" creationId="{863212E0-535E-959B-D1E6-9A8F65E7C211}"/>
          </ac:picMkLst>
        </pc:picChg>
        <pc:picChg chg="add mod">
          <ac:chgData name="Rajashekar Atchi" userId="2ebe584e-20f3-4d5b-9cd4-f56557b1c32b" providerId="ADAL" clId="{70ED01E6-9351-4CE8-8266-B094E59D9E7D}" dt="2023-03-06T14:59:43.751" v="103" actId="14100"/>
          <ac:picMkLst>
            <pc:docMk/>
            <pc:sldMk cId="2086780678" sldId="300"/>
            <ac:picMk id="18" creationId="{650A2C49-0329-1B84-3761-0B4C2A6D1764}"/>
          </ac:picMkLst>
        </pc:picChg>
        <pc:picChg chg="add mod">
          <ac:chgData name="Rajashekar Atchi" userId="2ebe584e-20f3-4d5b-9cd4-f56557b1c32b" providerId="ADAL" clId="{70ED01E6-9351-4CE8-8266-B094E59D9E7D}" dt="2023-03-06T14:59:45.983" v="104" actId="14100"/>
          <ac:picMkLst>
            <pc:docMk/>
            <pc:sldMk cId="2086780678" sldId="300"/>
            <ac:picMk id="19" creationId="{F99E9B25-DEBB-6D4C-402E-F95396FE7F5A}"/>
          </ac:picMkLst>
        </pc:picChg>
      </pc:sldChg>
      <pc:sldChg chg="addSp delSp modSp add mod modTransition">
        <pc:chgData name="Rajashekar Atchi" userId="2ebe584e-20f3-4d5b-9cd4-f56557b1c32b" providerId="ADAL" clId="{70ED01E6-9351-4CE8-8266-B094E59D9E7D}" dt="2023-03-06T16:20:25.284" v="2118"/>
        <pc:sldMkLst>
          <pc:docMk/>
          <pc:sldMk cId="1095801846" sldId="301"/>
        </pc:sldMkLst>
        <pc:spChg chg="add del mod">
          <ac:chgData name="Rajashekar Atchi" userId="2ebe584e-20f3-4d5b-9cd4-f56557b1c32b" providerId="ADAL" clId="{70ED01E6-9351-4CE8-8266-B094E59D9E7D}" dt="2023-03-06T15:09:40.098" v="139"/>
          <ac:spMkLst>
            <pc:docMk/>
            <pc:sldMk cId="1095801846" sldId="301"/>
            <ac:spMk id="2" creationId="{843FE32C-CAAD-06BD-0697-CF5326A02BA4}"/>
          </ac:spMkLst>
        </pc:spChg>
        <pc:spChg chg="add mod">
          <ac:chgData name="Rajashekar Atchi" userId="2ebe584e-20f3-4d5b-9cd4-f56557b1c32b" providerId="ADAL" clId="{70ED01E6-9351-4CE8-8266-B094E59D9E7D}" dt="2023-03-06T15:12:21.411" v="295" actId="1076"/>
          <ac:spMkLst>
            <pc:docMk/>
            <pc:sldMk cId="1095801846" sldId="301"/>
            <ac:spMk id="3" creationId="{21B605E1-76B4-40F7-6361-E7E36E1FAAC1}"/>
          </ac:spMkLst>
        </pc:spChg>
        <pc:spChg chg="add del">
          <ac:chgData name="Rajashekar Atchi" userId="2ebe584e-20f3-4d5b-9cd4-f56557b1c32b" providerId="ADAL" clId="{70ED01E6-9351-4CE8-8266-B094E59D9E7D}" dt="2023-03-06T15:11:55.245" v="265" actId="478"/>
          <ac:spMkLst>
            <pc:docMk/>
            <pc:sldMk cId="1095801846" sldId="301"/>
            <ac:spMk id="6" creationId="{D8D3AAFC-BDB2-3AF6-9894-3FBD605FE2DE}"/>
          </ac:spMkLst>
        </pc:spChg>
        <pc:spChg chg="add mod">
          <ac:chgData name="Rajashekar Atchi" userId="2ebe584e-20f3-4d5b-9cd4-f56557b1c32b" providerId="ADAL" clId="{70ED01E6-9351-4CE8-8266-B094E59D9E7D}" dt="2023-03-06T15:12:00.473" v="266"/>
          <ac:spMkLst>
            <pc:docMk/>
            <pc:sldMk cId="1095801846" sldId="301"/>
            <ac:spMk id="7" creationId="{85BA43AF-D29E-FE1B-539D-8356671D7A2B}"/>
          </ac:spMkLst>
        </pc:spChg>
        <pc:spChg chg="mod">
          <ac:chgData name="Rajashekar Atchi" userId="2ebe584e-20f3-4d5b-9cd4-f56557b1c32b" providerId="ADAL" clId="{70ED01E6-9351-4CE8-8266-B094E59D9E7D}" dt="2023-03-06T15:12:13.476" v="294" actId="20577"/>
          <ac:spMkLst>
            <pc:docMk/>
            <pc:sldMk cId="1095801846" sldId="301"/>
            <ac:spMk id="14" creationId="{2380322B-2314-B1CE-E83A-1BE10A9A3214}"/>
          </ac:spMkLst>
        </pc:spChg>
        <pc:spChg chg="del">
          <ac:chgData name="Rajashekar Atchi" userId="2ebe584e-20f3-4d5b-9cd4-f56557b1c32b" providerId="ADAL" clId="{70ED01E6-9351-4CE8-8266-B094E59D9E7D}" dt="2023-03-06T15:11:41.142" v="258" actId="478"/>
          <ac:spMkLst>
            <pc:docMk/>
            <pc:sldMk cId="1095801846" sldId="301"/>
            <ac:spMk id="20" creationId="{294DD057-B2A8-CD5F-5C51-595749F99C4C}"/>
          </ac:spMkLst>
        </pc:spChg>
        <pc:spChg chg="del">
          <ac:chgData name="Rajashekar Atchi" userId="2ebe584e-20f3-4d5b-9cd4-f56557b1c32b" providerId="ADAL" clId="{70ED01E6-9351-4CE8-8266-B094E59D9E7D}" dt="2023-03-06T15:11:43.849" v="259" actId="478"/>
          <ac:spMkLst>
            <pc:docMk/>
            <pc:sldMk cId="1095801846" sldId="301"/>
            <ac:spMk id="21" creationId="{90EC6E10-4007-5E13-BF40-83336B5AB197}"/>
          </ac:spMkLst>
        </pc:spChg>
        <pc:picChg chg="mod">
          <ac:chgData name="Rajashekar Atchi" userId="2ebe584e-20f3-4d5b-9cd4-f56557b1c32b" providerId="ADAL" clId="{70ED01E6-9351-4CE8-8266-B094E59D9E7D}" dt="2023-03-06T15:09:30.771" v="136" actId="1076"/>
          <ac:picMkLst>
            <pc:docMk/>
            <pc:sldMk cId="1095801846" sldId="301"/>
            <ac:picMk id="18" creationId="{650A2C49-0329-1B84-3761-0B4C2A6D1764}"/>
          </ac:picMkLst>
        </pc:picChg>
        <pc:picChg chg="del">
          <ac:chgData name="Rajashekar Atchi" userId="2ebe584e-20f3-4d5b-9cd4-f56557b1c32b" providerId="ADAL" clId="{70ED01E6-9351-4CE8-8266-B094E59D9E7D}" dt="2023-03-06T15:09:21.593" v="133" actId="478"/>
          <ac:picMkLst>
            <pc:docMk/>
            <pc:sldMk cId="1095801846" sldId="301"/>
            <ac:picMk id="19" creationId="{F99E9B25-DEBB-6D4C-402E-F95396FE7F5A}"/>
          </ac:picMkLst>
        </pc:picChg>
      </pc:sldChg>
      <pc:sldChg chg="new del">
        <pc:chgData name="Rajashekar Atchi" userId="2ebe584e-20f3-4d5b-9cd4-f56557b1c32b" providerId="ADAL" clId="{70ED01E6-9351-4CE8-8266-B094E59D9E7D}" dt="2023-03-06T13:41:59.072" v="31" actId="47"/>
        <pc:sldMkLst>
          <pc:docMk/>
          <pc:sldMk cId="2897248553" sldId="301"/>
        </pc:sldMkLst>
      </pc:sldChg>
      <pc:sldChg chg="addSp delSp modSp add mod ord modTransition">
        <pc:chgData name="Rajashekar Atchi" userId="2ebe584e-20f3-4d5b-9cd4-f56557b1c32b" providerId="ADAL" clId="{70ED01E6-9351-4CE8-8266-B094E59D9E7D}" dt="2023-03-06T16:20:25.284" v="2118"/>
        <pc:sldMkLst>
          <pc:docMk/>
          <pc:sldMk cId="2140688225" sldId="302"/>
        </pc:sldMkLst>
        <pc:spChg chg="add del mod">
          <ac:chgData name="Rajashekar Atchi" userId="2ebe584e-20f3-4d5b-9cd4-f56557b1c32b" providerId="ADAL" clId="{70ED01E6-9351-4CE8-8266-B094E59D9E7D}" dt="2023-03-06T15:10:14.305" v="149" actId="478"/>
          <ac:spMkLst>
            <pc:docMk/>
            <pc:sldMk cId="2140688225" sldId="302"/>
            <ac:spMk id="3" creationId="{C8BEFE31-7033-F0FC-C864-176AEA01FACD}"/>
          </ac:spMkLst>
        </pc:spChg>
        <pc:spChg chg="add mod">
          <ac:chgData name="Rajashekar Atchi" userId="2ebe584e-20f3-4d5b-9cd4-f56557b1c32b" providerId="ADAL" clId="{70ED01E6-9351-4CE8-8266-B094E59D9E7D}" dt="2023-03-06T15:12:24.867" v="296" actId="1076"/>
          <ac:spMkLst>
            <pc:docMk/>
            <pc:sldMk cId="2140688225" sldId="302"/>
            <ac:spMk id="5" creationId="{49AEBAC4-9304-241B-F114-FFD4F03B80C8}"/>
          </ac:spMkLst>
        </pc:spChg>
        <pc:spChg chg="mod">
          <ac:chgData name="Rajashekar Atchi" userId="2ebe584e-20f3-4d5b-9cd4-f56557b1c32b" providerId="ADAL" clId="{70ED01E6-9351-4CE8-8266-B094E59D9E7D}" dt="2023-03-06T15:11:30.450" v="244" actId="20577"/>
          <ac:spMkLst>
            <pc:docMk/>
            <pc:sldMk cId="2140688225" sldId="302"/>
            <ac:spMk id="14" creationId="{2380322B-2314-B1CE-E83A-1BE10A9A3214}"/>
          </ac:spMkLst>
        </pc:spChg>
        <pc:spChg chg="del">
          <ac:chgData name="Rajashekar Atchi" userId="2ebe584e-20f3-4d5b-9cd4-f56557b1c32b" providerId="ADAL" clId="{70ED01E6-9351-4CE8-8266-B094E59D9E7D}" dt="2023-03-06T15:10:27.189" v="152" actId="478"/>
          <ac:spMkLst>
            <pc:docMk/>
            <pc:sldMk cId="2140688225" sldId="302"/>
            <ac:spMk id="20" creationId="{294DD057-B2A8-CD5F-5C51-595749F99C4C}"/>
          </ac:spMkLst>
        </pc:spChg>
        <pc:spChg chg="mod">
          <ac:chgData name="Rajashekar Atchi" userId="2ebe584e-20f3-4d5b-9cd4-f56557b1c32b" providerId="ADAL" clId="{70ED01E6-9351-4CE8-8266-B094E59D9E7D}" dt="2023-03-06T15:11:50.140" v="263" actId="403"/>
          <ac:spMkLst>
            <pc:docMk/>
            <pc:sldMk cId="2140688225" sldId="302"/>
            <ac:spMk id="21" creationId="{90EC6E10-4007-5E13-BF40-83336B5AB197}"/>
          </ac:spMkLst>
        </pc:spChg>
        <pc:picChg chg="del">
          <ac:chgData name="Rajashekar Atchi" userId="2ebe584e-20f3-4d5b-9cd4-f56557b1c32b" providerId="ADAL" clId="{70ED01E6-9351-4CE8-8266-B094E59D9E7D}" dt="2023-03-06T15:10:11.972" v="148" actId="478"/>
          <ac:picMkLst>
            <pc:docMk/>
            <pc:sldMk cId="2140688225" sldId="302"/>
            <ac:picMk id="18" creationId="{650A2C49-0329-1B84-3761-0B4C2A6D1764}"/>
          </ac:picMkLst>
        </pc:picChg>
        <pc:picChg chg="mod">
          <ac:chgData name="Rajashekar Atchi" userId="2ebe584e-20f3-4d5b-9cd4-f56557b1c32b" providerId="ADAL" clId="{70ED01E6-9351-4CE8-8266-B094E59D9E7D}" dt="2023-03-06T15:10:21.591" v="151" actId="14100"/>
          <ac:picMkLst>
            <pc:docMk/>
            <pc:sldMk cId="2140688225" sldId="302"/>
            <ac:picMk id="19" creationId="{F99E9B25-DEBB-6D4C-402E-F95396FE7F5A}"/>
          </ac:picMkLst>
        </pc:picChg>
      </pc:sldChg>
      <pc:sldChg chg="addSp delSp modSp add del mod">
        <pc:chgData name="Rajashekar Atchi" userId="2ebe584e-20f3-4d5b-9cd4-f56557b1c32b" providerId="ADAL" clId="{70ED01E6-9351-4CE8-8266-B094E59D9E7D}" dt="2023-03-06T16:17:43.260" v="2113" actId="47"/>
        <pc:sldMkLst>
          <pc:docMk/>
          <pc:sldMk cId="1370279092" sldId="303"/>
        </pc:sldMkLst>
        <pc:spChg chg="mod">
          <ac:chgData name="Rajashekar Atchi" userId="2ebe584e-20f3-4d5b-9cd4-f56557b1c32b" providerId="ADAL" clId="{70ED01E6-9351-4CE8-8266-B094E59D9E7D}" dt="2023-03-06T15:56:23.630" v="2029" actId="120"/>
          <ac:spMkLst>
            <pc:docMk/>
            <pc:sldMk cId="1370279092" sldId="303"/>
            <ac:spMk id="15" creationId="{00000000-0000-0000-0000-000000000000}"/>
          </ac:spMkLst>
        </pc:spChg>
        <pc:picChg chg="del">
          <ac:chgData name="Rajashekar Atchi" userId="2ebe584e-20f3-4d5b-9cd4-f56557b1c32b" providerId="ADAL" clId="{70ED01E6-9351-4CE8-8266-B094E59D9E7D}" dt="2023-03-06T15:56:12.520" v="2022" actId="478"/>
          <ac:picMkLst>
            <pc:docMk/>
            <pc:sldMk cId="1370279092" sldId="303"/>
            <ac:picMk id="2" creationId="{2B5DE278-2D4C-54FB-C2E1-9D09AE99E1DE}"/>
          </ac:picMkLst>
        </pc:picChg>
        <pc:picChg chg="add del mod">
          <ac:chgData name="Rajashekar Atchi" userId="2ebe584e-20f3-4d5b-9cd4-f56557b1c32b" providerId="ADAL" clId="{70ED01E6-9351-4CE8-8266-B094E59D9E7D}" dt="2023-03-06T15:56:50.821" v="2036" actId="478"/>
          <ac:picMkLst>
            <pc:docMk/>
            <pc:sldMk cId="1370279092" sldId="303"/>
            <ac:picMk id="3" creationId="{2956EABE-169D-EA3D-0010-8060F8033776}"/>
          </ac:picMkLst>
        </pc:picChg>
      </pc:sldChg>
      <pc:sldChg chg="delSp modSp add del mod modNotesTx">
        <pc:chgData name="Rajashekar Atchi" userId="2ebe584e-20f3-4d5b-9cd4-f56557b1c32b" providerId="ADAL" clId="{70ED01E6-9351-4CE8-8266-B094E59D9E7D}" dt="2023-03-06T15:50:31.809" v="1885" actId="47"/>
        <pc:sldMkLst>
          <pc:docMk/>
          <pc:sldMk cId="1616254519" sldId="303"/>
        </pc:sldMkLst>
        <pc:spChg chg="mod">
          <ac:chgData name="Rajashekar Atchi" userId="2ebe584e-20f3-4d5b-9cd4-f56557b1c32b" providerId="ADAL" clId="{70ED01E6-9351-4CE8-8266-B094E59D9E7D}" dt="2023-03-06T15:23:56.699" v="784" actId="20577"/>
          <ac:spMkLst>
            <pc:docMk/>
            <pc:sldMk cId="1616254519" sldId="303"/>
            <ac:spMk id="3" creationId="{602B8779-B74B-DDA1-2423-FF13C117D41C}"/>
          </ac:spMkLst>
        </pc:spChg>
        <pc:spChg chg="del">
          <ac:chgData name="Rajashekar Atchi" userId="2ebe584e-20f3-4d5b-9cd4-f56557b1c32b" providerId="ADAL" clId="{70ED01E6-9351-4CE8-8266-B094E59D9E7D}" dt="2023-03-06T15:15:21.755" v="433" actId="478"/>
          <ac:spMkLst>
            <pc:docMk/>
            <pc:sldMk cId="1616254519" sldId="303"/>
            <ac:spMk id="7" creationId="{F683F824-0F47-F6CE-A2FA-F40C8607446D}"/>
          </ac:spMkLst>
        </pc:spChg>
        <pc:spChg chg="del">
          <ac:chgData name="Rajashekar Atchi" userId="2ebe584e-20f3-4d5b-9cd4-f56557b1c32b" providerId="ADAL" clId="{70ED01E6-9351-4CE8-8266-B094E59D9E7D}" dt="2023-03-06T15:15:27.265" v="436" actId="478"/>
          <ac:spMkLst>
            <pc:docMk/>
            <pc:sldMk cId="1616254519" sldId="303"/>
            <ac:spMk id="8" creationId="{692A0C3A-4A94-7653-ACB6-E7F1288BC918}"/>
          </ac:spMkLst>
        </pc:spChg>
        <pc:spChg chg="del">
          <ac:chgData name="Rajashekar Atchi" userId="2ebe584e-20f3-4d5b-9cd4-f56557b1c32b" providerId="ADAL" clId="{70ED01E6-9351-4CE8-8266-B094E59D9E7D}" dt="2023-03-06T15:15:23.176" v="434" actId="478"/>
          <ac:spMkLst>
            <pc:docMk/>
            <pc:sldMk cId="1616254519" sldId="303"/>
            <ac:spMk id="9" creationId="{919468E3-E815-202F-EAEB-0E4F650B5246}"/>
          </ac:spMkLst>
        </pc:spChg>
        <pc:picChg chg="del">
          <ac:chgData name="Rajashekar Atchi" userId="2ebe584e-20f3-4d5b-9cd4-f56557b1c32b" providerId="ADAL" clId="{70ED01E6-9351-4CE8-8266-B094E59D9E7D}" dt="2023-03-06T15:15:23.896" v="435" actId="478"/>
          <ac:picMkLst>
            <pc:docMk/>
            <pc:sldMk cId="1616254519" sldId="303"/>
            <ac:picMk id="6" creationId="{08C55CF9-ACD8-8347-C06B-EE12277EBEF1}"/>
          </ac:picMkLst>
        </pc:picChg>
      </pc:sldChg>
      <pc:sldMasterChg chg="delSldLayout modSldLayout">
        <pc:chgData name="Rajashekar Atchi" userId="2ebe584e-20f3-4d5b-9cd4-f56557b1c32b" providerId="ADAL" clId="{70ED01E6-9351-4CE8-8266-B094E59D9E7D}" dt="2023-03-06T13:40:24.978" v="26" actId="478"/>
        <pc:sldMasterMkLst>
          <pc:docMk/>
          <pc:sldMasterMk cId="498414000" sldId="2147483667"/>
        </pc:sldMasterMkLst>
        <pc:sldLayoutChg chg="delSp mod">
          <pc:chgData name="Rajashekar Atchi" userId="2ebe584e-20f3-4d5b-9cd4-f56557b1c32b" providerId="ADAL" clId="{70ED01E6-9351-4CE8-8266-B094E59D9E7D}" dt="2023-03-06T13:40:24.978" v="26" actId="478"/>
          <pc:sldLayoutMkLst>
            <pc:docMk/>
            <pc:sldMasterMk cId="498414000" sldId="2147483667"/>
            <pc:sldLayoutMk cId="1290459668" sldId="2147483675"/>
          </pc:sldLayoutMkLst>
          <pc:picChg chg="del">
            <ac:chgData name="Rajashekar Atchi" userId="2ebe584e-20f3-4d5b-9cd4-f56557b1c32b" providerId="ADAL" clId="{70ED01E6-9351-4CE8-8266-B094E59D9E7D}" dt="2023-03-06T13:40:24.978" v="26" actId="478"/>
            <ac:picMkLst>
              <pc:docMk/>
              <pc:sldMasterMk cId="498414000" sldId="2147483667"/>
              <pc:sldLayoutMk cId="1290459668" sldId="2147483675"/>
              <ac:picMk id="78" creationId="{00000000-0000-0000-0000-000000000000}"/>
            </ac:picMkLst>
          </pc:picChg>
        </pc:sldLayoutChg>
        <pc:sldLayoutChg chg="del">
          <pc:chgData name="Rajashekar Atchi" userId="2ebe584e-20f3-4d5b-9cd4-f56557b1c32b" providerId="ADAL" clId="{70ED01E6-9351-4CE8-8266-B094E59D9E7D}" dt="2023-03-06T13:38:09.872" v="2" actId="47"/>
          <pc:sldLayoutMkLst>
            <pc:docMk/>
            <pc:sldMasterMk cId="498414000" sldId="2147483667"/>
            <pc:sldLayoutMk cId="1535423782" sldId="214748368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95B1E-2884-4556-B787-54747E5D7E3C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3941684-BC9A-43F4-83A3-4B864525CDFD}">
      <dgm:prSet custT="1"/>
      <dgm:spPr/>
      <dgm:t>
        <a:bodyPr/>
        <a:lstStyle/>
        <a:p>
          <a:r>
            <a:rPr lang="en-IN" sz="1200" b="1" dirty="0"/>
            <a:t>Prepare Elastic Search Index</a:t>
          </a:r>
        </a:p>
      </dgm:t>
    </dgm:pt>
    <dgm:pt modelId="{6E7782B2-3FE9-431D-BB15-EA23733BDB56}" type="parTrans" cxnId="{9D191D7D-6C13-4218-A5E8-CBC0CCD5CB23}">
      <dgm:prSet/>
      <dgm:spPr/>
      <dgm:t>
        <a:bodyPr/>
        <a:lstStyle/>
        <a:p>
          <a:endParaRPr lang="en-IN" sz="2800" b="1"/>
        </a:p>
      </dgm:t>
    </dgm:pt>
    <dgm:pt modelId="{07F7CB88-0130-429A-AB04-D5D16D3215E1}" type="sibTrans" cxnId="{9D191D7D-6C13-4218-A5E8-CBC0CCD5CB23}">
      <dgm:prSet/>
      <dgm:spPr/>
      <dgm:t>
        <a:bodyPr/>
        <a:lstStyle/>
        <a:p>
          <a:endParaRPr lang="en-IN" sz="2800" b="1"/>
        </a:p>
      </dgm:t>
    </dgm:pt>
    <dgm:pt modelId="{8EA495CC-2AE4-441A-8D61-C17185EE0FA1}">
      <dgm:prSet custT="1"/>
      <dgm:spPr/>
      <dgm:t>
        <a:bodyPr/>
        <a:lstStyle/>
        <a:p>
          <a:r>
            <a:rPr lang="en-IN" sz="1200" b="1" dirty="0"/>
            <a:t>Get Equipment Reference Worker</a:t>
          </a:r>
        </a:p>
      </dgm:t>
    </dgm:pt>
    <dgm:pt modelId="{7FBA25D6-5B7B-42AE-B398-11F2497FDDBB}" type="parTrans" cxnId="{EF3F53C8-D04D-4AD2-B432-6FDBB84A0957}">
      <dgm:prSet/>
      <dgm:spPr/>
      <dgm:t>
        <a:bodyPr/>
        <a:lstStyle/>
        <a:p>
          <a:endParaRPr lang="en-IN" sz="2800" b="1"/>
        </a:p>
      </dgm:t>
    </dgm:pt>
    <dgm:pt modelId="{CE3A6F6D-6DF8-4798-A52B-15E0BC787495}" type="sibTrans" cxnId="{EF3F53C8-D04D-4AD2-B432-6FDBB84A0957}">
      <dgm:prSet/>
      <dgm:spPr/>
      <dgm:t>
        <a:bodyPr/>
        <a:lstStyle/>
        <a:p>
          <a:endParaRPr lang="en-IN" sz="2800" b="1"/>
        </a:p>
      </dgm:t>
    </dgm:pt>
    <dgm:pt modelId="{A7B59607-8D0F-4FEC-B103-1631AB0A9984}">
      <dgm:prSet custT="1"/>
      <dgm:spPr/>
      <dgm:t>
        <a:bodyPr/>
        <a:lstStyle/>
        <a:p>
          <a:r>
            <a:rPr lang="en-IN" sz="1200" b="1" dirty="0"/>
            <a:t>Download Equipment Usage Data Set</a:t>
          </a:r>
        </a:p>
      </dgm:t>
    </dgm:pt>
    <dgm:pt modelId="{FF7F48F8-4FE5-475A-B892-CEF39604B8B1}" type="parTrans" cxnId="{599DFB5F-75EE-47E6-B837-1A64B04A0E43}">
      <dgm:prSet/>
      <dgm:spPr/>
      <dgm:t>
        <a:bodyPr/>
        <a:lstStyle/>
        <a:p>
          <a:endParaRPr lang="en-IN" sz="2800" b="1"/>
        </a:p>
      </dgm:t>
    </dgm:pt>
    <dgm:pt modelId="{7B8A879F-1A64-4D0F-B14D-77434AADF0B5}" type="sibTrans" cxnId="{599DFB5F-75EE-47E6-B837-1A64B04A0E43}">
      <dgm:prSet/>
      <dgm:spPr/>
      <dgm:t>
        <a:bodyPr/>
        <a:lstStyle/>
        <a:p>
          <a:endParaRPr lang="en-IN" sz="2800" b="1"/>
        </a:p>
      </dgm:t>
    </dgm:pt>
    <dgm:pt modelId="{ED8FB8B1-358F-448A-99C0-F002F6B38C22}">
      <dgm:prSet custT="1"/>
      <dgm:spPr/>
      <dgm:t>
        <a:bodyPr/>
        <a:lstStyle/>
        <a:p>
          <a:r>
            <a:rPr lang="en-IN" sz="1200" b="1" dirty="0"/>
            <a:t>Merge Data Set</a:t>
          </a:r>
        </a:p>
      </dgm:t>
    </dgm:pt>
    <dgm:pt modelId="{EF5D330A-2C5C-4EFC-BEDE-CE1A2934534F}" type="parTrans" cxnId="{A17326F3-B3BB-4384-BCF6-7F776F2259EA}">
      <dgm:prSet/>
      <dgm:spPr/>
      <dgm:t>
        <a:bodyPr/>
        <a:lstStyle/>
        <a:p>
          <a:endParaRPr lang="en-IN" sz="2800" b="1"/>
        </a:p>
      </dgm:t>
    </dgm:pt>
    <dgm:pt modelId="{7E7C75BF-5EB2-4577-9928-BE563F9E833E}" type="sibTrans" cxnId="{A17326F3-B3BB-4384-BCF6-7F776F2259EA}">
      <dgm:prSet/>
      <dgm:spPr/>
      <dgm:t>
        <a:bodyPr/>
        <a:lstStyle/>
        <a:p>
          <a:endParaRPr lang="en-IN" sz="2800" b="1"/>
        </a:p>
      </dgm:t>
    </dgm:pt>
    <dgm:pt modelId="{026DC91A-5F73-4341-B356-241F001DFBDC}">
      <dgm:prSet custT="1"/>
      <dgm:spPr/>
      <dgm:t>
        <a:bodyPr/>
        <a:lstStyle/>
        <a:p>
          <a:r>
            <a:rPr lang="en-IN" sz="1200" b="1" dirty="0"/>
            <a:t>Prepare File in Cloud Data Storage</a:t>
          </a:r>
        </a:p>
      </dgm:t>
    </dgm:pt>
    <dgm:pt modelId="{B1818881-9887-456C-A915-DC25E86464EC}" type="parTrans" cxnId="{136CCF63-2195-44E4-BACF-E0F655539138}">
      <dgm:prSet/>
      <dgm:spPr/>
      <dgm:t>
        <a:bodyPr/>
        <a:lstStyle/>
        <a:p>
          <a:endParaRPr lang="en-IN" sz="2800" b="1"/>
        </a:p>
      </dgm:t>
    </dgm:pt>
    <dgm:pt modelId="{B5186130-E64F-44B1-8D13-8148C1595853}" type="sibTrans" cxnId="{136CCF63-2195-44E4-BACF-E0F655539138}">
      <dgm:prSet/>
      <dgm:spPr/>
      <dgm:t>
        <a:bodyPr/>
        <a:lstStyle/>
        <a:p>
          <a:endParaRPr lang="en-IN" sz="2800" b="1"/>
        </a:p>
      </dgm:t>
    </dgm:pt>
    <dgm:pt modelId="{3CB5BF9A-28C8-45F0-999B-0416E6D33788}">
      <dgm:prSet custT="1"/>
      <dgm:spPr/>
      <dgm:t>
        <a:bodyPr/>
        <a:lstStyle/>
        <a:p>
          <a:r>
            <a:rPr lang="en-IN" sz="1200" b="1"/>
            <a:t>Fetch Report Template Configurations</a:t>
          </a:r>
        </a:p>
      </dgm:t>
    </dgm:pt>
    <dgm:pt modelId="{B0A90A89-1AE6-437D-8C42-AB2127CCB310}" type="parTrans" cxnId="{030259F2-EFD8-4112-8C13-41459E30BE4B}">
      <dgm:prSet/>
      <dgm:spPr/>
      <dgm:t>
        <a:bodyPr/>
        <a:lstStyle/>
        <a:p>
          <a:endParaRPr lang="en-IN" sz="2800" b="1"/>
        </a:p>
      </dgm:t>
    </dgm:pt>
    <dgm:pt modelId="{4A9A40F9-7708-48A0-8B92-CD2E998FC33B}" type="sibTrans" cxnId="{030259F2-EFD8-4112-8C13-41459E30BE4B}">
      <dgm:prSet/>
      <dgm:spPr/>
      <dgm:t>
        <a:bodyPr/>
        <a:lstStyle/>
        <a:p>
          <a:endParaRPr lang="en-IN" sz="2800" b="1"/>
        </a:p>
      </dgm:t>
    </dgm:pt>
    <dgm:pt modelId="{9F155FB7-2908-4E3F-8F24-059A5EF74741}">
      <dgm:prSet custT="1"/>
      <dgm:spPr/>
      <dgm:t>
        <a:bodyPr/>
        <a:lstStyle/>
        <a:p>
          <a:r>
            <a:rPr lang="en-IN" sz="1200" b="1" dirty="0"/>
            <a:t>Write to File in Cloud Data Storage</a:t>
          </a:r>
        </a:p>
      </dgm:t>
    </dgm:pt>
    <dgm:pt modelId="{8E6D2BC4-FA96-4CF2-89E2-ACCEFD87C38C}" type="parTrans" cxnId="{0F4BF169-B401-42B9-B4F6-698AB8DBB3E4}">
      <dgm:prSet/>
      <dgm:spPr/>
      <dgm:t>
        <a:bodyPr/>
        <a:lstStyle/>
        <a:p>
          <a:endParaRPr lang="en-IN" sz="2800" b="1"/>
        </a:p>
      </dgm:t>
    </dgm:pt>
    <dgm:pt modelId="{69196A9B-7647-4AE7-BC67-AA5E66D16C54}" type="sibTrans" cxnId="{0F4BF169-B401-42B9-B4F6-698AB8DBB3E4}">
      <dgm:prSet/>
      <dgm:spPr/>
      <dgm:t>
        <a:bodyPr/>
        <a:lstStyle/>
        <a:p>
          <a:endParaRPr lang="en-IN" sz="2800" b="1"/>
        </a:p>
      </dgm:t>
    </dgm:pt>
    <dgm:pt modelId="{0D469D11-2235-4276-80EF-D5C2EE92968F}">
      <dgm:prSet/>
      <dgm:spPr/>
      <dgm:t>
        <a:bodyPr/>
        <a:lstStyle/>
        <a:p>
          <a:endParaRPr lang="en-US" dirty="0"/>
        </a:p>
      </dgm:t>
    </dgm:pt>
    <dgm:pt modelId="{064BC154-EA56-406B-B3FC-BDAB79049394}" type="parTrans" cxnId="{5272217D-2995-4F92-88E1-64155F9D3A09}">
      <dgm:prSet/>
      <dgm:spPr/>
      <dgm:t>
        <a:bodyPr/>
        <a:lstStyle/>
        <a:p>
          <a:endParaRPr lang="en-IN" sz="2800" b="1"/>
        </a:p>
      </dgm:t>
    </dgm:pt>
    <dgm:pt modelId="{63A91A73-345E-46CA-96B0-9A9BFF60B83A}" type="sibTrans" cxnId="{5272217D-2995-4F92-88E1-64155F9D3A09}">
      <dgm:prSet/>
      <dgm:spPr/>
      <dgm:t>
        <a:bodyPr/>
        <a:lstStyle/>
        <a:p>
          <a:endParaRPr lang="en-IN" sz="2800" b="1"/>
        </a:p>
      </dgm:t>
    </dgm:pt>
    <dgm:pt modelId="{F2FE76EE-ABBE-4EC9-B38C-8F39B78CFBAF}" type="pres">
      <dgm:prSet presAssocID="{C0995B1E-2884-4556-B787-54747E5D7E3C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53851E4-4803-4284-BE95-5855F8184CAB}" type="pres">
      <dgm:prSet presAssocID="{F3941684-BC9A-43F4-83A3-4B864525CDFD}" presName="Accent1" presStyleCnt="0"/>
      <dgm:spPr/>
    </dgm:pt>
    <dgm:pt modelId="{8E65150B-AA19-4D8A-9477-19ACBF47E33A}" type="pres">
      <dgm:prSet presAssocID="{F3941684-BC9A-43F4-83A3-4B864525CDFD}" presName="Accent" presStyleLbl="node1" presStyleIdx="0" presStyleCnt="7"/>
      <dgm:spPr/>
    </dgm:pt>
    <dgm:pt modelId="{622F3761-976A-4292-BE63-23B9111AC59A}" type="pres">
      <dgm:prSet presAssocID="{F3941684-BC9A-43F4-83A3-4B864525CDFD}" presName="Parent1" presStyleLbl="revTx" presStyleIdx="0" presStyleCnt="7">
        <dgm:presLayoutVars>
          <dgm:chMax val="1"/>
          <dgm:chPref val="1"/>
          <dgm:bulletEnabled val="1"/>
        </dgm:presLayoutVars>
      </dgm:prSet>
      <dgm:spPr/>
    </dgm:pt>
    <dgm:pt modelId="{90C3C61C-F9E3-4CCD-809C-FA862F7F33F7}" type="pres">
      <dgm:prSet presAssocID="{8EA495CC-2AE4-441A-8D61-C17185EE0FA1}" presName="Accent2" presStyleCnt="0"/>
      <dgm:spPr/>
    </dgm:pt>
    <dgm:pt modelId="{8B662506-4BC3-47EF-9C7C-06CBCDAAF927}" type="pres">
      <dgm:prSet presAssocID="{8EA495CC-2AE4-441A-8D61-C17185EE0FA1}" presName="Accent" presStyleLbl="node1" presStyleIdx="1" presStyleCnt="7"/>
      <dgm:spPr/>
    </dgm:pt>
    <dgm:pt modelId="{0FF083B3-4B06-4394-998B-31C7D86F78CC}" type="pres">
      <dgm:prSet presAssocID="{8EA495CC-2AE4-441A-8D61-C17185EE0FA1}" presName="Parent2" presStyleLbl="revTx" presStyleIdx="1" presStyleCnt="7">
        <dgm:presLayoutVars>
          <dgm:chMax val="1"/>
          <dgm:chPref val="1"/>
          <dgm:bulletEnabled val="1"/>
        </dgm:presLayoutVars>
      </dgm:prSet>
      <dgm:spPr/>
    </dgm:pt>
    <dgm:pt modelId="{B1009FA6-37F9-4E5B-8ED6-2F43F4118D86}" type="pres">
      <dgm:prSet presAssocID="{A7B59607-8D0F-4FEC-B103-1631AB0A9984}" presName="Accent3" presStyleCnt="0"/>
      <dgm:spPr/>
    </dgm:pt>
    <dgm:pt modelId="{3C3BC883-8338-47A9-8825-12F1D9C8574D}" type="pres">
      <dgm:prSet presAssocID="{A7B59607-8D0F-4FEC-B103-1631AB0A9984}" presName="Accent" presStyleLbl="node1" presStyleIdx="2" presStyleCnt="7"/>
      <dgm:spPr/>
    </dgm:pt>
    <dgm:pt modelId="{2B988D21-7782-445C-BC69-272EDE2468C5}" type="pres">
      <dgm:prSet presAssocID="{A7B59607-8D0F-4FEC-B103-1631AB0A9984}" presName="Parent3" presStyleLbl="revTx" presStyleIdx="2" presStyleCnt="7">
        <dgm:presLayoutVars>
          <dgm:chMax val="1"/>
          <dgm:chPref val="1"/>
          <dgm:bulletEnabled val="1"/>
        </dgm:presLayoutVars>
      </dgm:prSet>
      <dgm:spPr/>
    </dgm:pt>
    <dgm:pt modelId="{0AF35BD8-5E48-4429-B439-3DDE98C4B599}" type="pres">
      <dgm:prSet presAssocID="{ED8FB8B1-358F-448A-99C0-F002F6B38C22}" presName="Accent4" presStyleCnt="0"/>
      <dgm:spPr/>
    </dgm:pt>
    <dgm:pt modelId="{1FCE4EAD-9717-422B-9986-67C23F01CCC3}" type="pres">
      <dgm:prSet presAssocID="{ED8FB8B1-358F-448A-99C0-F002F6B38C22}" presName="Accent" presStyleLbl="node1" presStyleIdx="3" presStyleCnt="7"/>
      <dgm:spPr/>
    </dgm:pt>
    <dgm:pt modelId="{76B3093B-61A9-4331-8435-5F787BD39132}" type="pres">
      <dgm:prSet presAssocID="{ED8FB8B1-358F-448A-99C0-F002F6B38C22}" presName="Parent4" presStyleLbl="revTx" presStyleIdx="3" presStyleCnt="7">
        <dgm:presLayoutVars>
          <dgm:chMax val="1"/>
          <dgm:chPref val="1"/>
          <dgm:bulletEnabled val="1"/>
        </dgm:presLayoutVars>
      </dgm:prSet>
      <dgm:spPr/>
    </dgm:pt>
    <dgm:pt modelId="{6477774E-1F1F-4B6A-A0D2-589C7C1ADB2C}" type="pres">
      <dgm:prSet presAssocID="{026DC91A-5F73-4341-B356-241F001DFBDC}" presName="Accent5" presStyleCnt="0"/>
      <dgm:spPr/>
    </dgm:pt>
    <dgm:pt modelId="{B7F97AC9-1B9F-4F7B-83A3-8A3013807201}" type="pres">
      <dgm:prSet presAssocID="{026DC91A-5F73-4341-B356-241F001DFBDC}" presName="Accent" presStyleLbl="node1" presStyleIdx="4" presStyleCnt="7"/>
      <dgm:spPr/>
    </dgm:pt>
    <dgm:pt modelId="{35244E57-2569-4DF9-8174-C72C2CEECE6F}" type="pres">
      <dgm:prSet presAssocID="{026DC91A-5F73-4341-B356-241F001DFBDC}" presName="Parent5" presStyleLbl="revTx" presStyleIdx="4" presStyleCnt="7">
        <dgm:presLayoutVars>
          <dgm:chMax val="1"/>
          <dgm:chPref val="1"/>
          <dgm:bulletEnabled val="1"/>
        </dgm:presLayoutVars>
      </dgm:prSet>
      <dgm:spPr/>
    </dgm:pt>
    <dgm:pt modelId="{45AA3270-80A2-41A7-9740-D904D8686A1E}" type="pres">
      <dgm:prSet presAssocID="{3CB5BF9A-28C8-45F0-999B-0416E6D33788}" presName="Accent6" presStyleCnt="0"/>
      <dgm:spPr/>
    </dgm:pt>
    <dgm:pt modelId="{6826DDDD-5371-49F9-B0C8-818552A10D68}" type="pres">
      <dgm:prSet presAssocID="{3CB5BF9A-28C8-45F0-999B-0416E6D33788}" presName="Accent" presStyleLbl="node1" presStyleIdx="5" presStyleCnt="7"/>
      <dgm:spPr/>
    </dgm:pt>
    <dgm:pt modelId="{654CA439-747B-49B7-B24A-4D41E675C11E}" type="pres">
      <dgm:prSet presAssocID="{3CB5BF9A-28C8-45F0-999B-0416E6D33788}" presName="Parent6" presStyleLbl="revTx" presStyleIdx="5" presStyleCnt="7">
        <dgm:presLayoutVars>
          <dgm:chMax val="1"/>
          <dgm:chPref val="1"/>
          <dgm:bulletEnabled val="1"/>
        </dgm:presLayoutVars>
      </dgm:prSet>
      <dgm:spPr/>
    </dgm:pt>
    <dgm:pt modelId="{D679930E-E8A1-4DCA-9C23-D16D0501B76E}" type="pres">
      <dgm:prSet presAssocID="{9F155FB7-2908-4E3F-8F24-059A5EF74741}" presName="Accent7" presStyleCnt="0"/>
      <dgm:spPr/>
    </dgm:pt>
    <dgm:pt modelId="{B7779BEE-62C6-4208-81CC-B62F70F9D51F}" type="pres">
      <dgm:prSet presAssocID="{9F155FB7-2908-4E3F-8F24-059A5EF74741}" presName="Accent" presStyleLbl="node1" presStyleIdx="6" presStyleCnt="7"/>
      <dgm:spPr/>
    </dgm:pt>
    <dgm:pt modelId="{4C2CED6D-B6BE-40B1-9AE3-CC1C268DFC7F}" type="pres">
      <dgm:prSet presAssocID="{9F155FB7-2908-4E3F-8F24-059A5EF74741}" presName="Parent7" presStyleLbl="revTx" presStyleIdx="6" presStyleCnt="7">
        <dgm:presLayoutVars>
          <dgm:chMax val="1"/>
          <dgm:chPref val="1"/>
          <dgm:bulletEnabled val="1"/>
        </dgm:presLayoutVars>
      </dgm:prSet>
      <dgm:spPr/>
    </dgm:pt>
  </dgm:ptLst>
  <dgm:cxnLst>
    <dgm:cxn modelId="{C9B73D27-F2F6-4E65-BAC3-B17688AB59E9}" type="presOf" srcId="{8EA495CC-2AE4-441A-8D61-C17185EE0FA1}" destId="{0FF083B3-4B06-4394-998B-31C7D86F78CC}" srcOrd="0" destOrd="0" presId="urn:microsoft.com/office/officeart/2009/layout/CircleArrowProcess"/>
    <dgm:cxn modelId="{599DFB5F-75EE-47E6-B837-1A64B04A0E43}" srcId="{C0995B1E-2884-4556-B787-54747E5D7E3C}" destId="{A7B59607-8D0F-4FEC-B103-1631AB0A9984}" srcOrd="2" destOrd="0" parTransId="{FF7F48F8-4FE5-475A-B892-CEF39604B8B1}" sibTransId="{7B8A879F-1A64-4D0F-B14D-77434AADF0B5}"/>
    <dgm:cxn modelId="{136CCF63-2195-44E4-BACF-E0F655539138}" srcId="{C0995B1E-2884-4556-B787-54747E5D7E3C}" destId="{026DC91A-5F73-4341-B356-241F001DFBDC}" srcOrd="4" destOrd="0" parTransId="{B1818881-9887-456C-A915-DC25E86464EC}" sibTransId="{B5186130-E64F-44B1-8D13-8148C1595853}"/>
    <dgm:cxn modelId="{CE19E363-1614-419F-8992-0043BE25337B}" type="presOf" srcId="{A7B59607-8D0F-4FEC-B103-1631AB0A9984}" destId="{2B988D21-7782-445C-BC69-272EDE2468C5}" srcOrd="0" destOrd="0" presId="urn:microsoft.com/office/officeart/2009/layout/CircleArrowProcess"/>
    <dgm:cxn modelId="{0F4BF169-B401-42B9-B4F6-698AB8DBB3E4}" srcId="{C0995B1E-2884-4556-B787-54747E5D7E3C}" destId="{9F155FB7-2908-4E3F-8F24-059A5EF74741}" srcOrd="6" destOrd="0" parTransId="{8E6D2BC4-FA96-4CF2-89E2-ACCEFD87C38C}" sibTransId="{69196A9B-7647-4AE7-BC67-AA5E66D16C54}"/>
    <dgm:cxn modelId="{D87F354A-0A4D-4B30-9187-F0A58E562A6B}" type="presOf" srcId="{C0995B1E-2884-4556-B787-54747E5D7E3C}" destId="{F2FE76EE-ABBE-4EC9-B38C-8F39B78CFBAF}" srcOrd="0" destOrd="0" presId="urn:microsoft.com/office/officeart/2009/layout/CircleArrowProcess"/>
    <dgm:cxn modelId="{9D191D7D-6C13-4218-A5E8-CBC0CCD5CB23}" srcId="{C0995B1E-2884-4556-B787-54747E5D7E3C}" destId="{F3941684-BC9A-43F4-83A3-4B864525CDFD}" srcOrd="0" destOrd="0" parTransId="{6E7782B2-3FE9-431D-BB15-EA23733BDB56}" sibTransId="{07F7CB88-0130-429A-AB04-D5D16D3215E1}"/>
    <dgm:cxn modelId="{5272217D-2995-4F92-88E1-64155F9D3A09}" srcId="{C0995B1E-2884-4556-B787-54747E5D7E3C}" destId="{0D469D11-2235-4276-80EF-D5C2EE92968F}" srcOrd="7" destOrd="0" parTransId="{064BC154-EA56-406B-B3FC-BDAB79049394}" sibTransId="{63A91A73-345E-46CA-96B0-9A9BFF60B83A}"/>
    <dgm:cxn modelId="{15469784-1CA1-4C9A-BDD5-15E5CC8AE40F}" type="presOf" srcId="{ED8FB8B1-358F-448A-99C0-F002F6B38C22}" destId="{76B3093B-61A9-4331-8435-5F787BD39132}" srcOrd="0" destOrd="0" presId="urn:microsoft.com/office/officeart/2009/layout/CircleArrowProcess"/>
    <dgm:cxn modelId="{10B90EAF-DE9B-405B-8168-ADFC4C3C3817}" type="presOf" srcId="{F3941684-BC9A-43F4-83A3-4B864525CDFD}" destId="{622F3761-976A-4292-BE63-23B9111AC59A}" srcOrd="0" destOrd="0" presId="urn:microsoft.com/office/officeart/2009/layout/CircleArrowProcess"/>
    <dgm:cxn modelId="{D0DE04B5-BDE8-40E7-B391-862DBBB0EE90}" type="presOf" srcId="{9F155FB7-2908-4E3F-8F24-059A5EF74741}" destId="{4C2CED6D-B6BE-40B1-9AE3-CC1C268DFC7F}" srcOrd="0" destOrd="0" presId="urn:microsoft.com/office/officeart/2009/layout/CircleArrowProcess"/>
    <dgm:cxn modelId="{EF3F53C8-D04D-4AD2-B432-6FDBB84A0957}" srcId="{C0995B1E-2884-4556-B787-54747E5D7E3C}" destId="{8EA495CC-2AE4-441A-8D61-C17185EE0FA1}" srcOrd="1" destOrd="0" parTransId="{7FBA25D6-5B7B-42AE-B398-11F2497FDDBB}" sibTransId="{CE3A6F6D-6DF8-4798-A52B-15E0BC787495}"/>
    <dgm:cxn modelId="{2180EAE6-F8F5-4AD2-9FD9-9864C1F569CC}" type="presOf" srcId="{026DC91A-5F73-4341-B356-241F001DFBDC}" destId="{35244E57-2569-4DF9-8174-C72C2CEECE6F}" srcOrd="0" destOrd="0" presId="urn:microsoft.com/office/officeart/2009/layout/CircleArrowProcess"/>
    <dgm:cxn modelId="{030259F2-EFD8-4112-8C13-41459E30BE4B}" srcId="{C0995B1E-2884-4556-B787-54747E5D7E3C}" destId="{3CB5BF9A-28C8-45F0-999B-0416E6D33788}" srcOrd="5" destOrd="0" parTransId="{B0A90A89-1AE6-437D-8C42-AB2127CCB310}" sibTransId="{4A9A40F9-7708-48A0-8B92-CD2E998FC33B}"/>
    <dgm:cxn modelId="{A17326F3-B3BB-4384-BCF6-7F776F2259EA}" srcId="{C0995B1E-2884-4556-B787-54747E5D7E3C}" destId="{ED8FB8B1-358F-448A-99C0-F002F6B38C22}" srcOrd="3" destOrd="0" parTransId="{EF5D330A-2C5C-4EFC-BEDE-CE1A2934534F}" sibTransId="{7E7C75BF-5EB2-4577-9928-BE563F9E833E}"/>
    <dgm:cxn modelId="{45EB7EF9-CDD8-4BB5-8219-833E32E3AC97}" type="presOf" srcId="{3CB5BF9A-28C8-45F0-999B-0416E6D33788}" destId="{654CA439-747B-49B7-B24A-4D41E675C11E}" srcOrd="0" destOrd="0" presId="urn:microsoft.com/office/officeart/2009/layout/CircleArrowProcess"/>
    <dgm:cxn modelId="{47B6D1D1-B151-4EEA-807C-85CA062C5158}" type="presParOf" srcId="{F2FE76EE-ABBE-4EC9-B38C-8F39B78CFBAF}" destId="{553851E4-4803-4284-BE95-5855F8184CAB}" srcOrd="0" destOrd="0" presId="urn:microsoft.com/office/officeart/2009/layout/CircleArrowProcess"/>
    <dgm:cxn modelId="{3B1DB3C4-5494-4207-A0C3-D3A2F1AF1B15}" type="presParOf" srcId="{553851E4-4803-4284-BE95-5855F8184CAB}" destId="{8E65150B-AA19-4D8A-9477-19ACBF47E33A}" srcOrd="0" destOrd="0" presId="urn:microsoft.com/office/officeart/2009/layout/CircleArrowProcess"/>
    <dgm:cxn modelId="{EB4E1B06-5606-4CBC-B948-48C2A366BCA5}" type="presParOf" srcId="{F2FE76EE-ABBE-4EC9-B38C-8F39B78CFBAF}" destId="{622F3761-976A-4292-BE63-23B9111AC59A}" srcOrd="1" destOrd="0" presId="urn:microsoft.com/office/officeart/2009/layout/CircleArrowProcess"/>
    <dgm:cxn modelId="{E4D84C57-CD73-4E2A-B904-B95A44C042E3}" type="presParOf" srcId="{F2FE76EE-ABBE-4EC9-B38C-8F39B78CFBAF}" destId="{90C3C61C-F9E3-4CCD-809C-FA862F7F33F7}" srcOrd="2" destOrd="0" presId="urn:microsoft.com/office/officeart/2009/layout/CircleArrowProcess"/>
    <dgm:cxn modelId="{B6C923D8-C36A-4216-94AD-1726D1A5C6E5}" type="presParOf" srcId="{90C3C61C-F9E3-4CCD-809C-FA862F7F33F7}" destId="{8B662506-4BC3-47EF-9C7C-06CBCDAAF927}" srcOrd="0" destOrd="0" presId="urn:microsoft.com/office/officeart/2009/layout/CircleArrowProcess"/>
    <dgm:cxn modelId="{D19C2A9F-AD2E-48B3-B647-7176EFA31F33}" type="presParOf" srcId="{F2FE76EE-ABBE-4EC9-B38C-8F39B78CFBAF}" destId="{0FF083B3-4B06-4394-998B-31C7D86F78CC}" srcOrd="3" destOrd="0" presId="urn:microsoft.com/office/officeart/2009/layout/CircleArrowProcess"/>
    <dgm:cxn modelId="{7618DEB0-33A3-424B-81A8-0300D1493DDF}" type="presParOf" srcId="{F2FE76EE-ABBE-4EC9-B38C-8F39B78CFBAF}" destId="{B1009FA6-37F9-4E5B-8ED6-2F43F4118D86}" srcOrd="4" destOrd="0" presId="urn:microsoft.com/office/officeart/2009/layout/CircleArrowProcess"/>
    <dgm:cxn modelId="{86EFD3D1-684E-4150-B027-C945268BDE37}" type="presParOf" srcId="{B1009FA6-37F9-4E5B-8ED6-2F43F4118D86}" destId="{3C3BC883-8338-47A9-8825-12F1D9C8574D}" srcOrd="0" destOrd="0" presId="urn:microsoft.com/office/officeart/2009/layout/CircleArrowProcess"/>
    <dgm:cxn modelId="{3C186E66-2C55-4626-9E8F-CF336DB9B680}" type="presParOf" srcId="{F2FE76EE-ABBE-4EC9-B38C-8F39B78CFBAF}" destId="{2B988D21-7782-445C-BC69-272EDE2468C5}" srcOrd="5" destOrd="0" presId="urn:microsoft.com/office/officeart/2009/layout/CircleArrowProcess"/>
    <dgm:cxn modelId="{20159219-63AE-4E44-A420-32BE739C6C36}" type="presParOf" srcId="{F2FE76EE-ABBE-4EC9-B38C-8F39B78CFBAF}" destId="{0AF35BD8-5E48-4429-B439-3DDE98C4B599}" srcOrd="6" destOrd="0" presId="urn:microsoft.com/office/officeart/2009/layout/CircleArrowProcess"/>
    <dgm:cxn modelId="{066ACCE3-CF31-47E8-9EFB-B760C8780014}" type="presParOf" srcId="{0AF35BD8-5E48-4429-B439-3DDE98C4B599}" destId="{1FCE4EAD-9717-422B-9986-67C23F01CCC3}" srcOrd="0" destOrd="0" presId="urn:microsoft.com/office/officeart/2009/layout/CircleArrowProcess"/>
    <dgm:cxn modelId="{76E88135-7CC4-4A27-B923-A8B6241C8BF6}" type="presParOf" srcId="{F2FE76EE-ABBE-4EC9-B38C-8F39B78CFBAF}" destId="{76B3093B-61A9-4331-8435-5F787BD39132}" srcOrd="7" destOrd="0" presId="urn:microsoft.com/office/officeart/2009/layout/CircleArrowProcess"/>
    <dgm:cxn modelId="{08771075-5C3C-4777-B991-E48FA1FF2E08}" type="presParOf" srcId="{F2FE76EE-ABBE-4EC9-B38C-8F39B78CFBAF}" destId="{6477774E-1F1F-4B6A-A0D2-589C7C1ADB2C}" srcOrd="8" destOrd="0" presId="urn:microsoft.com/office/officeart/2009/layout/CircleArrowProcess"/>
    <dgm:cxn modelId="{9EC22BF7-92E3-4D9F-A6D5-4127BCAFDC03}" type="presParOf" srcId="{6477774E-1F1F-4B6A-A0D2-589C7C1ADB2C}" destId="{B7F97AC9-1B9F-4F7B-83A3-8A3013807201}" srcOrd="0" destOrd="0" presId="urn:microsoft.com/office/officeart/2009/layout/CircleArrowProcess"/>
    <dgm:cxn modelId="{6A9C1E73-049B-4EBB-A761-97DD87EC8D05}" type="presParOf" srcId="{F2FE76EE-ABBE-4EC9-B38C-8F39B78CFBAF}" destId="{35244E57-2569-4DF9-8174-C72C2CEECE6F}" srcOrd="9" destOrd="0" presId="urn:microsoft.com/office/officeart/2009/layout/CircleArrowProcess"/>
    <dgm:cxn modelId="{3A335583-1311-4F76-83DA-953A8A8CF500}" type="presParOf" srcId="{F2FE76EE-ABBE-4EC9-B38C-8F39B78CFBAF}" destId="{45AA3270-80A2-41A7-9740-D904D8686A1E}" srcOrd="10" destOrd="0" presId="urn:microsoft.com/office/officeart/2009/layout/CircleArrowProcess"/>
    <dgm:cxn modelId="{E2B65B9F-F02D-4874-90CC-B10A8C91E2EE}" type="presParOf" srcId="{45AA3270-80A2-41A7-9740-D904D8686A1E}" destId="{6826DDDD-5371-49F9-B0C8-818552A10D68}" srcOrd="0" destOrd="0" presId="urn:microsoft.com/office/officeart/2009/layout/CircleArrowProcess"/>
    <dgm:cxn modelId="{1DA4014B-DFFD-4BBF-90E7-E6C1B294550C}" type="presParOf" srcId="{F2FE76EE-ABBE-4EC9-B38C-8F39B78CFBAF}" destId="{654CA439-747B-49B7-B24A-4D41E675C11E}" srcOrd="11" destOrd="0" presId="urn:microsoft.com/office/officeart/2009/layout/CircleArrowProcess"/>
    <dgm:cxn modelId="{99CB5B5C-3474-4238-AA38-62CE3E95A4BA}" type="presParOf" srcId="{F2FE76EE-ABBE-4EC9-B38C-8F39B78CFBAF}" destId="{D679930E-E8A1-4DCA-9C23-D16D0501B76E}" srcOrd="12" destOrd="0" presId="urn:microsoft.com/office/officeart/2009/layout/CircleArrowProcess"/>
    <dgm:cxn modelId="{A2C3FFA4-1E49-439B-8802-E609481D9CD1}" type="presParOf" srcId="{D679930E-E8A1-4DCA-9C23-D16D0501B76E}" destId="{B7779BEE-62C6-4208-81CC-B62F70F9D51F}" srcOrd="0" destOrd="0" presId="urn:microsoft.com/office/officeart/2009/layout/CircleArrowProcess"/>
    <dgm:cxn modelId="{477C7BC1-F045-49D0-B726-8374BD9A1C44}" type="presParOf" srcId="{F2FE76EE-ABBE-4EC9-B38C-8F39B78CFBAF}" destId="{4C2CED6D-B6BE-40B1-9AE3-CC1C268DFC7F}" srcOrd="1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5150B-AA19-4D8A-9477-19ACBF47E33A}">
      <dsp:nvSpPr>
        <dsp:cNvPr id="0" name=""/>
        <dsp:cNvSpPr/>
      </dsp:nvSpPr>
      <dsp:spPr>
        <a:xfrm>
          <a:off x="3634582" y="0"/>
          <a:ext cx="1871444" cy="187160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F3761-976A-4292-BE63-23B9111AC59A}">
      <dsp:nvSpPr>
        <dsp:cNvPr id="0" name=""/>
        <dsp:cNvSpPr/>
      </dsp:nvSpPr>
      <dsp:spPr>
        <a:xfrm>
          <a:off x="4047767" y="677679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Prepare Elastic Search Index</a:t>
          </a:r>
        </a:p>
      </dsp:txBody>
      <dsp:txXfrm>
        <a:off x="4047767" y="677679"/>
        <a:ext cx="1044371" cy="521985"/>
      </dsp:txXfrm>
    </dsp:sp>
    <dsp:sp modelId="{8B662506-4BC3-47EF-9C7C-06CBCDAAF927}">
      <dsp:nvSpPr>
        <dsp:cNvPr id="0" name=""/>
        <dsp:cNvSpPr/>
      </dsp:nvSpPr>
      <dsp:spPr>
        <a:xfrm>
          <a:off x="3114678" y="1075109"/>
          <a:ext cx="1871444" cy="187160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083B3-4B06-4394-998B-31C7D86F78CC}">
      <dsp:nvSpPr>
        <dsp:cNvPr id="0" name=""/>
        <dsp:cNvSpPr/>
      </dsp:nvSpPr>
      <dsp:spPr>
        <a:xfrm>
          <a:off x="3525757" y="1755246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Get Equipment Reference Worker</a:t>
          </a:r>
        </a:p>
      </dsp:txBody>
      <dsp:txXfrm>
        <a:off x="3525757" y="1755246"/>
        <a:ext cx="1044371" cy="521985"/>
      </dsp:txXfrm>
    </dsp:sp>
    <dsp:sp modelId="{3C3BC883-8338-47A9-8825-12F1D9C8574D}">
      <dsp:nvSpPr>
        <dsp:cNvPr id="0" name=""/>
        <dsp:cNvSpPr/>
      </dsp:nvSpPr>
      <dsp:spPr>
        <a:xfrm>
          <a:off x="3634582" y="2155134"/>
          <a:ext cx="1871444" cy="187160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88D21-7782-445C-BC69-272EDE2468C5}">
      <dsp:nvSpPr>
        <dsp:cNvPr id="0" name=""/>
        <dsp:cNvSpPr/>
      </dsp:nvSpPr>
      <dsp:spPr>
        <a:xfrm>
          <a:off x="4047767" y="2832814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Download Equipment Usage Data Set</a:t>
          </a:r>
        </a:p>
      </dsp:txBody>
      <dsp:txXfrm>
        <a:off x="4047767" y="2832814"/>
        <a:ext cx="1044371" cy="521985"/>
      </dsp:txXfrm>
    </dsp:sp>
    <dsp:sp modelId="{1FCE4EAD-9717-422B-9986-67C23F01CCC3}">
      <dsp:nvSpPr>
        <dsp:cNvPr id="0" name=""/>
        <dsp:cNvSpPr/>
      </dsp:nvSpPr>
      <dsp:spPr>
        <a:xfrm>
          <a:off x="3114678" y="3232702"/>
          <a:ext cx="1871444" cy="187160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3093B-61A9-4331-8435-5F787BD39132}">
      <dsp:nvSpPr>
        <dsp:cNvPr id="0" name=""/>
        <dsp:cNvSpPr/>
      </dsp:nvSpPr>
      <dsp:spPr>
        <a:xfrm>
          <a:off x="3525757" y="3910381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Merge Data Set</a:t>
          </a:r>
        </a:p>
      </dsp:txBody>
      <dsp:txXfrm>
        <a:off x="3525757" y="3910381"/>
        <a:ext cx="1044371" cy="521985"/>
      </dsp:txXfrm>
    </dsp:sp>
    <dsp:sp modelId="{B7F97AC9-1B9F-4F7B-83A3-8A3013807201}">
      <dsp:nvSpPr>
        <dsp:cNvPr id="0" name=""/>
        <dsp:cNvSpPr/>
      </dsp:nvSpPr>
      <dsp:spPr>
        <a:xfrm>
          <a:off x="3634582" y="4308630"/>
          <a:ext cx="1871444" cy="187160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44E57-2569-4DF9-8174-C72C2CEECE6F}">
      <dsp:nvSpPr>
        <dsp:cNvPr id="0" name=""/>
        <dsp:cNvSpPr/>
      </dsp:nvSpPr>
      <dsp:spPr>
        <a:xfrm>
          <a:off x="4047767" y="4986310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Prepare File in Cloud Data Storage</a:t>
          </a:r>
        </a:p>
      </dsp:txBody>
      <dsp:txXfrm>
        <a:off x="4047767" y="4986310"/>
        <a:ext cx="1044371" cy="521985"/>
      </dsp:txXfrm>
    </dsp:sp>
    <dsp:sp modelId="{6826DDDD-5371-49F9-B0C8-818552A10D68}">
      <dsp:nvSpPr>
        <dsp:cNvPr id="0" name=""/>
        <dsp:cNvSpPr/>
      </dsp:nvSpPr>
      <dsp:spPr>
        <a:xfrm>
          <a:off x="3114678" y="5386198"/>
          <a:ext cx="1871444" cy="187160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CA439-747B-49B7-B24A-4D41E675C11E}">
      <dsp:nvSpPr>
        <dsp:cNvPr id="0" name=""/>
        <dsp:cNvSpPr/>
      </dsp:nvSpPr>
      <dsp:spPr>
        <a:xfrm>
          <a:off x="3525757" y="6063877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Fetch Report Template Configurations</a:t>
          </a:r>
        </a:p>
      </dsp:txBody>
      <dsp:txXfrm>
        <a:off x="3525757" y="6063877"/>
        <a:ext cx="1044371" cy="521985"/>
      </dsp:txXfrm>
    </dsp:sp>
    <dsp:sp modelId="{B7779BEE-62C6-4208-81CC-B62F70F9D51F}">
      <dsp:nvSpPr>
        <dsp:cNvPr id="0" name=""/>
        <dsp:cNvSpPr/>
      </dsp:nvSpPr>
      <dsp:spPr>
        <a:xfrm>
          <a:off x="3767630" y="6585862"/>
          <a:ext cx="1607805" cy="160856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CED6D-B6BE-40B1-9AE3-CC1C268DFC7F}">
      <dsp:nvSpPr>
        <dsp:cNvPr id="0" name=""/>
        <dsp:cNvSpPr/>
      </dsp:nvSpPr>
      <dsp:spPr>
        <a:xfrm>
          <a:off x="4047767" y="7141444"/>
          <a:ext cx="1044371" cy="52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Write to File in Cloud Data Storage</a:t>
          </a:r>
        </a:p>
      </dsp:txBody>
      <dsp:txXfrm>
        <a:off x="4047767" y="7141444"/>
        <a:ext cx="1044371" cy="52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235F6-0A9D-4388-ACCF-D691EA62892B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C27CE-3503-4C23-BC32-76F032F3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4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Process Orchestration </a:t>
            </a:r>
          </a:p>
        </p:txBody>
      </p:sp>
    </p:spTree>
    <p:extLst>
      <p:ext uri="{BB962C8B-B14F-4D97-AF65-F5344CB8AC3E}">
        <p14:creationId xmlns:p14="http://schemas.microsoft.com/office/powerpoint/2010/main" val="1419622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C27CE-3503-4C23-BC32-76F032F3F6C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7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1550ddc126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g11550ddc126_4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r>
              <a:rPr lang="en-US" dirty="0"/>
              <a:t>#1 Agenda Slide</a:t>
            </a:r>
          </a:p>
          <a:p>
            <a:pPr rtl="0"/>
            <a:r>
              <a:rPr lang="en-US" dirty="0"/>
              <a:t> </a:t>
            </a:r>
          </a:p>
          <a:p>
            <a:pPr rtl="0"/>
            <a:r>
              <a:rPr lang="en-US" dirty="0"/>
              <a:t>#2a Slide - What is Caterpillar Business challenge</a:t>
            </a:r>
            <a:br>
              <a:rPr lang="en-US" dirty="0"/>
            </a:br>
            <a:r>
              <a:rPr lang="en-US" dirty="0"/>
              <a:t>(Krishna to fill it up)</a:t>
            </a:r>
            <a:br>
              <a:rPr lang="en-US" dirty="0"/>
            </a:br>
            <a:r>
              <a:rPr lang="en-US" dirty="0"/>
              <a:t>We need a solution where IT and business to collaborate, which is scalable and resilient</a:t>
            </a:r>
          </a:p>
          <a:p>
            <a:pPr rtl="0"/>
            <a:r>
              <a:rPr lang="en-US" dirty="0"/>
              <a:t> </a:t>
            </a:r>
          </a:p>
          <a:p>
            <a:pPr rtl="0"/>
            <a:r>
              <a:rPr lang="en-US" dirty="0"/>
              <a:t>#2b Slide - Why </a:t>
            </a:r>
            <a:r>
              <a:rPr lang="en-US" dirty="0" err="1"/>
              <a:t>Camunda</a:t>
            </a:r>
            <a:r>
              <a:rPr lang="en-US" dirty="0"/>
              <a:t> Solution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Camunda</a:t>
            </a:r>
            <a:r>
              <a:rPr lang="en-US" dirty="0"/>
              <a:t> help orchestrate multiple endpoints</a:t>
            </a:r>
            <a:br>
              <a:rPr lang="en-US" dirty="0"/>
            </a:br>
            <a:r>
              <a:rPr lang="en-US" dirty="0"/>
              <a:t>	Developer friendly </a:t>
            </a:r>
            <a:br>
              <a:rPr lang="en-US" dirty="0"/>
            </a:br>
            <a:r>
              <a:rPr lang="en-US" dirty="0"/>
              <a:t>	Open Architecture</a:t>
            </a:r>
            <a:br>
              <a:rPr lang="en-US" dirty="0"/>
            </a:br>
            <a:r>
              <a:rPr lang="en-US" dirty="0"/>
              <a:t>	End-to-end orchestration</a:t>
            </a:r>
            <a:br>
              <a:rPr lang="en-US" dirty="0"/>
            </a:br>
            <a:r>
              <a:rPr lang="en-US" dirty="0"/>
              <a:t>	standards-based collaboration</a:t>
            </a:r>
            <a:br>
              <a:rPr lang="en-US" dirty="0"/>
            </a:br>
            <a:r>
              <a:rPr lang="en-US" dirty="0"/>
              <a:t>	Business and IT can collaborate </a:t>
            </a:r>
            <a:br>
              <a:rPr lang="en-US" dirty="0"/>
            </a:br>
            <a:r>
              <a:rPr lang="en-US" dirty="0"/>
              <a:t>	Solution can be scalable and resilient</a:t>
            </a:r>
          </a:p>
          <a:p>
            <a:pPr rtl="0"/>
            <a:r>
              <a:rPr lang="en-US" dirty="0"/>
              <a:t> </a:t>
            </a:r>
          </a:p>
          <a:p>
            <a:pPr rtl="0"/>
            <a:r>
              <a:rPr lang="en-US" dirty="0"/>
              <a:t>#3 Slide - </a:t>
            </a:r>
            <a:r>
              <a:rPr lang="en-US" dirty="0" err="1"/>
              <a:t>Camunda</a:t>
            </a:r>
            <a:r>
              <a:rPr lang="en-US" dirty="0"/>
              <a:t> orchestrate, Automation, Transform</a:t>
            </a:r>
          </a:p>
          <a:p>
            <a:pPr rtl="0"/>
            <a:r>
              <a:rPr lang="en-US" dirty="0"/>
              <a:t> </a:t>
            </a:r>
          </a:p>
          <a:p>
            <a:pPr rtl="0"/>
            <a:r>
              <a:rPr lang="en-US" dirty="0"/>
              <a:t> </a:t>
            </a:r>
          </a:p>
          <a:p>
            <a:pPr rtl="0"/>
            <a:r>
              <a:rPr lang="en-US" dirty="0"/>
              <a:t>#4 - </a:t>
            </a:r>
            <a:r>
              <a:rPr lang="en-US" dirty="0" err="1"/>
              <a:t>Comparision</a:t>
            </a:r>
            <a:r>
              <a:rPr lang="en-US" dirty="0"/>
              <a:t> between </a:t>
            </a:r>
            <a:r>
              <a:rPr lang="en-US" dirty="0" err="1"/>
              <a:t>Camunda</a:t>
            </a:r>
            <a:r>
              <a:rPr lang="en-US" dirty="0"/>
              <a:t> SaaS and Self-Managed (need to discuss with Krishna on removing the optimizer from the free version list) - completed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57" name="Google Shape;1157;g11550ddc126_4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1550ddc126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g11550ddc126_4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57" name="Google Shape;1157;g11550ddc126_4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927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9" Type="http://schemas.openxmlformats.org/officeDocument/2006/relationships/image" Target="../media/image6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image" Target="../media/image45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40" Type="http://schemas.openxmlformats.org/officeDocument/2006/relationships/image" Target="../media/image46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jp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C83536EB-7875-4B23-AFDF-2E03F9ED7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, whale&#10;&#10;Description automatically generated">
            <a:extLst>
              <a:ext uri="{FF2B5EF4-FFF2-40B4-BE49-F238E27FC236}">
                <a16:creationId xmlns:a16="http://schemas.microsoft.com/office/drawing/2014/main" id="{0D94D0DA-724B-41C2-9C47-7047EA13CD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bg>
      <p:bgPr>
        <a:solidFill>
          <a:srgbClr val="F7F7F7"/>
        </a:solidFill>
        <a:effectLst/>
      </p:bgPr>
    </p:bg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4"/>
          <p:cNvSpPr txBox="1">
            <a:spLocks noGrp="1"/>
          </p:cNvSpPr>
          <p:nvPr>
            <p:ph type="sldNum" idx="12"/>
          </p:nvPr>
        </p:nvSpPr>
        <p:spPr>
          <a:xfrm>
            <a:off x="13404685" y="7658096"/>
            <a:ext cx="877920" cy="25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235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</p:spPr>
        <p:txBody>
          <a:bodyPr anchor="ctr"/>
          <a:lstStyle>
            <a:lvl1pPr algn="ctr">
              <a:defRPr sz="648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137968" y="7627621"/>
            <a:ext cx="486592" cy="43815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fld id="{B1C1E5EA-C58D-4888-B408-FAEA08CC9828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123DC6B2-A59D-71F7-0E3C-6DE26E01D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"/>
            <a:ext cx="14630400" cy="82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4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1">
  <p:cSld name="Title - 1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954672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11772976" y="6744371"/>
            <a:ext cx="664800" cy="6648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3621288" y="6744371"/>
            <a:ext cx="664800" cy="664800"/>
          </a:xfrm>
          <a:prstGeom prst="roundRect">
            <a:avLst>
              <a:gd name="adj" fmla="val 50000"/>
            </a:avLst>
          </a:prstGeom>
          <a:solidFill>
            <a:srgbClr val="D1D3D4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12789367" y="6838409"/>
            <a:ext cx="479928" cy="476533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0854794" y="6744371"/>
            <a:ext cx="664800" cy="6648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buNone/>
              <a:defRPr sz="2080">
                <a:solidFill>
                  <a:schemeClr val="dk1"/>
                </a:solidFill>
              </a:defRPr>
            </a:lvl1pPr>
            <a:lvl2pPr lvl="1">
              <a:buNone/>
              <a:defRPr sz="2080">
                <a:solidFill>
                  <a:schemeClr val="dk1"/>
                </a:solidFill>
              </a:defRPr>
            </a:lvl2pPr>
            <a:lvl3pPr lvl="2">
              <a:buNone/>
              <a:defRPr sz="2080">
                <a:solidFill>
                  <a:schemeClr val="dk1"/>
                </a:solidFill>
              </a:defRPr>
            </a:lvl3pPr>
            <a:lvl4pPr lvl="3">
              <a:buNone/>
              <a:defRPr sz="2080">
                <a:solidFill>
                  <a:schemeClr val="dk1"/>
                </a:solidFill>
              </a:defRPr>
            </a:lvl4pPr>
            <a:lvl5pPr lvl="4">
              <a:buNone/>
              <a:defRPr sz="2080">
                <a:solidFill>
                  <a:schemeClr val="dk1"/>
                </a:solidFill>
              </a:defRPr>
            </a:lvl5pPr>
            <a:lvl6pPr lvl="5">
              <a:buNone/>
              <a:defRPr sz="2080">
                <a:solidFill>
                  <a:schemeClr val="dk1"/>
                </a:solidFill>
              </a:defRPr>
            </a:lvl6pPr>
            <a:lvl7pPr lvl="6">
              <a:buNone/>
              <a:defRPr sz="2080">
                <a:solidFill>
                  <a:schemeClr val="dk1"/>
                </a:solidFill>
              </a:defRPr>
            </a:lvl7pPr>
            <a:lvl8pPr lvl="7">
              <a:buNone/>
              <a:defRPr sz="2080">
                <a:solidFill>
                  <a:schemeClr val="dk1"/>
                </a:solidFill>
              </a:defRPr>
            </a:lvl8pPr>
            <a:lvl9pPr lvl="8">
              <a:buNone/>
              <a:defRPr sz="208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83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">
  <p:cSld name="Title - 2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730224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8909067" y="3843866"/>
            <a:ext cx="8985120" cy="8983680"/>
          </a:xfrm>
          <a:prstGeom prst="ellipse">
            <a:avLst/>
          </a:prstGeom>
          <a:noFill/>
          <a:ln w="3810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5" name="Google Shape;25;p3"/>
          <p:cNvSpPr/>
          <p:nvPr/>
        </p:nvSpPr>
        <p:spPr>
          <a:xfrm>
            <a:off x="9956184" y="4890288"/>
            <a:ext cx="6890880" cy="6890880"/>
          </a:xfrm>
          <a:prstGeom prst="ellipse">
            <a:avLst/>
          </a:prstGeom>
          <a:noFill/>
          <a:ln w="38100" cap="flat" cmpd="sng">
            <a:solidFill>
              <a:srgbClr val="0072C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" name="Google Shape;26;p3"/>
          <p:cNvSpPr/>
          <p:nvPr/>
        </p:nvSpPr>
        <p:spPr>
          <a:xfrm>
            <a:off x="11091406" y="6025509"/>
            <a:ext cx="4620000" cy="4620000"/>
          </a:xfrm>
          <a:prstGeom prst="ellipse">
            <a:avLst/>
          </a:prstGeom>
          <a:noFill/>
          <a:ln w="38100" cap="flat" cmpd="sng">
            <a:solidFill>
              <a:srgbClr val="00A7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772000" y="2706800"/>
            <a:ext cx="11258880" cy="11257440"/>
          </a:xfrm>
          <a:prstGeom prst="ellipse">
            <a:avLst/>
          </a:prstGeom>
          <a:noFill/>
          <a:ln w="3810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895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3">
  <p:cSld name="Title - 3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730224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buNone/>
              <a:defRPr sz="2080">
                <a:solidFill>
                  <a:schemeClr val="dk1"/>
                </a:solidFill>
              </a:defRPr>
            </a:lvl1pPr>
            <a:lvl2pPr lvl="1" rtl="0">
              <a:buNone/>
              <a:defRPr sz="2080">
                <a:solidFill>
                  <a:schemeClr val="dk1"/>
                </a:solidFill>
              </a:defRPr>
            </a:lvl2pPr>
            <a:lvl3pPr lvl="2" rtl="0">
              <a:buNone/>
              <a:defRPr sz="2080">
                <a:solidFill>
                  <a:schemeClr val="dk1"/>
                </a:solidFill>
              </a:defRPr>
            </a:lvl3pPr>
            <a:lvl4pPr lvl="3" rtl="0">
              <a:buNone/>
              <a:defRPr sz="2080">
                <a:solidFill>
                  <a:schemeClr val="dk1"/>
                </a:solidFill>
              </a:defRPr>
            </a:lvl4pPr>
            <a:lvl5pPr lvl="4" rtl="0">
              <a:buNone/>
              <a:defRPr sz="2080">
                <a:solidFill>
                  <a:schemeClr val="dk1"/>
                </a:solidFill>
              </a:defRPr>
            </a:lvl5pPr>
            <a:lvl6pPr lvl="5" rtl="0">
              <a:buNone/>
              <a:defRPr sz="2080">
                <a:solidFill>
                  <a:schemeClr val="dk1"/>
                </a:solidFill>
              </a:defRPr>
            </a:lvl6pPr>
            <a:lvl7pPr lvl="6" rtl="0">
              <a:buNone/>
              <a:defRPr sz="2080">
                <a:solidFill>
                  <a:schemeClr val="dk1"/>
                </a:solidFill>
              </a:defRPr>
            </a:lvl7pPr>
            <a:lvl8pPr lvl="7" rtl="0">
              <a:buNone/>
              <a:defRPr sz="2080">
                <a:solidFill>
                  <a:schemeClr val="dk1"/>
                </a:solidFill>
              </a:defRPr>
            </a:lvl8pPr>
            <a:lvl9pPr lvl="8" rtl="0">
              <a:buNone/>
              <a:defRPr sz="208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112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4">
  <p:cSld name="Title - 4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13549080" y="0"/>
            <a:ext cx="1123200" cy="8229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7" name="Google Shape;37;p5"/>
          <p:cNvSpPr/>
          <p:nvPr/>
        </p:nvSpPr>
        <p:spPr>
          <a:xfrm>
            <a:off x="13885304" y="3032742"/>
            <a:ext cx="450720" cy="4464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8" name="Google Shape;38;p5"/>
          <p:cNvSpPr/>
          <p:nvPr/>
        </p:nvSpPr>
        <p:spPr>
          <a:xfrm>
            <a:off x="13885304" y="7271862"/>
            <a:ext cx="450720" cy="446400"/>
          </a:xfrm>
          <a:prstGeom prst="ellipse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9" name="Google Shape;39;p5"/>
          <p:cNvSpPr/>
          <p:nvPr/>
        </p:nvSpPr>
        <p:spPr>
          <a:xfrm rot="5400000">
            <a:off x="13893235" y="4431078"/>
            <a:ext cx="434880" cy="434880"/>
          </a:xfrm>
          <a:prstGeom prst="roundRect">
            <a:avLst>
              <a:gd name="adj" fmla="val 1952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0" name="Google Shape;40;p5"/>
          <p:cNvSpPr/>
          <p:nvPr/>
        </p:nvSpPr>
        <p:spPr>
          <a:xfrm rot="-2700000">
            <a:off x="13928079" y="5887627"/>
            <a:ext cx="365206" cy="362491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948096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66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lack">
  <p:cSld name="Section Header - Black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31520" y="1843960"/>
            <a:ext cx="13167360" cy="1346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11914819" y="5688880"/>
            <a:ext cx="4418880" cy="4418400"/>
          </a:xfrm>
          <a:prstGeom prst="ellipse">
            <a:avLst/>
          </a:prstGeom>
          <a:noFill/>
          <a:ln w="19050" cap="flat" cmpd="sng">
            <a:solidFill>
              <a:srgbClr val="888B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9" name="Google Shape;59;p7"/>
          <p:cNvSpPr/>
          <p:nvPr/>
        </p:nvSpPr>
        <p:spPr>
          <a:xfrm>
            <a:off x="12429650" y="6203818"/>
            <a:ext cx="3388800" cy="3388800"/>
          </a:xfrm>
          <a:prstGeom prst="ellipse">
            <a:avLst/>
          </a:prstGeom>
          <a:noFill/>
          <a:ln w="1905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0" name="Google Shape;60;p7"/>
          <p:cNvSpPr/>
          <p:nvPr/>
        </p:nvSpPr>
        <p:spPr>
          <a:xfrm>
            <a:off x="12987997" y="6762059"/>
            <a:ext cx="2272320" cy="2272320"/>
          </a:xfrm>
          <a:prstGeom prst="ellipse">
            <a:avLst/>
          </a:prstGeom>
          <a:noFill/>
          <a:ln w="1905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45080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Black">
  <p:cSld name="Title &amp; body - Black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731520" y="1843960"/>
            <a:ext cx="13167360" cy="5466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2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05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Individual">
  <p:cSld name="Introduction - Individu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10800000">
            <a:off x="1408000" y="2205896"/>
            <a:ext cx="2852640" cy="285264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1F2A4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6252160" y="2087800"/>
            <a:ext cx="7149120" cy="522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2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3"/>
          </p:nvPr>
        </p:nvSpPr>
        <p:spPr>
          <a:xfrm>
            <a:off x="1577960" y="2355376"/>
            <a:ext cx="2961600" cy="296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subTitle" idx="4"/>
          </p:nvPr>
        </p:nvSpPr>
        <p:spPr>
          <a:xfrm>
            <a:off x="946760" y="5609414"/>
            <a:ext cx="4224000" cy="28315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5"/>
          </p:nvPr>
        </p:nvSpPr>
        <p:spPr>
          <a:xfrm>
            <a:off x="946760" y="6083862"/>
            <a:ext cx="4224000" cy="410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IBM Plex Sans Medium"/>
              <a:buNone/>
              <a:defRPr sz="224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6"/>
          </p:nvPr>
        </p:nvSpPr>
        <p:spPr>
          <a:xfrm>
            <a:off x="946760" y="6508866"/>
            <a:ext cx="4224000" cy="410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224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0459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Team">
  <p:cSld name="Introduction - Tea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81492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84076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4"/>
          </p:nvPr>
        </p:nvSpPr>
        <p:spPr>
          <a:xfrm>
            <a:off x="84076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840760" y="5993398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6"/>
          </p:nvPr>
        </p:nvSpPr>
        <p:spPr>
          <a:xfrm>
            <a:off x="617736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subTitle" idx="7"/>
          </p:nvPr>
        </p:nvSpPr>
        <p:spPr>
          <a:xfrm>
            <a:off x="520320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8"/>
          </p:nvPr>
        </p:nvSpPr>
        <p:spPr>
          <a:xfrm>
            <a:off x="520320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9"/>
          </p:nvPr>
        </p:nvSpPr>
        <p:spPr>
          <a:xfrm>
            <a:off x="5203200" y="5993400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>
            <a:spLocks noGrp="1"/>
          </p:cNvSpPr>
          <p:nvPr>
            <p:ph type="pic" idx="13"/>
          </p:nvPr>
        </p:nvSpPr>
        <p:spPr>
          <a:xfrm>
            <a:off x="1053980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8" name="Google Shape;98;p11"/>
          <p:cNvSpPr txBox="1">
            <a:spLocks noGrp="1"/>
          </p:cNvSpPr>
          <p:nvPr>
            <p:ph type="subTitle" idx="14"/>
          </p:nvPr>
        </p:nvSpPr>
        <p:spPr>
          <a:xfrm>
            <a:off x="956564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5"/>
          </p:nvPr>
        </p:nvSpPr>
        <p:spPr>
          <a:xfrm>
            <a:off x="956564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6"/>
          </p:nvPr>
        </p:nvSpPr>
        <p:spPr>
          <a:xfrm>
            <a:off x="9565640" y="5993400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0446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Black">
  <p:cSld name="Title and body - Blac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732960" y="1853960"/>
            <a:ext cx="13167360" cy="7401600"/>
          </a:xfrm>
          <a:prstGeom prst="roundRect">
            <a:avLst>
              <a:gd name="adj" fmla="val 5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4388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1092240" y="2371640"/>
            <a:ext cx="12445920" cy="481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13538158" y="6191680"/>
            <a:ext cx="1503360" cy="1497203"/>
            <a:chOff x="511165" y="3659475"/>
            <a:chExt cx="939600" cy="935752"/>
          </a:xfrm>
        </p:grpSpPr>
        <p:sp>
          <p:nvSpPr>
            <p:cNvPr id="108" name="Google Shape;108;p12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1269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Orangemunda">
  <p:cSld name="Title &amp; body - Orangemunda">
    <p:bg>
      <p:bgPr>
        <a:solidFill>
          <a:schemeClr val="accen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732960" y="1853960"/>
            <a:ext cx="13167360" cy="7401600"/>
          </a:xfrm>
          <a:prstGeom prst="roundRect">
            <a:avLst>
              <a:gd name="adj" fmla="val 52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4388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1092240" y="2371320"/>
            <a:ext cx="12445920" cy="4817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13538158" y="2371320"/>
            <a:ext cx="1503360" cy="1497203"/>
            <a:chOff x="511165" y="3659475"/>
            <a:chExt cx="939600" cy="935752"/>
          </a:xfrm>
        </p:grpSpPr>
        <p:sp>
          <p:nvSpPr>
            <p:cNvPr id="121" name="Google Shape;121;p13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039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column Simple">
  <p:cSld name="Title &amp; body - 2 column Simp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1"/>
          </p:nvPr>
        </p:nvSpPr>
        <p:spPr>
          <a:xfrm>
            <a:off x="731520" y="2773520"/>
            <a:ext cx="6425760" cy="4536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1" name="Google Shape;131;p14"/>
          <p:cNvSpPr txBox="1">
            <a:spLocks noGrp="1"/>
          </p:cNvSpPr>
          <p:nvPr>
            <p:ph type="body" idx="2"/>
          </p:nvPr>
        </p:nvSpPr>
        <p:spPr>
          <a:xfrm>
            <a:off x="7473120" y="2773520"/>
            <a:ext cx="6425760" cy="4536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3"/>
          </p:nvPr>
        </p:nvSpPr>
        <p:spPr>
          <a:xfrm>
            <a:off x="747320" y="1839560"/>
            <a:ext cx="64257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4"/>
          </p:nvPr>
        </p:nvSpPr>
        <p:spPr>
          <a:xfrm>
            <a:off x="7473120" y="1839560"/>
            <a:ext cx="64257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>
            <a:spLocks noGrp="1"/>
          </p:cNvSpPr>
          <p:nvPr>
            <p:ph type="subTitle" idx="5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6956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Black">
  <p:cSld name="3 Column - Black">
    <p:bg>
      <p:bgPr>
        <a:solidFill>
          <a:schemeClr val="dk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31362" y="1843960"/>
            <a:ext cx="3995520" cy="369792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54" name="Google Shape;154;p16"/>
          <p:cNvSpPr/>
          <p:nvPr/>
        </p:nvSpPr>
        <p:spPr>
          <a:xfrm>
            <a:off x="731362" y="2547208"/>
            <a:ext cx="3995520" cy="4614240"/>
          </a:xfrm>
          <a:prstGeom prst="roundRect">
            <a:avLst>
              <a:gd name="adj" fmla="val 8673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711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903362" y="1843960"/>
            <a:ext cx="3995520" cy="3697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57" name="Google Shape;157;p16"/>
          <p:cNvSpPr/>
          <p:nvPr/>
        </p:nvSpPr>
        <p:spPr>
          <a:xfrm>
            <a:off x="9903362" y="2547208"/>
            <a:ext cx="3995520" cy="4614240"/>
          </a:xfrm>
          <a:prstGeom prst="roundRect">
            <a:avLst>
              <a:gd name="adj" fmla="val 788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3"/>
          </p:nvPr>
        </p:nvSpPr>
        <p:spPr>
          <a:xfrm>
            <a:off x="9883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307421" y="1843960"/>
            <a:ext cx="3995520" cy="369792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60" name="Google Shape;160;p16"/>
          <p:cNvSpPr/>
          <p:nvPr/>
        </p:nvSpPr>
        <p:spPr>
          <a:xfrm>
            <a:off x="5307421" y="2547208"/>
            <a:ext cx="3995520" cy="4614240"/>
          </a:xfrm>
          <a:prstGeom prst="roundRect">
            <a:avLst>
              <a:gd name="adj" fmla="val 81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4"/>
          </p:nvPr>
        </p:nvSpPr>
        <p:spPr>
          <a:xfrm>
            <a:off x="5287541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5"/>
          </p:nvPr>
        </p:nvSpPr>
        <p:spPr>
          <a:xfrm>
            <a:off x="92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6"/>
          </p:nvPr>
        </p:nvSpPr>
        <p:spPr>
          <a:xfrm>
            <a:off x="5488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7"/>
          </p:nvPr>
        </p:nvSpPr>
        <p:spPr>
          <a:xfrm>
            <a:off x="1007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335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White">
  <p:cSld name="3 Column - White"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731362" y="1843960"/>
            <a:ext cx="3995520" cy="369792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1" name="Google Shape;171;p17"/>
          <p:cNvSpPr/>
          <p:nvPr/>
        </p:nvSpPr>
        <p:spPr>
          <a:xfrm>
            <a:off x="731362" y="2547208"/>
            <a:ext cx="3995520" cy="4614240"/>
          </a:xfrm>
          <a:prstGeom prst="roundRect">
            <a:avLst>
              <a:gd name="adj" fmla="val 86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2"/>
          </p:nvPr>
        </p:nvSpPr>
        <p:spPr>
          <a:xfrm>
            <a:off x="711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9903362" y="1843960"/>
            <a:ext cx="3995520" cy="3697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4" name="Google Shape;174;p17"/>
          <p:cNvSpPr/>
          <p:nvPr/>
        </p:nvSpPr>
        <p:spPr>
          <a:xfrm>
            <a:off x="9903362" y="2547208"/>
            <a:ext cx="3995520" cy="4614240"/>
          </a:xfrm>
          <a:prstGeom prst="roundRect">
            <a:avLst>
              <a:gd name="adj" fmla="val 78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9883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307421" y="1843960"/>
            <a:ext cx="3995520" cy="369792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7" name="Google Shape;177;p17"/>
          <p:cNvSpPr/>
          <p:nvPr/>
        </p:nvSpPr>
        <p:spPr>
          <a:xfrm>
            <a:off x="5307421" y="2547208"/>
            <a:ext cx="3995520" cy="4614240"/>
          </a:xfrm>
          <a:prstGeom prst="roundRect">
            <a:avLst>
              <a:gd name="adj" fmla="val 8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4"/>
          </p:nvPr>
        </p:nvSpPr>
        <p:spPr>
          <a:xfrm>
            <a:off x="5287541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5"/>
          </p:nvPr>
        </p:nvSpPr>
        <p:spPr>
          <a:xfrm>
            <a:off x="92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6"/>
          </p:nvPr>
        </p:nvSpPr>
        <p:spPr>
          <a:xfrm>
            <a:off x="5488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7"/>
          </p:nvPr>
        </p:nvSpPr>
        <p:spPr>
          <a:xfrm>
            <a:off x="1007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5475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- Black">
  <p:cSld name="4 Column - Black"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5" name="Google Shape;185;p18"/>
          <p:cNvSpPr/>
          <p:nvPr/>
        </p:nvSpPr>
        <p:spPr>
          <a:xfrm>
            <a:off x="4074206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398234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0722280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31360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1072228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0" name="Google Shape;190;p18"/>
          <p:cNvSpPr/>
          <p:nvPr/>
        </p:nvSpPr>
        <p:spPr>
          <a:xfrm>
            <a:off x="407420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1" name="Google Shape;191;p18"/>
          <p:cNvSpPr/>
          <p:nvPr/>
        </p:nvSpPr>
        <p:spPr>
          <a:xfrm>
            <a:off x="73136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2" name="Google Shape;192;p18"/>
          <p:cNvSpPr/>
          <p:nvPr/>
        </p:nvSpPr>
        <p:spPr>
          <a:xfrm>
            <a:off x="739824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3" name="Google Shape;193;p18"/>
          <p:cNvSpPr/>
          <p:nvPr/>
        </p:nvSpPr>
        <p:spPr>
          <a:xfrm>
            <a:off x="1044280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387219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11242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1035301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044280" y="360769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387219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711242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11035301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044280" y="454837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387219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711242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1035301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387219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711242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1035301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387219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7711242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11035301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1044280" y="548905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044280" y="6429734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73136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406480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3"/>
          </p:nvPr>
        </p:nvSpPr>
        <p:spPr>
          <a:xfrm>
            <a:off x="739824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4"/>
          </p:nvPr>
        </p:nvSpPr>
        <p:spPr>
          <a:xfrm>
            <a:off x="1072228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5"/>
          </p:nvPr>
        </p:nvSpPr>
        <p:spPr>
          <a:xfrm>
            <a:off x="104428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6"/>
          </p:nvPr>
        </p:nvSpPr>
        <p:spPr>
          <a:xfrm>
            <a:off x="104428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7"/>
          </p:nvPr>
        </p:nvSpPr>
        <p:spPr>
          <a:xfrm>
            <a:off x="104428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8"/>
          </p:nvPr>
        </p:nvSpPr>
        <p:spPr>
          <a:xfrm>
            <a:off x="104428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9"/>
          </p:nvPr>
        </p:nvSpPr>
        <p:spPr>
          <a:xfrm>
            <a:off x="104428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3"/>
          </p:nvPr>
        </p:nvSpPr>
        <p:spPr>
          <a:xfrm>
            <a:off x="437776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14"/>
          </p:nvPr>
        </p:nvSpPr>
        <p:spPr>
          <a:xfrm>
            <a:off x="437776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15"/>
          </p:nvPr>
        </p:nvSpPr>
        <p:spPr>
          <a:xfrm>
            <a:off x="437776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16"/>
          </p:nvPr>
        </p:nvSpPr>
        <p:spPr>
          <a:xfrm>
            <a:off x="437776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17"/>
          </p:nvPr>
        </p:nvSpPr>
        <p:spPr>
          <a:xfrm>
            <a:off x="437776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18"/>
          </p:nvPr>
        </p:nvSpPr>
        <p:spPr>
          <a:xfrm>
            <a:off x="771120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19"/>
          </p:nvPr>
        </p:nvSpPr>
        <p:spPr>
          <a:xfrm>
            <a:off x="771120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20"/>
          </p:nvPr>
        </p:nvSpPr>
        <p:spPr>
          <a:xfrm>
            <a:off x="771120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21"/>
          </p:nvPr>
        </p:nvSpPr>
        <p:spPr>
          <a:xfrm>
            <a:off x="771120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22"/>
          </p:nvPr>
        </p:nvSpPr>
        <p:spPr>
          <a:xfrm>
            <a:off x="771120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3"/>
          </p:nvPr>
        </p:nvSpPr>
        <p:spPr>
          <a:xfrm>
            <a:off x="1103520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24"/>
          </p:nvPr>
        </p:nvSpPr>
        <p:spPr>
          <a:xfrm>
            <a:off x="1103520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25"/>
          </p:nvPr>
        </p:nvSpPr>
        <p:spPr>
          <a:xfrm>
            <a:off x="1103520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26"/>
          </p:nvPr>
        </p:nvSpPr>
        <p:spPr>
          <a:xfrm>
            <a:off x="1103520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7"/>
          </p:nvPr>
        </p:nvSpPr>
        <p:spPr>
          <a:xfrm>
            <a:off x="1103520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8699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Black">
  <p:cSld name="Title only - Black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9524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Spacecraft">
  <p:cSld name="Blank - Spacecraf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591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dk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4876800" y="186840"/>
            <a:ext cx="8778240" cy="8103360"/>
          </a:xfrm>
          <a:prstGeom prst="round2SameRect">
            <a:avLst>
              <a:gd name="adj1" fmla="val 5745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474760" y="186840"/>
            <a:ext cx="4024320" cy="2373600"/>
          </a:xfrm>
          <a:prstGeom prst="roundRect">
            <a:avLst>
              <a:gd name="adj" fmla="val 1574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6" name="Google Shape;266;p24"/>
          <p:cNvSpPr txBox="1"/>
          <p:nvPr/>
        </p:nvSpPr>
        <p:spPr>
          <a:xfrm>
            <a:off x="489160" y="186840"/>
            <a:ext cx="399552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40"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 txBox="1">
            <a:spLocks noGrp="1"/>
          </p:cNvSpPr>
          <p:nvPr>
            <p:ph type="body" idx="2"/>
          </p:nvPr>
        </p:nvSpPr>
        <p:spPr>
          <a:xfrm>
            <a:off x="5254520" y="670560"/>
            <a:ext cx="8025600" cy="6788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8" name="Google Shape;268;p24"/>
          <p:cNvGrpSpPr/>
          <p:nvPr/>
        </p:nvGrpSpPr>
        <p:grpSpPr>
          <a:xfrm>
            <a:off x="487698" y="4311661"/>
            <a:ext cx="1646936" cy="1640349"/>
            <a:chOff x="3000325" y="3156400"/>
            <a:chExt cx="881054" cy="877530"/>
          </a:xfrm>
        </p:grpSpPr>
        <p:sp>
          <p:nvSpPr>
            <p:cNvPr id="269" name="Google Shape;269;p24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487677" y="597437"/>
            <a:ext cx="3995520" cy="1445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02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>
          <p15:clr>
            <a:srgbClr val="FA7B17"/>
          </p15:clr>
        </p15:guide>
        <p15:guide id="2" pos="2016">
          <p15:clr>
            <a:srgbClr val="FA7B17"/>
          </p15:clr>
        </p15:guide>
        <p15:guide id="3" pos="2165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3 Items">
  <p:cSld name="TOC - 3 Items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-14400"/>
            <a:ext cx="5120640" cy="82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731520" y="2805160"/>
            <a:ext cx="3637440" cy="25905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4632803" y="3639882"/>
            <a:ext cx="1003200" cy="10032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1" name="Google Shape;301;p25"/>
          <p:cNvSpPr/>
          <p:nvPr/>
        </p:nvSpPr>
        <p:spPr>
          <a:xfrm rot="-2700000">
            <a:off x="4759042" y="5970845"/>
            <a:ext cx="724304" cy="719552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632802" y="1388482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"/>
          </p:nvPr>
        </p:nvSpPr>
        <p:spPr>
          <a:xfrm>
            <a:off x="5987520" y="605198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2"/>
          </p:nvPr>
        </p:nvSpPr>
        <p:spPr>
          <a:xfrm>
            <a:off x="5987520" y="38628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3"/>
          </p:nvPr>
        </p:nvSpPr>
        <p:spPr>
          <a:xfrm>
            <a:off x="5987520" y="16114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73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4 Items">
  <p:cSld name="TOC - 4 Items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14360" y="-14360"/>
            <a:ext cx="5106240" cy="8244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10" name="Google Shape;310;p26"/>
          <p:cNvSpPr txBox="1">
            <a:spLocks noGrp="1"/>
          </p:cNvSpPr>
          <p:nvPr>
            <p:ph type="title"/>
          </p:nvPr>
        </p:nvSpPr>
        <p:spPr>
          <a:xfrm>
            <a:off x="731520" y="2805160"/>
            <a:ext cx="3637440" cy="25905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4632803" y="2793581"/>
            <a:ext cx="1003200" cy="10032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4632802" y="6196541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26"/>
          <p:cNvSpPr/>
          <p:nvPr/>
        </p:nvSpPr>
        <p:spPr>
          <a:xfrm rot="-2700000">
            <a:off x="4759042" y="4636864"/>
            <a:ext cx="724304" cy="719552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4632802" y="1029861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1"/>
          </p:nvPr>
        </p:nvSpPr>
        <p:spPr>
          <a:xfrm>
            <a:off x="5987520" y="12528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subTitle" idx="2"/>
          </p:nvPr>
        </p:nvSpPr>
        <p:spPr>
          <a:xfrm>
            <a:off x="5987520" y="301654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3"/>
          </p:nvPr>
        </p:nvSpPr>
        <p:spPr>
          <a:xfrm>
            <a:off x="5987520" y="471798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4"/>
          </p:nvPr>
        </p:nvSpPr>
        <p:spPr>
          <a:xfrm>
            <a:off x="5987520" y="641950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336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opics">
  <p:cSld name="5 Topics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>
            <a:spLocks noGrp="1"/>
          </p:cNvSpPr>
          <p:nvPr>
            <p:ph type="pic" idx="2"/>
          </p:nvPr>
        </p:nvSpPr>
        <p:spPr>
          <a:xfrm>
            <a:off x="129496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27"/>
          <p:cNvSpPr>
            <a:spLocks noGrp="1"/>
          </p:cNvSpPr>
          <p:nvPr>
            <p:ph type="pic" idx="3"/>
          </p:nvPr>
        </p:nvSpPr>
        <p:spPr>
          <a:xfrm>
            <a:off x="659664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27"/>
          <p:cNvSpPr>
            <a:spLocks noGrp="1"/>
          </p:cNvSpPr>
          <p:nvPr>
            <p:ph type="pic" idx="4"/>
          </p:nvPr>
        </p:nvSpPr>
        <p:spPr>
          <a:xfrm>
            <a:off x="1192652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27"/>
          <p:cNvSpPr>
            <a:spLocks noGrp="1"/>
          </p:cNvSpPr>
          <p:nvPr>
            <p:ph type="pic" idx="5"/>
          </p:nvPr>
        </p:nvSpPr>
        <p:spPr>
          <a:xfrm>
            <a:off x="3931701" y="4726621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7"/>
          <p:cNvSpPr>
            <a:spLocks noGrp="1"/>
          </p:cNvSpPr>
          <p:nvPr>
            <p:ph type="pic" idx="6"/>
          </p:nvPr>
        </p:nvSpPr>
        <p:spPr>
          <a:xfrm>
            <a:off x="9261581" y="4726621"/>
            <a:ext cx="1437120" cy="119376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9" name="Google Shape;329;p27"/>
          <p:cNvCxnSpPr/>
          <p:nvPr/>
        </p:nvCxnSpPr>
        <p:spPr>
          <a:xfrm rot="10800000">
            <a:off x="7329331" y="472664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4650291" y="178300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9980171" y="178300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" name="Google Shape;332;p27"/>
          <p:cNvSpPr txBox="1">
            <a:spLocks noGrp="1"/>
          </p:cNvSpPr>
          <p:nvPr>
            <p:ph type="subTitle" idx="7"/>
          </p:nvPr>
        </p:nvSpPr>
        <p:spPr>
          <a:xfrm>
            <a:off x="74732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body" idx="8"/>
          </p:nvPr>
        </p:nvSpPr>
        <p:spPr>
          <a:xfrm>
            <a:off x="759080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subTitle" idx="9"/>
          </p:nvPr>
        </p:nvSpPr>
        <p:spPr>
          <a:xfrm>
            <a:off x="606320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600"/>
              </a:buClr>
              <a:buSzPts val="1600"/>
              <a:buFont typeface="IBM Plex Sans Medium"/>
              <a:buNone/>
              <a:defRPr sz="2560">
                <a:solidFill>
                  <a:srgbClr val="FFC6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13"/>
          </p:nvPr>
        </p:nvSpPr>
        <p:spPr>
          <a:xfrm>
            <a:off x="6067098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subTitle" idx="14"/>
          </p:nvPr>
        </p:nvSpPr>
        <p:spPr>
          <a:xfrm>
            <a:off x="1139180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600"/>
              <a:buFont typeface="IBM Plex Sans Medium"/>
              <a:buNone/>
              <a:defRPr sz="2560">
                <a:solidFill>
                  <a:srgbClr val="F9382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body" idx="15"/>
          </p:nvPr>
        </p:nvSpPr>
        <p:spPr>
          <a:xfrm>
            <a:off x="11391320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6"/>
          </p:nvPr>
        </p:nvSpPr>
        <p:spPr>
          <a:xfrm>
            <a:off x="8714040" y="6187957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256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7"/>
          </p:nvPr>
        </p:nvSpPr>
        <p:spPr>
          <a:xfrm>
            <a:off x="8725800" y="6656688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18"/>
          </p:nvPr>
        </p:nvSpPr>
        <p:spPr>
          <a:xfrm>
            <a:off x="3384160" y="6187957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 sz="256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9"/>
          </p:nvPr>
        </p:nvSpPr>
        <p:spPr>
          <a:xfrm>
            <a:off x="3395920" y="6656688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051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opics">
  <p:cSld name="6 Topics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>
            <a:spLocks noGrp="1"/>
          </p:cNvSpPr>
          <p:nvPr>
            <p:ph type="pic" idx="2"/>
          </p:nvPr>
        </p:nvSpPr>
        <p:spPr>
          <a:xfrm>
            <a:off x="688212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8"/>
          <p:cNvSpPr txBox="1">
            <a:spLocks noGrp="1"/>
          </p:cNvSpPr>
          <p:nvPr>
            <p:ph type="subTitle" idx="3"/>
          </p:nvPr>
        </p:nvSpPr>
        <p:spPr>
          <a:xfrm>
            <a:off x="604908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4"/>
          </p:nvPr>
        </p:nvSpPr>
        <p:spPr>
          <a:xfrm>
            <a:off x="606084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0" name="Google Shape;350;p28"/>
          <p:cNvSpPr>
            <a:spLocks noGrp="1"/>
          </p:cNvSpPr>
          <p:nvPr>
            <p:ph type="pic" idx="5"/>
          </p:nvPr>
        </p:nvSpPr>
        <p:spPr>
          <a:xfrm>
            <a:off x="688800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8"/>
          <p:cNvSpPr txBox="1">
            <a:spLocks noGrp="1"/>
          </p:cNvSpPr>
          <p:nvPr>
            <p:ph type="subTitle" idx="6"/>
          </p:nvPr>
        </p:nvSpPr>
        <p:spPr>
          <a:xfrm>
            <a:off x="605496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7"/>
          </p:nvPr>
        </p:nvSpPr>
        <p:spPr>
          <a:xfrm>
            <a:off x="606672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3" name="Google Shape;353;p28"/>
          <p:cNvSpPr>
            <a:spLocks noGrp="1"/>
          </p:cNvSpPr>
          <p:nvPr>
            <p:ph type="pic" idx="8"/>
          </p:nvPr>
        </p:nvSpPr>
        <p:spPr>
          <a:xfrm>
            <a:off x="324852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8"/>
          <p:cNvSpPr txBox="1">
            <a:spLocks noGrp="1"/>
          </p:cNvSpPr>
          <p:nvPr>
            <p:ph type="subTitle" idx="9"/>
          </p:nvPr>
        </p:nvSpPr>
        <p:spPr>
          <a:xfrm>
            <a:off x="241548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13"/>
          </p:nvPr>
        </p:nvSpPr>
        <p:spPr>
          <a:xfrm>
            <a:off x="242724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6" name="Google Shape;356;p28"/>
          <p:cNvSpPr>
            <a:spLocks noGrp="1"/>
          </p:cNvSpPr>
          <p:nvPr>
            <p:ph type="pic" idx="14"/>
          </p:nvPr>
        </p:nvSpPr>
        <p:spPr>
          <a:xfrm>
            <a:off x="325440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28"/>
          <p:cNvSpPr txBox="1">
            <a:spLocks noGrp="1"/>
          </p:cNvSpPr>
          <p:nvPr>
            <p:ph type="subTitle" idx="15"/>
          </p:nvPr>
        </p:nvSpPr>
        <p:spPr>
          <a:xfrm>
            <a:off x="242136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body" idx="16"/>
          </p:nvPr>
        </p:nvSpPr>
        <p:spPr>
          <a:xfrm>
            <a:off x="243312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9" name="Google Shape;359;p28"/>
          <p:cNvSpPr>
            <a:spLocks noGrp="1"/>
          </p:cNvSpPr>
          <p:nvPr>
            <p:ph type="pic" idx="17"/>
          </p:nvPr>
        </p:nvSpPr>
        <p:spPr>
          <a:xfrm>
            <a:off x="1053336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8"/>
          <p:cNvSpPr txBox="1">
            <a:spLocks noGrp="1"/>
          </p:cNvSpPr>
          <p:nvPr>
            <p:ph type="subTitle" idx="18"/>
          </p:nvPr>
        </p:nvSpPr>
        <p:spPr>
          <a:xfrm>
            <a:off x="970032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body" idx="19"/>
          </p:nvPr>
        </p:nvSpPr>
        <p:spPr>
          <a:xfrm>
            <a:off x="971208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62" name="Google Shape;362;p28"/>
          <p:cNvSpPr>
            <a:spLocks noGrp="1"/>
          </p:cNvSpPr>
          <p:nvPr>
            <p:ph type="pic" idx="20"/>
          </p:nvPr>
        </p:nvSpPr>
        <p:spPr>
          <a:xfrm>
            <a:off x="1053924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8"/>
          <p:cNvSpPr txBox="1">
            <a:spLocks noGrp="1"/>
          </p:cNvSpPr>
          <p:nvPr>
            <p:ph type="subTitle" idx="21"/>
          </p:nvPr>
        </p:nvSpPr>
        <p:spPr>
          <a:xfrm>
            <a:off x="970620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4" name="Google Shape;364;p28"/>
          <p:cNvSpPr txBox="1">
            <a:spLocks noGrp="1"/>
          </p:cNvSpPr>
          <p:nvPr>
            <p:ph type="body" idx="22"/>
          </p:nvPr>
        </p:nvSpPr>
        <p:spPr>
          <a:xfrm>
            <a:off x="971796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129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1">
  <p:cSld name="3 Topics -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731520" y="19176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747310" y="558672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47310" y="369048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747310" y="184396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1030941" y="1927383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1045936" y="3790028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1045034" y="5667670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376" name="Google Shape;376;p29"/>
          <p:cNvGrpSpPr/>
          <p:nvPr/>
        </p:nvGrpSpPr>
        <p:grpSpPr>
          <a:xfrm>
            <a:off x="9944046" y="2664546"/>
            <a:ext cx="3722346" cy="3815792"/>
            <a:chOff x="1982862" y="3613287"/>
            <a:chExt cx="819900" cy="840483"/>
          </a:xfrm>
        </p:grpSpPr>
        <p:sp>
          <p:nvSpPr>
            <p:cNvPr id="377" name="Google Shape;377;p29"/>
            <p:cNvSpPr/>
            <p:nvPr/>
          </p:nvSpPr>
          <p:spPr>
            <a:xfrm>
              <a:off x="1982862" y="3633870"/>
              <a:ext cx="819900" cy="81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083370" y="3731983"/>
              <a:ext cx="623700" cy="6237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166919" y="3815537"/>
              <a:ext cx="456600" cy="45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080960" y="3732000"/>
              <a:ext cx="623700" cy="623700"/>
            </a:xfrm>
            <a:prstGeom prst="ellipse">
              <a:avLst/>
            </a:prstGeom>
            <a:noFill/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32411" y="3883453"/>
              <a:ext cx="320700" cy="320700"/>
            </a:xfrm>
            <a:prstGeom prst="ellipse">
              <a:avLst/>
            </a:prstGeom>
            <a:solidFill>
              <a:srgbClr val="FFC600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322915" y="3971532"/>
              <a:ext cx="144600" cy="144600"/>
            </a:xfrm>
            <a:prstGeom prst="ellipse">
              <a:avLst/>
            </a:prstGeom>
            <a:solidFill>
              <a:srgbClr val="F93822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2279924">
              <a:off x="2497970" y="3682498"/>
              <a:ext cx="36547" cy="413728"/>
            </a:xfrm>
            <a:prstGeom prst="roundRect">
              <a:avLst>
                <a:gd name="adj" fmla="val 16667"/>
              </a:avLst>
            </a:pr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4" name="Google Shape;384;p29"/>
            <p:cNvSpPr/>
            <p:nvPr/>
          </p:nvSpPr>
          <p:spPr>
            <a:xfrm rot="-6751234">
              <a:off x="2597281" y="3638302"/>
              <a:ext cx="102125" cy="116945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5" name="Google Shape;385;p29"/>
            <p:cNvSpPr/>
            <p:nvPr/>
          </p:nvSpPr>
          <p:spPr>
            <a:xfrm rot="-6733056">
              <a:off x="2646895" y="3621297"/>
              <a:ext cx="70587" cy="80758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386" name="Google Shape;386;p29"/>
          <p:cNvSpPr txBox="1">
            <a:spLocks noGrp="1"/>
          </p:cNvSpPr>
          <p:nvPr>
            <p:ph type="subTitle" idx="2"/>
          </p:nvPr>
        </p:nvSpPr>
        <p:spPr>
          <a:xfrm>
            <a:off x="2122760" y="186432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body" idx="3"/>
          </p:nvPr>
        </p:nvSpPr>
        <p:spPr>
          <a:xfrm>
            <a:off x="2151880" y="248294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subTitle" idx="4"/>
          </p:nvPr>
        </p:nvSpPr>
        <p:spPr>
          <a:xfrm>
            <a:off x="2122760" y="369048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5"/>
          </p:nvPr>
        </p:nvSpPr>
        <p:spPr>
          <a:xfrm>
            <a:off x="2151880" y="430910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6"/>
          </p:nvPr>
        </p:nvSpPr>
        <p:spPr>
          <a:xfrm>
            <a:off x="2122760" y="561492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body" idx="7"/>
          </p:nvPr>
        </p:nvSpPr>
        <p:spPr>
          <a:xfrm>
            <a:off x="2151880" y="623354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7183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1">
  <p:cSld name="4 Topics - 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 rot="-5400000">
            <a:off x="4837000" y="-2239400"/>
            <a:ext cx="5826240" cy="14019360"/>
          </a:xfrm>
          <a:prstGeom prst="round2SameRect">
            <a:avLst>
              <a:gd name="adj1" fmla="val 141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0"/>
          <p:cNvSpPr>
            <a:spLocks noGrp="1"/>
          </p:cNvSpPr>
          <p:nvPr>
            <p:ph type="pic" idx="2"/>
          </p:nvPr>
        </p:nvSpPr>
        <p:spPr>
          <a:xfrm>
            <a:off x="1529720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9" name="Google Shape;399;p30"/>
          <p:cNvSpPr>
            <a:spLocks noGrp="1"/>
          </p:cNvSpPr>
          <p:nvPr>
            <p:ph type="pic" idx="3"/>
          </p:nvPr>
        </p:nvSpPr>
        <p:spPr>
          <a:xfrm>
            <a:off x="1529720" y="4945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0" name="Google Shape;400;p30"/>
          <p:cNvSpPr>
            <a:spLocks noGrp="1"/>
          </p:cNvSpPr>
          <p:nvPr>
            <p:ph type="pic" idx="4"/>
          </p:nvPr>
        </p:nvSpPr>
        <p:spPr>
          <a:xfrm>
            <a:off x="7447880" y="2496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1" name="Google Shape;401;p30"/>
          <p:cNvSpPr>
            <a:spLocks noGrp="1"/>
          </p:cNvSpPr>
          <p:nvPr>
            <p:ph type="pic" idx="5"/>
          </p:nvPr>
        </p:nvSpPr>
        <p:spPr>
          <a:xfrm>
            <a:off x="7447880" y="4945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2" name="Google Shape;402;p30"/>
          <p:cNvSpPr txBox="1">
            <a:spLocks noGrp="1"/>
          </p:cNvSpPr>
          <p:nvPr>
            <p:ph type="subTitle" idx="6"/>
          </p:nvPr>
        </p:nvSpPr>
        <p:spPr>
          <a:xfrm>
            <a:off x="3218840" y="251198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30"/>
          <p:cNvSpPr txBox="1">
            <a:spLocks noGrp="1"/>
          </p:cNvSpPr>
          <p:nvPr>
            <p:ph type="body" idx="7"/>
          </p:nvPr>
        </p:nvSpPr>
        <p:spPr>
          <a:xfrm>
            <a:off x="3237280" y="315698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30"/>
          <p:cNvSpPr txBox="1">
            <a:spLocks noGrp="1"/>
          </p:cNvSpPr>
          <p:nvPr>
            <p:ph type="subTitle" idx="8"/>
          </p:nvPr>
        </p:nvSpPr>
        <p:spPr>
          <a:xfrm>
            <a:off x="3218840" y="494582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9"/>
          </p:nvPr>
        </p:nvSpPr>
        <p:spPr>
          <a:xfrm>
            <a:off x="3237280" y="559082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13"/>
          </p:nvPr>
        </p:nvSpPr>
        <p:spPr>
          <a:xfrm>
            <a:off x="9155280" y="251198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body" idx="14"/>
          </p:nvPr>
        </p:nvSpPr>
        <p:spPr>
          <a:xfrm>
            <a:off x="9173720" y="315698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subTitle" idx="15"/>
          </p:nvPr>
        </p:nvSpPr>
        <p:spPr>
          <a:xfrm>
            <a:off x="9155280" y="494582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body" idx="16"/>
          </p:nvPr>
        </p:nvSpPr>
        <p:spPr>
          <a:xfrm>
            <a:off x="9173720" y="559082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0" name="Google Shape;410;p30"/>
          <p:cNvGrpSpPr/>
          <p:nvPr/>
        </p:nvGrpSpPr>
        <p:grpSpPr>
          <a:xfrm rot="5400000">
            <a:off x="-100393" y="5263742"/>
            <a:ext cx="1409686" cy="773784"/>
            <a:chOff x="5988337" y="3156400"/>
            <a:chExt cx="881054" cy="483615"/>
          </a:xfrm>
        </p:grpSpPr>
        <p:sp>
          <p:nvSpPr>
            <p:cNvPr id="411" name="Google Shape;411;p30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27500139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2">
  <p:cSld name="3 Topics - 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5400000">
            <a:off x="3980800" y="-2221640"/>
            <a:ext cx="5851680" cy="13982880"/>
          </a:xfrm>
          <a:prstGeom prst="round2SameRect">
            <a:avLst>
              <a:gd name="adj1" fmla="val 7469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0" name="Google Shape;4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1"/>
          <p:cNvSpPr>
            <a:spLocks noGrp="1"/>
          </p:cNvSpPr>
          <p:nvPr>
            <p:ph type="pic" idx="2"/>
          </p:nvPr>
        </p:nvSpPr>
        <p:spPr>
          <a:xfrm>
            <a:off x="1529720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3" name="Google Shape;433;p31"/>
          <p:cNvSpPr txBox="1">
            <a:spLocks noGrp="1"/>
          </p:cNvSpPr>
          <p:nvPr>
            <p:ph type="subTitle" idx="3"/>
          </p:nvPr>
        </p:nvSpPr>
        <p:spPr>
          <a:xfrm>
            <a:off x="733800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4"/>
          </p:nvPr>
        </p:nvSpPr>
        <p:spPr>
          <a:xfrm>
            <a:off x="747920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>
            <a:spLocks noGrp="1"/>
          </p:cNvSpPr>
          <p:nvPr>
            <p:ph type="pic" idx="5"/>
          </p:nvPr>
        </p:nvSpPr>
        <p:spPr>
          <a:xfrm>
            <a:off x="5753021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6" name="Google Shape;436;p31"/>
          <p:cNvSpPr txBox="1">
            <a:spLocks noGrp="1"/>
          </p:cNvSpPr>
          <p:nvPr>
            <p:ph type="subTitle" idx="6"/>
          </p:nvPr>
        </p:nvSpPr>
        <p:spPr>
          <a:xfrm>
            <a:off x="4957101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idx="7"/>
          </p:nvPr>
        </p:nvSpPr>
        <p:spPr>
          <a:xfrm>
            <a:off x="4971213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>
            <a:spLocks noGrp="1"/>
          </p:cNvSpPr>
          <p:nvPr>
            <p:ph type="pic" idx="8"/>
          </p:nvPr>
        </p:nvSpPr>
        <p:spPr>
          <a:xfrm>
            <a:off x="9976301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9" name="Google Shape;439;p31"/>
          <p:cNvSpPr txBox="1">
            <a:spLocks noGrp="1"/>
          </p:cNvSpPr>
          <p:nvPr>
            <p:ph type="subTitle" idx="9"/>
          </p:nvPr>
        </p:nvSpPr>
        <p:spPr>
          <a:xfrm>
            <a:off x="9180381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0" name="Google Shape;440;p31"/>
          <p:cNvSpPr txBox="1">
            <a:spLocks noGrp="1"/>
          </p:cNvSpPr>
          <p:nvPr>
            <p:ph type="body" idx="13"/>
          </p:nvPr>
        </p:nvSpPr>
        <p:spPr>
          <a:xfrm>
            <a:off x="9194485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41" name="Google Shape;441;p31"/>
          <p:cNvGrpSpPr/>
          <p:nvPr/>
        </p:nvGrpSpPr>
        <p:grpSpPr>
          <a:xfrm>
            <a:off x="11885607" y="1613769"/>
            <a:ext cx="1409686" cy="773784"/>
            <a:chOff x="5988337" y="3156400"/>
            <a:chExt cx="881054" cy="483615"/>
          </a:xfrm>
        </p:grpSpPr>
        <p:sp>
          <p:nvSpPr>
            <p:cNvPr id="442" name="Google Shape;442;p31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19395425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Black">
  <p:cSld name="Content &amp; Image - Black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7012800" y="2097800"/>
            <a:ext cx="6902880" cy="5642880"/>
          </a:xfrm>
          <a:prstGeom prst="roundRect">
            <a:avLst>
              <a:gd name="adj" fmla="val 71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1" name="Google Shape;46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2"/>
          <p:cNvSpPr>
            <a:spLocks noGrp="1"/>
          </p:cNvSpPr>
          <p:nvPr>
            <p:ph type="pic" idx="2"/>
          </p:nvPr>
        </p:nvSpPr>
        <p:spPr>
          <a:xfrm>
            <a:off x="6769080" y="1843960"/>
            <a:ext cx="6902880" cy="565872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  <p:sp>
        <p:nvSpPr>
          <p:cNvPr id="464" name="Google Shape;464;p32"/>
          <p:cNvSpPr txBox="1">
            <a:spLocks noGrp="1"/>
          </p:cNvSpPr>
          <p:nvPr>
            <p:ph type="subTitle" idx="3"/>
          </p:nvPr>
        </p:nvSpPr>
        <p:spPr>
          <a:xfrm>
            <a:off x="747320" y="1839560"/>
            <a:ext cx="511632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4"/>
          </p:nvPr>
        </p:nvSpPr>
        <p:spPr>
          <a:xfrm>
            <a:off x="747320" y="2759360"/>
            <a:ext cx="5116320" cy="49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549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Spacecraft">
  <p:cSld name="Content &amp; Image - Spacecraf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9" name="Google Shape;46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subTitle" idx="2"/>
          </p:nvPr>
        </p:nvSpPr>
        <p:spPr>
          <a:xfrm>
            <a:off x="8782560" y="1839560"/>
            <a:ext cx="511632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3"/>
          </p:nvPr>
        </p:nvSpPr>
        <p:spPr>
          <a:xfrm>
            <a:off x="8782560" y="2759360"/>
            <a:ext cx="5116320" cy="49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33"/>
          <p:cNvGrpSpPr/>
          <p:nvPr/>
        </p:nvGrpSpPr>
        <p:grpSpPr>
          <a:xfrm>
            <a:off x="731527" y="6671249"/>
            <a:ext cx="1409686" cy="773784"/>
            <a:chOff x="5988337" y="3156400"/>
            <a:chExt cx="881054" cy="483615"/>
          </a:xfrm>
        </p:grpSpPr>
        <p:sp>
          <p:nvSpPr>
            <p:cNvPr id="474" name="Google Shape;474;p33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489" name="Google Shape;489;p33"/>
          <p:cNvSpPr>
            <a:spLocks noGrp="1"/>
          </p:cNvSpPr>
          <p:nvPr>
            <p:ph type="pic" idx="4"/>
          </p:nvPr>
        </p:nvSpPr>
        <p:spPr>
          <a:xfrm>
            <a:off x="747320" y="1843960"/>
            <a:ext cx="7302240" cy="420144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774747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Topic Grey">
  <p:cSld name="Title &amp; body - 2 Topic Grey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7938120" y="2087800"/>
            <a:ext cx="5498400" cy="5844960"/>
          </a:xfrm>
          <a:prstGeom prst="roundRect">
            <a:avLst>
              <a:gd name="adj" fmla="val 749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2" name="Google Shape;492;p34"/>
          <p:cNvSpPr/>
          <p:nvPr/>
        </p:nvSpPr>
        <p:spPr>
          <a:xfrm>
            <a:off x="1682920" y="2087800"/>
            <a:ext cx="5498400" cy="5844960"/>
          </a:xfrm>
          <a:prstGeom prst="roundRect">
            <a:avLst>
              <a:gd name="adj" fmla="val 7554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3" name="Google Shape;493;p34"/>
          <p:cNvSpPr/>
          <p:nvPr/>
        </p:nvSpPr>
        <p:spPr>
          <a:xfrm>
            <a:off x="1439080" y="1843960"/>
            <a:ext cx="5498400" cy="5844960"/>
          </a:xfrm>
          <a:prstGeom prst="roundRect">
            <a:avLst>
              <a:gd name="adj" fmla="val 754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1851800" y="4644240"/>
            <a:ext cx="4672800" cy="269952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97" name="Google Shape;49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/>
          <p:nvPr/>
        </p:nvSpPr>
        <p:spPr>
          <a:xfrm>
            <a:off x="7694275" y="1843960"/>
            <a:ext cx="5498400" cy="5844960"/>
          </a:xfrm>
          <a:prstGeom prst="roundRect">
            <a:avLst>
              <a:gd name="adj" fmla="val 74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9" name="Google Shape;499;p34"/>
          <p:cNvSpPr txBox="1">
            <a:spLocks noGrp="1"/>
          </p:cNvSpPr>
          <p:nvPr>
            <p:ph type="body" idx="2"/>
          </p:nvPr>
        </p:nvSpPr>
        <p:spPr>
          <a:xfrm>
            <a:off x="8033800" y="4644240"/>
            <a:ext cx="4819200" cy="269952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4"/>
          <p:cNvSpPr>
            <a:spLocks noGrp="1"/>
          </p:cNvSpPr>
          <p:nvPr>
            <p:ph type="pic" idx="3"/>
          </p:nvPr>
        </p:nvSpPr>
        <p:spPr>
          <a:xfrm>
            <a:off x="3303800" y="214840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1" name="Google Shape;501;p34"/>
          <p:cNvSpPr>
            <a:spLocks noGrp="1"/>
          </p:cNvSpPr>
          <p:nvPr>
            <p:ph type="pic" idx="4"/>
          </p:nvPr>
        </p:nvSpPr>
        <p:spPr>
          <a:xfrm>
            <a:off x="9559080" y="214840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2" name="Google Shape;502;p34"/>
          <p:cNvSpPr txBox="1">
            <a:spLocks noGrp="1"/>
          </p:cNvSpPr>
          <p:nvPr>
            <p:ph type="subTitle" idx="5"/>
          </p:nvPr>
        </p:nvSpPr>
        <p:spPr>
          <a:xfrm>
            <a:off x="1851800" y="4024080"/>
            <a:ext cx="46728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subTitle" idx="6"/>
          </p:nvPr>
        </p:nvSpPr>
        <p:spPr>
          <a:xfrm>
            <a:off x="8033811" y="4024080"/>
            <a:ext cx="46728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43746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3">
  <p:cSld name="4 Topics - 3">
    <p:bg>
      <p:bgPr>
        <a:solidFill>
          <a:schemeClr val="dk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>
            <a:spLocks noGrp="1"/>
          </p:cNvSpPr>
          <p:nvPr>
            <p:ph type="pic" idx="2"/>
          </p:nvPr>
        </p:nvSpPr>
        <p:spPr>
          <a:xfrm>
            <a:off x="746424" y="164592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9" name="Google Shape;509;p35"/>
          <p:cNvSpPr txBox="1">
            <a:spLocks noGrp="1"/>
          </p:cNvSpPr>
          <p:nvPr>
            <p:ph type="subTitle" idx="1"/>
          </p:nvPr>
        </p:nvSpPr>
        <p:spPr>
          <a:xfrm>
            <a:off x="2449634" y="164592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3"/>
          </p:nvPr>
        </p:nvSpPr>
        <p:spPr>
          <a:xfrm>
            <a:off x="2472155" y="2167078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5"/>
          <p:cNvSpPr>
            <a:spLocks noGrp="1"/>
          </p:cNvSpPr>
          <p:nvPr>
            <p:ph type="pic" idx="4"/>
          </p:nvPr>
        </p:nvSpPr>
        <p:spPr>
          <a:xfrm>
            <a:off x="746424" y="3296594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2" name="Google Shape;512;p35"/>
          <p:cNvSpPr txBox="1">
            <a:spLocks noGrp="1"/>
          </p:cNvSpPr>
          <p:nvPr>
            <p:ph type="subTitle" idx="5"/>
          </p:nvPr>
        </p:nvSpPr>
        <p:spPr>
          <a:xfrm>
            <a:off x="2449634" y="3296594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body" idx="6"/>
          </p:nvPr>
        </p:nvSpPr>
        <p:spPr>
          <a:xfrm>
            <a:off x="2472155" y="3817752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5"/>
          <p:cNvSpPr>
            <a:spLocks noGrp="1"/>
          </p:cNvSpPr>
          <p:nvPr>
            <p:ph type="pic" idx="7"/>
          </p:nvPr>
        </p:nvSpPr>
        <p:spPr>
          <a:xfrm>
            <a:off x="746424" y="4947267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5" name="Google Shape;515;p35"/>
          <p:cNvSpPr txBox="1">
            <a:spLocks noGrp="1"/>
          </p:cNvSpPr>
          <p:nvPr>
            <p:ph type="subTitle" idx="8"/>
          </p:nvPr>
        </p:nvSpPr>
        <p:spPr>
          <a:xfrm>
            <a:off x="2449634" y="4947267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body" idx="9"/>
          </p:nvPr>
        </p:nvSpPr>
        <p:spPr>
          <a:xfrm>
            <a:off x="2472155" y="5468426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17" name="Google Shape;517;p35"/>
          <p:cNvCxnSpPr/>
          <p:nvPr/>
        </p:nvCxnSpPr>
        <p:spPr>
          <a:xfrm>
            <a:off x="732960" y="3051573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732960" y="4694112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9" name="Google Shape;519;p35"/>
          <p:cNvSpPr>
            <a:spLocks noGrp="1"/>
          </p:cNvSpPr>
          <p:nvPr>
            <p:ph type="pic" idx="13"/>
          </p:nvPr>
        </p:nvSpPr>
        <p:spPr>
          <a:xfrm>
            <a:off x="746424" y="656328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0" name="Google Shape;520;p35"/>
          <p:cNvSpPr txBox="1">
            <a:spLocks noGrp="1"/>
          </p:cNvSpPr>
          <p:nvPr>
            <p:ph type="subTitle" idx="14"/>
          </p:nvPr>
        </p:nvSpPr>
        <p:spPr>
          <a:xfrm>
            <a:off x="2449634" y="656328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body" idx="15"/>
          </p:nvPr>
        </p:nvSpPr>
        <p:spPr>
          <a:xfrm>
            <a:off x="2450360" y="7101840"/>
            <a:ext cx="1142688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22" name="Google Shape;522;p35"/>
          <p:cNvCxnSpPr/>
          <p:nvPr/>
        </p:nvCxnSpPr>
        <p:spPr>
          <a:xfrm>
            <a:off x="732960" y="6310125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215842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2">
  <p:cSld name="4 Topics - 2">
    <p:bg>
      <p:bgPr>
        <a:solidFill>
          <a:schemeClr val="lt2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6" name="Google Shape;526;p36"/>
          <p:cNvSpPr>
            <a:spLocks noGrp="1"/>
          </p:cNvSpPr>
          <p:nvPr>
            <p:ph type="pic" idx="2"/>
          </p:nvPr>
        </p:nvSpPr>
        <p:spPr>
          <a:xfrm>
            <a:off x="746424" y="164592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36"/>
          <p:cNvSpPr txBox="1">
            <a:spLocks noGrp="1"/>
          </p:cNvSpPr>
          <p:nvPr>
            <p:ph type="subTitle" idx="1"/>
          </p:nvPr>
        </p:nvSpPr>
        <p:spPr>
          <a:xfrm>
            <a:off x="2449634" y="164592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36"/>
          <p:cNvSpPr txBox="1">
            <a:spLocks noGrp="1"/>
          </p:cNvSpPr>
          <p:nvPr>
            <p:ph type="body" idx="3"/>
          </p:nvPr>
        </p:nvSpPr>
        <p:spPr>
          <a:xfrm>
            <a:off x="2472155" y="2167078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529" name="Google Shape;529;p36"/>
          <p:cNvSpPr>
            <a:spLocks noGrp="1"/>
          </p:cNvSpPr>
          <p:nvPr>
            <p:ph type="pic" idx="4"/>
          </p:nvPr>
        </p:nvSpPr>
        <p:spPr>
          <a:xfrm>
            <a:off x="746424" y="3296594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36"/>
          <p:cNvSpPr txBox="1">
            <a:spLocks noGrp="1"/>
          </p:cNvSpPr>
          <p:nvPr>
            <p:ph type="subTitle" idx="5"/>
          </p:nvPr>
        </p:nvSpPr>
        <p:spPr>
          <a:xfrm>
            <a:off x="2449634" y="3296594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IBM Plex Sans Medium"/>
              <a:buNone/>
              <a:defRPr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body" idx="6"/>
          </p:nvPr>
        </p:nvSpPr>
        <p:spPr>
          <a:xfrm>
            <a:off x="2472155" y="3817752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532" name="Google Shape;532;p36"/>
          <p:cNvSpPr>
            <a:spLocks noGrp="1"/>
          </p:cNvSpPr>
          <p:nvPr>
            <p:ph type="pic" idx="7"/>
          </p:nvPr>
        </p:nvSpPr>
        <p:spPr>
          <a:xfrm>
            <a:off x="746424" y="4947267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3" name="Google Shape;533;p36"/>
          <p:cNvSpPr txBox="1">
            <a:spLocks noGrp="1"/>
          </p:cNvSpPr>
          <p:nvPr>
            <p:ph type="subTitle" idx="8"/>
          </p:nvPr>
        </p:nvSpPr>
        <p:spPr>
          <a:xfrm>
            <a:off x="2449634" y="4947267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9"/>
          </p:nvPr>
        </p:nvSpPr>
        <p:spPr>
          <a:xfrm>
            <a:off x="2472155" y="5468426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cxnSp>
        <p:nvCxnSpPr>
          <p:cNvPr id="535" name="Google Shape;535;p36"/>
          <p:cNvCxnSpPr/>
          <p:nvPr/>
        </p:nvCxnSpPr>
        <p:spPr>
          <a:xfrm>
            <a:off x="732960" y="3051573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6"/>
          <p:cNvCxnSpPr/>
          <p:nvPr/>
        </p:nvCxnSpPr>
        <p:spPr>
          <a:xfrm>
            <a:off x="732960" y="4694112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>
            <a:spLocks noGrp="1"/>
          </p:cNvSpPr>
          <p:nvPr>
            <p:ph type="pic" idx="13"/>
          </p:nvPr>
        </p:nvSpPr>
        <p:spPr>
          <a:xfrm>
            <a:off x="746424" y="656328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8" name="Google Shape;538;p36"/>
          <p:cNvSpPr txBox="1">
            <a:spLocks noGrp="1"/>
          </p:cNvSpPr>
          <p:nvPr>
            <p:ph type="subTitle" idx="14"/>
          </p:nvPr>
        </p:nvSpPr>
        <p:spPr>
          <a:xfrm>
            <a:off x="2449634" y="656328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body" idx="15"/>
          </p:nvPr>
        </p:nvSpPr>
        <p:spPr>
          <a:xfrm>
            <a:off x="2450360" y="7101840"/>
            <a:ext cx="1142688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cxnSp>
        <p:nvCxnSpPr>
          <p:cNvPr id="540" name="Google Shape;540;p36"/>
          <p:cNvCxnSpPr/>
          <p:nvPr/>
        </p:nvCxnSpPr>
        <p:spPr>
          <a:xfrm>
            <a:off x="732960" y="6310125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37962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&amp; Image">
  <p:cSld name="4 Topics &amp; Image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subTitle" idx="1"/>
          </p:nvPr>
        </p:nvSpPr>
        <p:spPr>
          <a:xfrm>
            <a:off x="738560" y="1820000"/>
            <a:ext cx="12740160" cy="95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IBM Plex Sans Medium"/>
              <a:buNone/>
              <a:defRPr sz="24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946560" y="3221240"/>
            <a:ext cx="6639840" cy="4262880"/>
          </a:xfrm>
          <a:prstGeom prst="roundRect">
            <a:avLst>
              <a:gd name="adj" fmla="val 1016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45" name="Google Shape;545;p37"/>
          <p:cNvSpPr>
            <a:spLocks noGrp="1"/>
          </p:cNvSpPr>
          <p:nvPr>
            <p:ph type="pic" idx="2"/>
          </p:nvPr>
        </p:nvSpPr>
        <p:spPr>
          <a:xfrm>
            <a:off x="731520" y="2977400"/>
            <a:ext cx="6582240" cy="4262880"/>
          </a:xfrm>
          <a:prstGeom prst="roundRect">
            <a:avLst>
              <a:gd name="adj" fmla="val 10485"/>
            </a:avLst>
          </a:prstGeom>
          <a:noFill/>
          <a:ln>
            <a:noFill/>
          </a:ln>
        </p:spPr>
      </p:sp>
      <p:sp>
        <p:nvSpPr>
          <p:cNvPr id="546" name="Google Shape;546;p3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47" name="Google Shape;5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 txBox="1">
            <a:spLocks noGrp="1"/>
          </p:cNvSpPr>
          <p:nvPr>
            <p:ph type="subTitle" idx="3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9" name="Google Shape;549;p37"/>
          <p:cNvCxnSpPr>
            <a:endCxn id="550" idx="0"/>
          </p:cNvCxnSpPr>
          <p:nvPr/>
        </p:nvCxnSpPr>
        <p:spPr>
          <a:xfrm flipH="1">
            <a:off x="8550157" y="3310293"/>
            <a:ext cx="9120" cy="3247680"/>
          </a:xfrm>
          <a:prstGeom prst="straightConnector1">
            <a:avLst/>
          </a:prstGeom>
          <a:noFill/>
          <a:ln w="9525" cap="flat" cmpd="sng">
            <a:solidFill>
              <a:srgbClr val="BBBCB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1" name="Google Shape;551;p37"/>
          <p:cNvSpPr/>
          <p:nvPr/>
        </p:nvSpPr>
        <p:spPr>
          <a:xfrm>
            <a:off x="8208837" y="2977397"/>
            <a:ext cx="682560" cy="68256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8208837" y="4143882"/>
            <a:ext cx="682560" cy="68256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37"/>
          <p:cNvSpPr/>
          <p:nvPr/>
        </p:nvSpPr>
        <p:spPr>
          <a:xfrm rot="-2700000">
            <a:off x="8279308" y="5423055"/>
            <a:ext cx="541701" cy="538306"/>
          </a:xfrm>
          <a:prstGeom prst="roundRect">
            <a:avLst>
              <a:gd name="adj" fmla="val 580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8208877" y="6557973"/>
            <a:ext cx="682560" cy="682560"/>
          </a:xfrm>
          <a:prstGeom prst="roundRect">
            <a:avLst>
              <a:gd name="adj" fmla="val 50000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4"/>
          </p:nvPr>
        </p:nvSpPr>
        <p:spPr>
          <a:xfrm>
            <a:off x="9214000" y="3153560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5"/>
          </p:nvPr>
        </p:nvSpPr>
        <p:spPr>
          <a:xfrm>
            <a:off x="9214000" y="4320040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6"/>
          </p:nvPr>
        </p:nvSpPr>
        <p:spPr>
          <a:xfrm>
            <a:off x="9214000" y="5526085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37"/>
          <p:cNvSpPr txBox="1">
            <a:spLocks noGrp="1"/>
          </p:cNvSpPr>
          <p:nvPr>
            <p:ph type="subTitle" idx="7"/>
          </p:nvPr>
        </p:nvSpPr>
        <p:spPr>
          <a:xfrm>
            <a:off x="9214000" y="6758502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90660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Camunda">
  <p:cSld name="About Camunda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376280" y="3420960"/>
            <a:ext cx="13522560" cy="5003040"/>
          </a:xfrm>
          <a:prstGeom prst="round2SameRect">
            <a:avLst>
              <a:gd name="adj1" fmla="val 684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1"/>
          </p:nvPr>
        </p:nvSpPr>
        <p:spPr>
          <a:xfrm>
            <a:off x="731520" y="4886880"/>
            <a:ext cx="6583680" cy="2184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38"/>
          <p:cNvSpPr txBox="1">
            <a:spLocks noGrp="1"/>
          </p:cNvSpPr>
          <p:nvPr>
            <p:ph type="subTitle" idx="2"/>
          </p:nvPr>
        </p:nvSpPr>
        <p:spPr>
          <a:xfrm>
            <a:off x="747320" y="745940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3" name="Google Shape;56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21" y="1060358"/>
            <a:ext cx="4382155" cy="14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8"/>
          <p:cNvSpPr txBox="1"/>
          <p:nvPr/>
        </p:nvSpPr>
        <p:spPr>
          <a:xfrm>
            <a:off x="747320" y="172480"/>
            <a:ext cx="61656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4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</a:t>
            </a:r>
            <a:endParaRPr sz="544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6" name="Google Shape;566;p38"/>
          <p:cNvSpPr txBox="1">
            <a:spLocks noGrp="1"/>
          </p:cNvSpPr>
          <p:nvPr>
            <p:ph type="subTitle" idx="3"/>
          </p:nvPr>
        </p:nvSpPr>
        <p:spPr>
          <a:xfrm>
            <a:off x="731520" y="3696240"/>
            <a:ext cx="6583680" cy="83712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747320" y="2758800"/>
            <a:ext cx="5030400" cy="33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216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Orchestrate. Automate. Transform.</a:t>
            </a:r>
            <a:endParaRPr sz="216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6171417" y="816366"/>
            <a:ext cx="6276491" cy="1865997"/>
            <a:chOff x="4932575" y="3084725"/>
            <a:chExt cx="3928700" cy="1168000"/>
          </a:xfrm>
        </p:grpSpPr>
        <p:cxnSp>
          <p:nvCxnSpPr>
            <p:cNvPr id="569" name="Google Shape;569;p38"/>
            <p:cNvCxnSpPr/>
            <p:nvPr/>
          </p:nvCxnSpPr>
          <p:spPr>
            <a:xfrm>
              <a:off x="5681125" y="3991125"/>
              <a:ext cx="156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38"/>
            <p:cNvCxnSpPr>
              <a:stCxn id="571" idx="6"/>
              <a:endCxn id="572" idx="2"/>
            </p:cNvCxnSpPr>
            <p:nvPr/>
          </p:nvCxnSpPr>
          <p:spPr>
            <a:xfrm>
              <a:off x="5214275" y="3346325"/>
              <a:ext cx="3365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71" name="Google Shape;571;p38"/>
            <p:cNvSpPr/>
            <p:nvPr/>
          </p:nvSpPr>
          <p:spPr>
            <a:xfrm>
              <a:off x="4932575" y="3205475"/>
              <a:ext cx="281700" cy="28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579575" y="320547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3" name="Google Shape;573;p38"/>
            <p:cNvSpPr/>
            <p:nvPr/>
          </p:nvSpPr>
          <p:spPr>
            <a:xfrm rot="2700000">
              <a:off x="5526360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4" name="Google Shape;574;p38"/>
            <p:cNvSpPr/>
            <p:nvPr/>
          </p:nvSpPr>
          <p:spPr>
            <a:xfrm rot="2700000">
              <a:off x="7071978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108675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6350925" y="37295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7664450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cxnSp>
          <p:nvCxnSpPr>
            <p:cNvPr id="578" name="Google Shape;578;p38"/>
            <p:cNvCxnSpPr/>
            <p:nvPr/>
          </p:nvCxnSpPr>
          <p:spPr>
            <a:xfrm>
              <a:off x="56672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38"/>
            <p:cNvCxnSpPr/>
            <p:nvPr/>
          </p:nvCxnSpPr>
          <p:spPr>
            <a:xfrm>
              <a:off x="72128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070305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1">
  <p:cSld name="Case Study - 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"/>
          <p:cNvSpPr/>
          <p:nvPr/>
        </p:nvSpPr>
        <p:spPr>
          <a:xfrm>
            <a:off x="8349981" y="3890080"/>
            <a:ext cx="6682560" cy="163824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82" name="Google Shape;582;p39"/>
          <p:cNvSpPr/>
          <p:nvPr/>
        </p:nvSpPr>
        <p:spPr>
          <a:xfrm>
            <a:off x="8349981" y="6035960"/>
            <a:ext cx="6682560" cy="163824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83" name="Google Shape;583;p39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3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85" name="Google Shape;58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9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subTitle" idx="2"/>
          </p:nvPr>
        </p:nvSpPr>
        <p:spPr>
          <a:xfrm>
            <a:off x="761720" y="1853960"/>
            <a:ext cx="6180000" cy="706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9"/>
          <p:cNvSpPr txBox="1">
            <a:spLocks noGrp="1"/>
          </p:cNvSpPr>
          <p:nvPr>
            <p:ph type="body" idx="3"/>
          </p:nvPr>
        </p:nvSpPr>
        <p:spPr>
          <a:xfrm>
            <a:off x="761720" y="2759360"/>
            <a:ext cx="6180000" cy="49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8349981" y="1882680"/>
            <a:ext cx="6682560" cy="163824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90" name="Google Shape;590;p39"/>
          <p:cNvSpPr/>
          <p:nvPr/>
        </p:nvSpPr>
        <p:spPr>
          <a:xfrm>
            <a:off x="7766077" y="2028843"/>
            <a:ext cx="1213440" cy="121344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7766077" y="4102566"/>
            <a:ext cx="1213440" cy="121344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2" name="Google Shape;592;p39"/>
          <p:cNvSpPr/>
          <p:nvPr/>
        </p:nvSpPr>
        <p:spPr>
          <a:xfrm rot="-2700000">
            <a:off x="7891378" y="6376512"/>
            <a:ext cx="963250" cy="957139"/>
          </a:xfrm>
          <a:prstGeom prst="roundRect">
            <a:avLst>
              <a:gd name="adj" fmla="val 58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39"/>
          <p:cNvSpPr>
            <a:spLocks noGrp="1"/>
          </p:cNvSpPr>
          <p:nvPr>
            <p:ph type="pic" idx="4"/>
          </p:nvPr>
        </p:nvSpPr>
        <p:spPr>
          <a:xfrm>
            <a:off x="7902480" y="2153800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4" name="Google Shape;594;p39"/>
          <p:cNvSpPr>
            <a:spLocks noGrp="1"/>
          </p:cNvSpPr>
          <p:nvPr>
            <p:ph type="pic" idx="5"/>
          </p:nvPr>
        </p:nvSpPr>
        <p:spPr>
          <a:xfrm>
            <a:off x="7902480" y="4229920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5" name="Google Shape;595;p39"/>
          <p:cNvSpPr>
            <a:spLocks noGrp="1"/>
          </p:cNvSpPr>
          <p:nvPr>
            <p:ph type="pic" idx="6"/>
          </p:nvPr>
        </p:nvSpPr>
        <p:spPr>
          <a:xfrm>
            <a:off x="7902480" y="6375800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6" name="Google Shape;596;p39"/>
          <p:cNvSpPr txBox="1">
            <a:spLocks noGrp="1"/>
          </p:cNvSpPr>
          <p:nvPr>
            <p:ph type="subTitle" idx="7"/>
          </p:nvPr>
        </p:nvSpPr>
        <p:spPr>
          <a:xfrm>
            <a:off x="9284120" y="2028840"/>
            <a:ext cx="4614720" cy="5313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39"/>
          <p:cNvSpPr txBox="1">
            <a:spLocks noGrp="1"/>
          </p:cNvSpPr>
          <p:nvPr>
            <p:ph type="body" idx="8"/>
          </p:nvPr>
        </p:nvSpPr>
        <p:spPr>
          <a:xfrm>
            <a:off x="9284120" y="2560520"/>
            <a:ext cx="4614720" cy="821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39"/>
          <p:cNvSpPr txBox="1">
            <a:spLocks noGrp="1"/>
          </p:cNvSpPr>
          <p:nvPr>
            <p:ph type="subTitle" idx="9"/>
          </p:nvPr>
        </p:nvSpPr>
        <p:spPr>
          <a:xfrm>
            <a:off x="9284120" y="4032400"/>
            <a:ext cx="4614720" cy="5313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256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9"/>
          <p:cNvSpPr txBox="1">
            <a:spLocks noGrp="1"/>
          </p:cNvSpPr>
          <p:nvPr>
            <p:ph type="body" idx="13"/>
          </p:nvPr>
        </p:nvSpPr>
        <p:spPr>
          <a:xfrm>
            <a:off x="9284120" y="4564080"/>
            <a:ext cx="4614720" cy="821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39"/>
          <p:cNvSpPr txBox="1">
            <a:spLocks noGrp="1"/>
          </p:cNvSpPr>
          <p:nvPr>
            <p:ph type="subTitle" idx="14"/>
          </p:nvPr>
        </p:nvSpPr>
        <p:spPr>
          <a:xfrm>
            <a:off x="9284120" y="6178360"/>
            <a:ext cx="4614720" cy="5313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256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9"/>
          <p:cNvSpPr txBox="1">
            <a:spLocks noGrp="1"/>
          </p:cNvSpPr>
          <p:nvPr>
            <p:ph type="body" idx="15"/>
          </p:nvPr>
        </p:nvSpPr>
        <p:spPr>
          <a:xfrm>
            <a:off x="9284120" y="6710040"/>
            <a:ext cx="4614720" cy="821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920">
                <a:solidFill>
                  <a:schemeClr val="lt1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920">
                <a:solidFill>
                  <a:schemeClr val="lt1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92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45293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3">
  <p:cSld name="Case Study - 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04" name="Google Shape;6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40"/>
          <p:cNvSpPr txBox="1">
            <a:spLocks noGrp="1"/>
          </p:cNvSpPr>
          <p:nvPr>
            <p:ph type="subTitle" idx="2"/>
          </p:nvPr>
        </p:nvSpPr>
        <p:spPr>
          <a:xfrm>
            <a:off x="4225187" y="1809355"/>
            <a:ext cx="6180000" cy="706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0"/>
          <p:cNvSpPr/>
          <p:nvPr/>
        </p:nvSpPr>
        <p:spPr>
          <a:xfrm>
            <a:off x="1909880" y="3263000"/>
            <a:ext cx="10810560" cy="3137760"/>
          </a:xfrm>
          <a:prstGeom prst="roundRect">
            <a:avLst>
              <a:gd name="adj" fmla="val 1184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608" name="Google Shape;608;p40"/>
          <p:cNvSpPr txBox="1">
            <a:spLocks noGrp="1"/>
          </p:cNvSpPr>
          <p:nvPr>
            <p:ph type="subTitle" idx="3"/>
          </p:nvPr>
        </p:nvSpPr>
        <p:spPr>
          <a:xfrm>
            <a:off x="4225187" y="2475200"/>
            <a:ext cx="6180000" cy="706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09" name="Google Shape;609;p40"/>
          <p:cNvSpPr txBox="1">
            <a:spLocks noGrp="1"/>
          </p:cNvSpPr>
          <p:nvPr>
            <p:ph type="body" idx="4"/>
          </p:nvPr>
        </p:nvSpPr>
        <p:spPr>
          <a:xfrm>
            <a:off x="2532240" y="4992075"/>
            <a:ext cx="2782560" cy="1127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1pPr>
            <a:lvl2pPr marL="1463040" lvl="1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2pPr>
            <a:lvl3pPr marL="2194560" lvl="2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3pPr>
            <a:lvl4pPr marL="2926080" lvl="3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4pPr>
            <a:lvl5pPr marL="3657600" lvl="4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5pPr>
            <a:lvl6pPr marL="4389120" lvl="5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6pPr>
            <a:lvl7pPr marL="5120640" lvl="6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7pPr>
            <a:lvl8pPr marL="5852160" lvl="7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8pPr>
            <a:lvl9pPr marL="6583680" lvl="8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0" name="Google Shape;610;p40"/>
          <p:cNvSpPr>
            <a:spLocks noGrp="1"/>
          </p:cNvSpPr>
          <p:nvPr>
            <p:ph type="pic" idx="5"/>
          </p:nvPr>
        </p:nvSpPr>
        <p:spPr>
          <a:xfrm>
            <a:off x="3476051" y="3561458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1" name="Google Shape;611;p40"/>
          <p:cNvSpPr txBox="1">
            <a:spLocks noGrp="1"/>
          </p:cNvSpPr>
          <p:nvPr>
            <p:ph type="subTitle" idx="6"/>
          </p:nvPr>
        </p:nvSpPr>
        <p:spPr>
          <a:xfrm>
            <a:off x="2532200" y="4638738"/>
            <a:ext cx="2782560" cy="3077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20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2" name="Google Shape;612;p40"/>
          <p:cNvSpPr txBox="1">
            <a:spLocks noGrp="1"/>
          </p:cNvSpPr>
          <p:nvPr>
            <p:ph type="body" idx="7"/>
          </p:nvPr>
        </p:nvSpPr>
        <p:spPr>
          <a:xfrm>
            <a:off x="6053360" y="4992075"/>
            <a:ext cx="2621280" cy="1127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1pPr>
            <a:lvl2pPr marL="1463040" lvl="1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2pPr>
            <a:lvl3pPr marL="2194560" lvl="2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3pPr>
            <a:lvl4pPr marL="2926080" lvl="3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4pPr>
            <a:lvl5pPr marL="3657600" lvl="4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5pPr>
            <a:lvl6pPr marL="4389120" lvl="5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6pPr>
            <a:lvl7pPr marL="5120640" lvl="6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7pPr>
            <a:lvl8pPr marL="5852160" lvl="7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8pPr>
            <a:lvl9pPr marL="6583680" lvl="8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40"/>
          <p:cNvSpPr>
            <a:spLocks noGrp="1"/>
          </p:cNvSpPr>
          <p:nvPr>
            <p:ph type="pic" idx="8"/>
          </p:nvPr>
        </p:nvSpPr>
        <p:spPr>
          <a:xfrm>
            <a:off x="6835896" y="3561458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4" name="Google Shape;614;p40"/>
          <p:cNvSpPr txBox="1">
            <a:spLocks noGrp="1"/>
          </p:cNvSpPr>
          <p:nvPr>
            <p:ph type="subTitle" idx="9"/>
          </p:nvPr>
        </p:nvSpPr>
        <p:spPr>
          <a:xfrm>
            <a:off x="6053520" y="4638738"/>
            <a:ext cx="2621280" cy="3077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20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5" name="Google Shape;615;p40"/>
          <p:cNvSpPr txBox="1">
            <a:spLocks noGrp="1"/>
          </p:cNvSpPr>
          <p:nvPr>
            <p:ph type="body" idx="13"/>
          </p:nvPr>
        </p:nvSpPr>
        <p:spPr>
          <a:xfrm>
            <a:off x="9283160" y="4992075"/>
            <a:ext cx="2782560" cy="1127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1pPr>
            <a:lvl2pPr marL="1463040" lvl="1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2pPr>
            <a:lvl3pPr marL="2194560" lvl="2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3pPr>
            <a:lvl4pPr marL="2926080" lvl="3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4pPr>
            <a:lvl5pPr marL="3657600" lvl="4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5pPr>
            <a:lvl6pPr marL="4389120" lvl="5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6pPr>
            <a:lvl7pPr marL="5120640" lvl="6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1440">
                <a:solidFill>
                  <a:schemeClr val="lt1"/>
                </a:solidFill>
              </a:defRPr>
            </a:lvl7pPr>
            <a:lvl8pPr marL="5852160" lvl="7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1440">
                <a:solidFill>
                  <a:schemeClr val="lt1"/>
                </a:solidFill>
              </a:defRPr>
            </a:lvl8pPr>
            <a:lvl9pPr marL="6583680" lvl="8" indent="-457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144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40"/>
          <p:cNvSpPr>
            <a:spLocks noGrp="1"/>
          </p:cNvSpPr>
          <p:nvPr>
            <p:ph type="pic" idx="14"/>
          </p:nvPr>
        </p:nvSpPr>
        <p:spPr>
          <a:xfrm>
            <a:off x="10161696" y="3561458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7" name="Google Shape;617;p40"/>
          <p:cNvSpPr txBox="1">
            <a:spLocks noGrp="1"/>
          </p:cNvSpPr>
          <p:nvPr>
            <p:ph type="subTitle" idx="15"/>
          </p:nvPr>
        </p:nvSpPr>
        <p:spPr>
          <a:xfrm>
            <a:off x="9283160" y="4638738"/>
            <a:ext cx="2782560" cy="3077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20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112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grpSp>
        <p:nvGrpSpPr>
          <p:cNvPr id="618" name="Google Shape;618;p40"/>
          <p:cNvGrpSpPr/>
          <p:nvPr/>
        </p:nvGrpSpPr>
        <p:grpSpPr>
          <a:xfrm>
            <a:off x="11855164" y="5815200"/>
            <a:ext cx="2367186" cy="2034288"/>
            <a:chOff x="7208350" y="3156400"/>
            <a:chExt cx="1479491" cy="1271430"/>
          </a:xfrm>
        </p:grpSpPr>
        <p:sp>
          <p:nvSpPr>
            <p:cNvPr id="619" name="Google Shape;619;p40"/>
            <p:cNvSpPr/>
            <p:nvPr/>
          </p:nvSpPr>
          <p:spPr>
            <a:xfrm>
              <a:off x="820246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820246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820246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8202466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8202466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7608951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7608951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7806789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7806789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8004628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8004628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8004628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8004628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8004628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8202466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411112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608951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806789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8004628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7208350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8202466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7411112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7608951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806789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8004628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208350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859814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859814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59814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8598141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598141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40030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840030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840030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8400303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8400303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8598141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8400303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598141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8400303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32231403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2">
  <p:cSld name="Case Study - 2">
    <p:bg>
      <p:bgPr>
        <a:solidFill>
          <a:schemeClr val="dk2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/>
          <p:nvPr/>
        </p:nvSpPr>
        <p:spPr>
          <a:xfrm>
            <a:off x="6366680" y="1867720"/>
            <a:ext cx="6797760" cy="4518720"/>
          </a:xfrm>
          <a:prstGeom prst="roundRect">
            <a:avLst>
              <a:gd name="adj" fmla="val 1017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61" name="Google Shape;661;p41"/>
          <p:cNvSpPr/>
          <p:nvPr/>
        </p:nvSpPr>
        <p:spPr>
          <a:xfrm>
            <a:off x="0" y="-28760"/>
            <a:ext cx="7315200" cy="8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62" name="Google Shape;662;p4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578064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"/>
          </p:nvPr>
        </p:nvSpPr>
        <p:spPr>
          <a:xfrm>
            <a:off x="731520" y="1894203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body" idx="3"/>
          </p:nvPr>
        </p:nvSpPr>
        <p:spPr>
          <a:xfrm>
            <a:off x="742922" y="2407866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4"/>
          </p:nvPr>
        </p:nvSpPr>
        <p:spPr>
          <a:xfrm>
            <a:off x="731520" y="3876694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5"/>
          </p:nvPr>
        </p:nvSpPr>
        <p:spPr>
          <a:xfrm>
            <a:off x="742922" y="4390371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6"/>
          </p:nvPr>
        </p:nvSpPr>
        <p:spPr>
          <a:xfrm>
            <a:off x="731520" y="5859186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body" idx="7"/>
          </p:nvPr>
        </p:nvSpPr>
        <p:spPr>
          <a:xfrm>
            <a:off x="742922" y="6372877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70" name="Google Shape;670;p41"/>
          <p:cNvSpPr/>
          <p:nvPr/>
        </p:nvSpPr>
        <p:spPr>
          <a:xfrm rot="-2700000">
            <a:off x="6853603" y="3692582"/>
            <a:ext cx="874323" cy="868893"/>
          </a:xfrm>
          <a:prstGeom prst="roundRect">
            <a:avLst>
              <a:gd name="adj" fmla="val 58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1"/>
          <p:cNvSpPr txBox="1"/>
          <p:nvPr/>
        </p:nvSpPr>
        <p:spPr>
          <a:xfrm>
            <a:off x="7731200" y="2538520"/>
            <a:ext cx="590880" cy="54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768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“</a:t>
            </a:r>
            <a:endParaRPr sz="7680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3" name="Google Shape;673;p41"/>
          <p:cNvSpPr txBox="1">
            <a:spLocks noGrp="1"/>
          </p:cNvSpPr>
          <p:nvPr>
            <p:ph type="body" idx="8"/>
          </p:nvPr>
        </p:nvSpPr>
        <p:spPr>
          <a:xfrm>
            <a:off x="8322080" y="2759360"/>
            <a:ext cx="4253280" cy="3176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■"/>
              <a:defRPr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9"/>
          </p:nvPr>
        </p:nvSpPr>
        <p:spPr>
          <a:xfrm>
            <a:off x="8322080" y="6621280"/>
            <a:ext cx="372240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subTitle" idx="13"/>
          </p:nvPr>
        </p:nvSpPr>
        <p:spPr>
          <a:xfrm>
            <a:off x="8322080" y="7095520"/>
            <a:ext cx="372240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41"/>
          <p:cNvGrpSpPr/>
          <p:nvPr/>
        </p:nvGrpSpPr>
        <p:grpSpPr>
          <a:xfrm>
            <a:off x="13318598" y="6519240"/>
            <a:ext cx="1503360" cy="1497203"/>
            <a:chOff x="511165" y="3659475"/>
            <a:chExt cx="939600" cy="935752"/>
          </a:xfrm>
        </p:grpSpPr>
        <p:sp>
          <p:nvSpPr>
            <p:cNvPr id="677" name="Google Shape;677;p41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1569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4">
  <p:cSld name="Case Study - 4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2"/>
          <p:cNvSpPr txBox="1">
            <a:spLocks noGrp="1"/>
          </p:cNvSpPr>
          <p:nvPr>
            <p:ph type="sldNum" idx="12"/>
          </p:nvPr>
        </p:nvSpPr>
        <p:spPr>
          <a:xfrm>
            <a:off x="8487472" y="5278598"/>
            <a:ext cx="562080" cy="22128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5" name="Google Shape;685;p42"/>
          <p:cNvSpPr/>
          <p:nvPr/>
        </p:nvSpPr>
        <p:spPr>
          <a:xfrm rot="5400000">
            <a:off x="6464760" y="422794"/>
            <a:ext cx="5783520" cy="9525600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86" name="Google Shape;686;p42"/>
          <p:cNvSpPr/>
          <p:nvPr/>
        </p:nvSpPr>
        <p:spPr>
          <a:xfrm>
            <a:off x="511107" y="605549"/>
            <a:ext cx="9753120" cy="7425600"/>
          </a:xfrm>
          <a:prstGeom prst="roundRect">
            <a:avLst>
              <a:gd name="adj" fmla="val 4405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87" name="Google Shape;687;p42"/>
          <p:cNvSpPr/>
          <p:nvPr/>
        </p:nvSpPr>
        <p:spPr>
          <a:xfrm>
            <a:off x="511081" y="1905257"/>
            <a:ext cx="9754107" cy="6569050"/>
          </a:xfrm>
          <a:custGeom>
            <a:avLst/>
            <a:gdLst/>
            <a:ahLst/>
            <a:cxnLst/>
            <a:rect l="l" t="t" r="r" b="b"/>
            <a:pathLst>
              <a:path w="444500" h="457200" extrusionOk="0">
                <a:moveTo>
                  <a:pt x="444500" y="0"/>
                </a:moveTo>
                <a:lnTo>
                  <a:pt x="0" y="0"/>
                </a:lnTo>
                <a:lnTo>
                  <a:pt x="0" y="457200"/>
                </a:lnTo>
                <a:lnTo>
                  <a:pt x="444500" y="457200"/>
                </a:lnTo>
                <a:lnTo>
                  <a:pt x="4445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731520" y="848560"/>
            <a:ext cx="952560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>
            <a:spLocks noGrp="1"/>
          </p:cNvSpPr>
          <p:nvPr>
            <p:ph type="pic" idx="2"/>
          </p:nvPr>
        </p:nvSpPr>
        <p:spPr>
          <a:xfrm>
            <a:off x="11106680" y="102796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691" name="Google Shape;691;p42"/>
          <p:cNvCxnSpPr/>
          <p:nvPr/>
        </p:nvCxnSpPr>
        <p:spPr>
          <a:xfrm rot="10800000">
            <a:off x="265472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2"/>
          <p:cNvCxnSpPr/>
          <p:nvPr/>
        </p:nvCxnSpPr>
        <p:spPr>
          <a:xfrm rot="10800000">
            <a:off x="4480882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42"/>
          <p:cNvCxnSpPr/>
          <p:nvPr/>
        </p:nvCxnSpPr>
        <p:spPr>
          <a:xfrm rot="10800000">
            <a:off x="629392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42"/>
          <p:cNvCxnSpPr/>
          <p:nvPr/>
        </p:nvCxnSpPr>
        <p:spPr>
          <a:xfrm rot="10800000">
            <a:off x="810696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929040" y="2958160"/>
            <a:ext cx="243264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42"/>
          <p:cNvCxnSpPr/>
          <p:nvPr/>
        </p:nvCxnSpPr>
        <p:spPr>
          <a:xfrm>
            <a:off x="7473266" y="2958160"/>
            <a:ext cx="243264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42"/>
          <p:cNvSpPr txBox="1">
            <a:spLocks noGrp="1"/>
          </p:cNvSpPr>
          <p:nvPr>
            <p:ph type="subTitle" idx="1"/>
          </p:nvPr>
        </p:nvSpPr>
        <p:spPr>
          <a:xfrm>
            <a:off x="1244720" y="2129520"/>
            <a:ext cx="826512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3"/>
          </p:nvPr>
        </p:nvSpPr>
        <p:spPr>
          <a:xfrm>
            <a:off x="3500400" y="2688680"/>
            <a:ext cx="3834240" cy="5006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101924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0" name="Google Shape;700;p42"/>
          <p:cNvSpPr txBox="1">
            <a:spLocks noGrp="1"/>
          </p:cNvSpPr>
          <p:nvPr>
            <p:ph type="subTitle" idx="5"/>
          </p:nvPr>
        </p:nvSpPr>
        <p:spPr>
          <a:xfrm>
            <a:off x="284540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subTitle" idx="6"/>
          </p:nvPr>
        </p:nvSpPr>
        <p:spPr>
          <a:xfrm>
            <a:off x="466500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647804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829108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4" name="Google Shape;704;p42"/>
          <p:cNvSpPr>
            <a:spLocks noGrp="1"/>
          </p:cNvSpPr>
          <p:nvPr>
            <p:ph type="pic" idx="9"/>
          </p:nvPr>
        </p:nvSpPr>
        <p:spPr>
          <a:xfrm>
            <a:off x="141080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5" name="Google Shape;705;p42"/>
          <p:cNvSpPr>
            <a:spLocks noGrp="1"/>
          </p:cNvSpPr>
          <p:nvPr>
            <p:ph type="pic" idx="13"/>
          </p:nvPr>
        </p:nvSpPr>
        <p:spPr>
          <a:xfrm>
            <a:off x="323684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6" name="Google Shape;706;p42"/>
          <p:cNvSpPr>
            <a:spLocks noGrp="1"/>
          </p:cNvSpPr>
          <p:nvPr>
            <p:ph type="pic" idx="14"/>
          </p:nvPr>
        </p:nvSpPr>
        <p:spPr>
          <a:xfrm>
            <a:off x="505644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7" name="Google Shape;707;p42"/>
          <p:cNvSpPr>
            <a:spLocks noGrp="1"/>
          </p:cNvSpPr>
          <p:nvPr>
            <p:ph type="pic" idx="15"/>
          </p:nvPr>
        </p:nvSpPr>
        <p:spPr>
          <a:xfrm>
            <a:off x="686948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8" name="Google Shape;708;p42"/>
          <p:cNvSpPr>
            <a:spLocks noGrp="1"/>
          </p:cNvSpPr>
          <p:nvPr>
            <p:ph type="pic" idx="16"/>
          </p:nvPr>
        </p:nvSpPr>
        <p:spPr>
          <a:xfrm>
            <a:off x="868252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9" name="Google Shape;709;p42"/>
          <p:cNvSpPr txBox="1">
            <a:spLocks noGrp="1"/>
          </p:cNvSpPr>
          <p:nvPr>
            <p:ph type="subTitle" idx="17"/>
          </p:nvPr>
        </p:nvSpPr>
        <p:spPr>
          <a:xfrm>
            <a:off x="10192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0" name="Google Shape;710;p42"/>
          <p:cNvSpPr txBox="1">
            <a:spLocks noGrp="1"/>
          </p:cNvSpPr>
          <p:nvPr>
            <p:ph type="subTitle" idx="18"/>
          </p:nvPr>
        </p:nvSpPr>
        <p:spPr>
          <a:xfrm>
            <a:off x="284540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subTitle" idx="19"/>
          </p:nvPr>
        </p:nvSpPr>
        <p:spPr>
          <a:xfrm>
            <a:off x="466500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20"/>
          </p:nvPr>
        </p:nvSpPr>
        <p:spPr>
          <a:xfrm>
            <a:off x="64780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3" name="Google Shape;713;p42"/>
          <p:cNvSpPr txBox="1">
            <a:spLocks noGrp="1"/>
          </p:cNvSpPr>
          <p:nvPr>
            <p:ph type="subTitle" idx="21"/>
          </p:nvPr>
        </p:nvSpPr>
        <p:spPr>
          <a:xfrm>
            <a:off x="82976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4" name="Google Shape;714;p42"/>
          <p:cNvSpPr txBox="1">
            <a:spLocks noGrp="1"/>
          </p:cNvSpPr>
          <p:nvPr>
            <p:ph type="subTitle" idx="22"/>
          </p:nvPr>
        </p:nvSpPr>
        <p:spPr>
          <a:xfrm>
            <a:off x="10192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ubTitle" idx="23"/>
          </p:nvPr>
        </p:nvSpPr>
        <p:spPr>
          <a:xfrm>
            <a:off x="284540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subTitle" idx="24"/>
          </p:nvPr>
        </p:nvSpPr>
        <p:spPr>
          <a:xfrm>
            <a:off x="466500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ubTitle" idx="25"/>
          </p:nvPr>
        </p:nvSpPr>
        <p:spPr>
          <a:xfrm>
            <a:off x="64780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8" name="Google Shape;718;p42"/>
          <p:cNvSpPr txBox="1">
            <a:spLocks noGrp="1"/>
          </p:cNvSpPr>
          <p:nvPr>
            <p:ph type="subTitle" idx="26"/>
          </p:nvPr>
        </p:nvSpPr>
        <p:spPr>
          <a:xfrm>
            <a:off x="82976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9" name="Google Shape;719;p42"/>
          <p:cNvSpPr txBox="1">
            <a:spLocks noGrp="1"/>
          </p:cNvSpPr>
          <p:nvPr>
            <p:ph type="body" idx="27"/>
          </p:nvPr>
        </p:nvSpPr>
        <p:spPr>
          <a:xfrm>
            <a:off x="10502120" y="3697640"/>
            <a:ext cx="4253280" cy="444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20" name="Google Shape;720;p42"/>
          <p:cNvSpPr txBox="1">
            <a:spLocks noGrp="1"/>
          </p:cNvSpPr>
          <p:nvPr>
            <p:ph type="subTitle" idx="28"/>
          </p:nvPr>
        </p:nvSpPr>
        <p:spPr>
          <a:xfrm>
            <a:off x="10576560" y="2912440"/>
            <a:ext cx="332256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54642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tatus">
  <p:cSld name="Project Status">
    <p:bg>
      <p:bgPr>
        <a:solidFill>
          <a:schemeClr val="dk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/>
          <p:nvPr/>
        </p:nvSpPr>
        <p:spPr>
          <a:xfrm>
            <a:off x="731520" y="4046101"/>
            <a:ext cx="2041440" cy="517920"/>
          </a:xfrm>
          <a:prstGeom prst="roundRect">
            <a:avLst>
              <a:gd name="adj" fmla="val 2363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3" name="Google Shape;723;p4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3"/>
          <p:cNvSpPr/>
          <p:nvPr/>
        </p:nvSpPr>
        <p:spPr>
          <a:xfrm>
            <a:off x="731501" y="2817138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FF69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731501" y="5275056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731501" y="6504016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FFC6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8951174" y="2817174"/>
            <a:ext cx="517920" cy="51792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8" name="Google Shape;728;p43"/>
          <p:cNvSpPr/>
          <p:nvPr/>
        </p:nvSpPr>
        <p:spPr>
          <a:xfrm>
            <a:off x="8951174" y="4046125"/>
            <a:ext cx="517920" cy="517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9" name="Google Shape;729;p43"/>
          <p:cNvSpPr/>
          <p:nvPr/>
        </p:nvSpPr>
        <p:spPr>
          <a:xfrm>
            <a:off x="8951174" y="5275075"/>
            <a:ext cx="517920" cy="517920"/>
          </a:xfrm>
          <a:prstGeom prst="ellipse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30" name="Google Shape;730;p43"/>
          <p:cNvSpPr/>
          <p:nvPr/>
        </p:nvSpPr>
        <p:spPr>
          <a:xfrm>
            <a:off x="8951174" y="6504026"/>
            <a:ext cx="517920" cy="517920"/>
          </a:xfrm>
          <a:prstGeom prst="ellipse">
            <a:avLst/>
          </a:prstGeom>
          <a:solidFill>
            <a:srgbClr val="FFC6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3" name="Google Shape;733;p43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43"/>
          <p:cNvSpPr txBox="1">
            <a:spLocks noGrp="1"/>
          </p:cNvSpPr>
          <p:nvPr>
            <p:ph type="subTitle" idx="2"/>
          </p:nvPr>
        </p:nvSpPr>
        <p:spPr>
          <a:xfrm>
            <a:off x="731520" y="183952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3"/>
          <p:cNvSpPr txBox="1">
            <a:spLocks noGrp="1"/>
          </p:cNvSpPr>
          <p:nvPr>
            <p:ph type="subTitle" idx="3"/>
          </p:nvPr>
        </p:nvSpPr>
        <p:spPr>
          <a:xfrm>
            <a:off x="3556480" y="1839520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4"/>
          </p:nvPr>
        </p:nvSpPr>
        <p:spPr>
          <a:xfrm>
            <a:off x="8951160" y="1839520"/>
            <a:ext cx="23745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43"/>
          <p:cNvSpPr txBox="1">
            <a:spLocks noGrp="1"/>
          </p:cNvSpPr>
          <p:nvPr>
            <p:ph type="subTitle" idx="5"/>
          </p:nvPr>
        </p:nvSpPr>
        <p:spPr>
          <a:xfrm>
            <a:off x="11833280" y="183952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3"/>
          <p:cNvSpPr txBox="1">
            <a:spLocks noGrp="1"/>
          </p:cNvSpPr>
          <p:nvPr>
            <p:ph type="subTitle" idx="6"/>
          </p:nvPr>
        </p:nvSpPr>
        <p:spPr>
          <a:xfrm>
            <a:off x="731520" y="281716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92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39" name="Google Shape;739;p43"/>
          <p:cNvSpPr txBox="1">
            <a:spLocks noGrp="1"/>
          </p:cNvSpPr>
          <p:nvPr>
            <p:ph type="subTitle" idx="7"/>
          </p:nvPr>
        </p:nvSpPr>
        <p:spPr>
          <a:xfrm>
            <a:off x="731520" y="527504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0" name="Google Shape;740;p43"/>
          <p:cNvSpPr txBox="1">
            <a:spLocks noGrp="1"/>
          </p:cNvSpPr>
          <p:nvPr>
            <p:ph type="subTitle" idx="8"/>
          </p:nvPr>
        </p:nvSpPr>
        <p:spPr>
          <a:xfrm>
            <a:off x="731520" y="6489141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1" name="Google Shape;741;p43"/>
          <p:cNvSpPr txBox="1">
            <a:spLocks noGrp="1"/>
          </p:cNvSpPr>
          <p:nvPr>
            <p:ph type="subTitle" idx="9"/>
          </p:nvPr>
        </p:nvSpPr>
        <p:spPr>
          <a:xfrm>
            <a:off x="3556480" y="2785029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2" name="Google Shape;742;p43"/>
          <p:cNvSpPr txBox="1">
            <a:spLocks noGrp="1"/>
          </p:cNvSpPr>
          <p:nvPr>
            <p:ph type="subTitle" idx="13"/>
          </p:nvPr>
        </p:nvSpPr>
        <p:spPr>
          <a:xfrm>
            <a:off x="3556480" y="4059309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3" name="Google Shape;743;p43"/>
          <p:cNvSpPr txBox="1">
            <a:spLocks noGrp="1"/>
          </p:cNvSpPr>
          <p:nvPr>
            <p:ph type="subTitle" idx="14"/>
          </p:nvPr>
        </p:nvSpPr>
        <p:spPr>
          <a:xfrm>
            <a:off x="3556480" y="5250728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ubTitle" idx="15"/>
          </p:nvPr>
        </p:nvSpPr>
        <p:spPr>
          <a:xfrm>
            <a:off x="3556480" y="6517208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5" name="Google Shape;745;p43"/>
          <p:cNvSpPr txBox="1">
            <a:spLocks noGrp="1"/>
          </p:cNvSpPr>
          <p:nvPr>
            <p:ph type="subTitle" idx="16"/>
          </p:nvPr>
        </p:nvSpPr>
        <p:spPr>
          <a:xfrm>
            <a:off x="9604189" y="2692709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6" name="Google Shape;746;p43"/>
          <p:cNvSpPr txBox="1">
            <a:spLocks noGrp="1"/>
          </p:cNvSpPr>
          <p:nvPr>
            <p:ph type="subTitle" idx="17"/>
          </p:nvPr>
        </p:nvSpPr>
        <p:spPr>
          <a:xfrm>
            <a:off x="9604189" y="3966995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7" name="Google Shape;747;p43"/>
          <p:cNvSpPr txBox="1">
            <a:spLocks noGrp="1"/>
          </p:cNvSpPr>
          <p:nvPr>
            <p:ph type="subTitle" idx="18"/>
          </p:nvPr>
        </p:nvSpPr>
        <p:spPr>
          <a:xfrm>
            <a:off x="9604189" y="5158421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8" name="Google Shape;748;p43"/>
          <p:cNvSpPr txBox="1">
            <a:spLocks noGrp="1"/>
          </p:cNvSpPr>
          <p:nvPr>
            <p:ph type="subTitle" idx="19"/>
          </p:nvPr>
        </p:nvSpPr>
        <p:spPr>
          <a:xfrm>
            <a:off x="9604189" y="6424906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9" name="Google Shape;749;p43"/>
          <p:cNvSpPr txBox="1">
            <a:spLocks noGrp="1"/>
          </p:cNvSpPr>
          <p:nvPr>
            <p:ph type="subTitle" idx="20"/>
          </p:nvPr>
        </p:nvSpPr>
        <p:spPr>
          <a:xfrm>
            <a:off x="11846469" y="2798218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0" name="Google Shape;750;p43"/>
          <p:cNvSpPr txBox="1">
            <a:spLocks noGrp="1"/>
          </p:cNvSpPr>
          <p:nvPr>
            <p:ph type="subTitle" idx="21"/>
          </p:nvPr>
        </p:nvSpPr>
        <p:spPr>
          <a:xfrm>
            <a:off x="11846469" y="4072504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1" name="Google Shape;751;p43"/>
          <p:cNvSpPr txBox="1">
            <a:spLocks noGrp="1"/>
          </p:cNvSpPr>
          <p:nvPr>
            <p:ph type="subTitle" idx="22"/>
          </p:nvPr>
        </p:nvSpPr>
        <p:spPr>
          <a:xfrm>
            <a:off x="11846469" y="526393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2" name="Google Shape;752;p43"/>
          <p:cNvSpPr txBox="1">
            <a:spLocks noGrp="1"/>
          </p:cNvSpPr>
          <p:nvPr>
            <p:ph type="subTitle" idx="23"/>
          </p:nvPr>
        </p:nvSpPr>
        <p:spPr>
          <a:xfrm>
            <a:off x="11846469" y="6530416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3" name="Google Shape;753;p43"/>
          <p:cNvSpPr txBox="1">
            <a:spLocks noGrp="1"/>
          </p:cNvSpPr>
          <p:nvPr>
            <p:ph type="subTitle" idx="24"/>
          </p:nvPr>
        </p:nvSpPr>
        <p:spPr>
          <a:xfrm>
            <a:off x="731520" y="404608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92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79994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1">
  <p:cSld name="Timeline - 1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57" name="Google Shape;75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59" name="Google Shape;759;p44"/>
          <p:cNvCxnSpPr/>
          <p:nvPr/>
        </p:nvCxnSpPr>
        <p:spPr>
          <a:xfrm>
            <a:off x="1975134" y="4297640"/>
            <a:ext cx="1179408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0" name="Google Shape;760;p44"/>
          <p:cNvSpPr/>
          <p:nvPr/>
        </p:nvSpPr>
        <p:spPr>
          <a:xfrm>
            <a:off x="283866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1" name="Google Shape;761;p44"/>
          <p:cNvCxnSpPr>
            <a:stCxn id="760" idx="2"/>
          </p:cNvCxnSpPr>
          <p:nvPr/>
        </p:nvCxnSpPr>
        <p:spPr>
          <a:xfrm>
            <a:off x="2977381" y="443635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2" name="Google Shape;762;p44"/>
          <p:cNvSpPr/>
          <p:nvPr/>
        </p:nvSpPr>
        <p:spPr>
          <a:xfrm>
            <a:off x="748986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509490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988482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1227978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5233621" y="368803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4"/>
          <p:cNvCxnSpPr/>
          <p:nvPr/>
        </p:nvCxnSpPr>
        <p:spPr>
          <a:xfrm>
            <a:off x="7628581" y="442267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4"/>
          <p:cNvCxnSpPr/>
          <p:nvPr/>
        </p:nvCxnSpPr>
        <p:spPr>
          <a:xfrm>
            <a:off x="10023541" y="373539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4"/>
          <p:cNvCxnSpPr/>
          <p:nvPr/>
        </p:nvCxnSpPr>
        <p:spPr>
          <a:xfrm>
            <a:off x="12418501" y="443635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4"/>
          <p:cNvSpPr/>
          <p:nvPr/>
        </p:nvSpPr>
        <p:spPr>
          <a:xfrm>
            <a:off x="13700838" y="4184478"/>
            <a:ext cx="198062" cy="226314"/>
          </a:xfrm>
          <a:custGeom>
            <a:avLst/>
            <a:gdLst/>
            <a:ahLst/>
            <a:cxnLst/>
            <a:rect l="l" t="t" r="r" b="b"/>
            <a:pathLst>
              <a:path w="184073" h="209550" extrusionOk="0">
                <a:moveTo>
                  <a:pt x="7715" y="0"/>
                </a:moveTo>
                <a:lnTo>
                  <a:pt x="6638" y="359"/>
                </a:lnTo>
                <a:lnTo>
                  <a:pt x="5562" y="718"/>
                </a:lnTo>
                <a:lnTo>
                  <a:pt x="4665" y="1256"/>
                </a:lnTo>
                <a:lnTo>
                  <a:pt x="3588" y="1794"/>
                </a:lnTo>
                <a:lnTo>
                  <a:pt x="2691" y="2512"/>
                </a:lnTo>
                <a:lnTo>
                  <a:pt x="1973" y="3409"/>
                </a:lnTo>
                <a:lnTo>
                  <a:pt x="1435" y="4306"/>
                </a:lnTo>
                <a:lnTo>
                  <a:pt x="897" y="5382"/>
                </a:lnTo>
                <a:lnTo>
                  <a:pt x="359" y="6459"/>
                </a:lnTo>
                <a:lnTo>
                  <a:pt x="179" y="7715"/>
                </a:lnTo>
                <a:lnTo>
                  <a:pt x="0" y="8970"/>
                </a:lnTo>
                <a:lnTo>
                  <a:pt x="0" y="104775"/>
                </a:lnTo>
                <a:lnTo>
                  <a:pt x="0" y="200580"/>
                </a:lnTo>
                <a:lnTo>
                  <a:pt x="179" y="201835"/>
                </a:lnTo>
                <a:lnTo>
                  <a:pt x="359" y="203091"/>
                </a:lnTo>
                <a:lnTo>
                  <a:pt x="897" y="204168"/>
                </a:lnTo>
                <a:lnTo>
                  <a:pt x="1435" y="205244"/>
                </a:lnTo>
                <a:lnTo>
                  <a:pt x="1973" y="206141"/>
                </a:lnTo>
                <a:lnTo>
                  <a:pt x="2691" y="207038"/>
                </a:lnTo>
                <a:lnTo>
                  <a:pt x="3588" y="207756"/>
                </a:lnTo>
                <a:lnTo>
                  <a:pt x="4665" y="208294"/>
                </a:lnTo>
                <a:lnTo>
                  <a:pt x="5562" y="208832"/>
                </a:lnTo>
                <a:lnTo>
                  <a:pt x="6638" y="209191"/>
                </a:lnTo>
                <a:lnTo>
                  <a:pt x="7715" y="209550"/>
                </a:lnTo>
                <a:lnTo>
                  <a:pt x="10047" y="209550"/>
                </a:lnTo>
                <a:lnTo>
                  <a:pt x="11303" y="209371"/>
                </a:lnTo>
                <a:lnTo>
                  <a:pt x="12379" y="208832"/>
                </a:lnTo>
                <a:lnTo>
                  <a:pt x="13635" y="208294"/>
                </a:lnTo>
                <a:lnTo>
                  <a:pt x="179408" y="112669"/>
                </a:lnTo>
                <a:lnTo>
                  <a:pt x="180485" y="111951"/>
                </a:lnTo>
                <a:lnTo>
                  <a:pt x="181382" y="111054"/>
                </a:lnTo>
                <a:lnTo>
                  <a:pt x="182279" y="110157"/>
                </a:lnTo>
                <a:lnTo>
                  <a:pt x="182817" y="109081"/>
                </a:lnTo>
                <a:lnTo>
                  <a:pt x="183355" y="108184"/>
                </a:lnTo>
                <a:lnTo>
                  <a:pt x="183714" y="107107"/>
                </a:lnTo>
                <a:lnTo>
                  <a:pt x="183894" y="105851"/>
                </a:lnTo>
                <a:lnTo>
                  <a:pt x="184073" y="104775"/>
                </a:lnTo>
                <a:lnTo>
                  <a:pt x="183894" y="103699"/>
                </a:lnTo>
                <a:lnTo>
                  <a:pt x="183714" y="102443"/>
                </a:lnTo>
                <a:lnTo>
                  <a:pt x="183355" y="101366"/>
                </a:lnTo>
                <a:lnTo>
                  <a:pt x="182817" y="100469"/>
                </a:lnTo>
                <a:lnTo>
                  <a:pt x="182279" y="99393"/>
                </a:lnTo>
                <a:lnTo>
                  <a:pt x="181382" y="98496"/>
                </a:lnTo>
                <a:lnTo>
                  <a:pt x="180485" y="97599"/>
                </a:lnTo>
                <a:lnTo>
                  <a:pt x="179408" y="96881"/>
                </a:lnTo>
                <a:lnTo>
                  <a:pt x="13635" y="1256"/>
                </a:lnTo>
                <a:lnTo>
                  <a:pt x="12379" y="718"/>
                </a:lnTo>
                <a:lnTo>
                  <a:pt x="11303" y="179"/>
                </a:lnTo>
                <a:lnTo>
                  <a:pt x="100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71" name="Google Shape;771;p44"/>
          <p:cNvSpPr>
            <a:spLocks noGrp="1"/>
          </p:cNvSpPr>
          <p:nvPr>
            <p:ph type="pic" idx="2"/>
          </p:nvPr>
        </p:nvSpPr>
        <p:spPr>
          <a:xfrm>
            <a:off x="4754360" y="18439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2" name="Google Shape;772;p44"/>
          <p:cNvSpPr>
            <a:spLocks noGrp="1"/>
          </p:cNvSpPr>
          <p:nvPr>
            <p:ph type="pic" idx="3"/>
          </p:nvPr>
        </p:nvSpPr>
        <p:spPr>
          <a:xfrm>
            <a:off x="9531080" y="18439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3" name="Google Shape;773;p44"/>
          <p:cNvSpPr>
            <a:spLocks noGrp="1"/>
          </p:cNvSpPr>
          <p:nvPr>
            <p:ph type="pic" idx="4"/>
          </p:nvPr>
        </p:nvSpPr>
        <p:spPr>
          <a:xfrm>
            <a:off x="11939240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4" name="Google Shape;774;p44"/>
          <p:cNvSpPr>
            <a:spLocks noGrp="1"/>
          </p:cNvSpPr>
          <p:nvPr>
            <p:ph type="pic" idx="5"/>
          </p:nvPr>
        </p:nvSpPr>
        <p:spPr>
          <a:xfrm>
            <a:off x="7142701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5" name="Google Shape;775;p44"/>
          <p:cNvSpPr>
            <a:spLocks noGrp="1"/>
          </p:cNvSpPr>
          <p:nvPr>
            <p:ph type="pic" idx="6"/>
          </p:nvPr>
        </p:nvSpPr>
        <p:spPr>
          <a:xfrm>
            <a:off x="2498061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6" name="Google Shape;776;p44"/>
          <p:cNvSpPr txBox="1">
            <a:spLocks noGrp="1"/>
          </p:cNvSpPr>
          <p:nvPr>
            <p:ph type="subTitle" idx="7"/>
          </p:nvPr>
        </p:nvSpPr>
        <p:spPr>
          <a:xfrm>
            <a:off x="3969560" y="2926800"/>
            <a:ext cx="25281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8"/>
          </p:nvPr>
        </p:nvSpPr>
        <p:spPr>
          <a:xfrm>
            <a:off x="8693720" y="2950480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9"/>
          </p:nvPr>
        </p:nvSpPr>
        <p:spPr>
          <a:xfrm>
            <a:off x="11088680" y="6179654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13"/>
          </p:nvPr>
        </p:nvSpPr>
        <p:spPr>
          <a:xfrm>
            <a:off x="6292160" y="6193334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subTitle" idx="14"/>
          </p:nvPr>
        </p:nvSpPr>
        <p:spPr>
          <a:xfrm>
            <a:off x="1587960" y="6179634"/>
            <a:ext cx="277872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15"/>
          </p:nvPr>
        </p:nvSpPr>
        <p:spPr>
          <a:xfrm>
            <a:off x="190188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6"/>
          </p:nvPr>
        </p:nvSpPr>
        <p:spPr>
          <a:xfrm>
            <a:off x="656984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7"/>
          </p:nvPr>
        </p:nvSpPr>
        <p:spPr>
          <a:xfrm>
            <a:off x="1134308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8"/>
          </p:nvPr>
        </p:nvSpPr>
        <p:spPr>
          <a:xfrm>
            <a:off x="8934920" y="453384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9"/>
          </p:nvPr>
        </p:nvSpPr>
        <p:spPr>
          <a:xfrm>
            <a:off x="4158200" y="453384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20"/>
          </p:nvPr>
        </p:nvSpPr>
        <p:spPr>
          <a:xfrm>
            <a:off x="352000" y="3932728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24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1584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2">
  <p:cSld name="Timeline - 2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4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90" name="Google Shape;79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2" name="Google Shape;792;p45"/>
          <p:cNvCxnSpPr/>
          <p:nvPr/>
        </p:nvCxnSpPr>
        <p:spPr>
          <a:xfrm>
            <a:off x="-97960" y="2228800"/>
            <a:ext cx="128784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>
            <a:off x="12780112" y="2228920"/>
            <a:ext cx="0" cy="191232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>
            <a:off x="1860032" y="4141240"/>
            <a:ext cx="1092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5"/>
          <p:cNvCxnSpPr/>
          <p:nvPr/>
        </p:nvCxnSpPr>
        <p:spPr>
          <a:xfrm>
            <a:off x="1860032" y="4141240"/>
            <a:ext cx="0" cy="191232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5"/>
          <p:cNvCxnSpPr/>
          <p:nvPr/>
        </p:nvCxnSpPr>
        <p:spPr>
          <a:xfrm>
            <a:off x="1860021" y="6053560"/>
            <a:ext cx="1286832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45"/>
          <p:cNvSpPr/>
          <p:nvPr/>
        </p:nvSpPr>
        <p:spPr>
          <a:xfrm>
            <a:off x="3099760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6935102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10770445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3099760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6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6935102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10770445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3099760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7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6935102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10770445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45"/>
          <p:cNvSpPr txBox="1">
            <a:spLocks noGrp="1"/>
          </p:cNvSpPr>
          <p:nvPr>
            <p:ph type="subTitle" idx="2"/>
          </p:nvPr>
        </p:nvSpPr>
        <p:spPr>
          <a:xfrm>
            <a:off x="2069520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2069520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2069520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5904781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subTitle" idx="6"/>
          </p:nvPr>
        </p:nvSpPr>
        <p:spPr>
          <a:xfrm>
            <a:off x="5904781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1" name="Google Shape;811;p45"/>
          <p:cNvSpPr txBox="1">
            <a:spLocks noGrp="1"/>
          </p:cNvSpPr>
          <p:nvPr>
            <p:ph type="subTitle" idx="7"/>
          </p:nvPr>
        </p:nvSpPr>
        <p:spPr>
          <a:xfrm>
            <a:off x="5904781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2" name="Google Shape;812;p45"/>
          <p:cNvSpPr txBox="1">
            <a:spLocks noGrp="1"/>
          </p:cNvSpPr>
          <p:nvPr>
            <p:ph type="subTitle" idx="8"/>
          </p:nvPr>
        </p:nvSpPr>
        <p:spPr>
          <a:xfrm>
            <a:off x="9740061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3" name="Google Shape;813;p45"/>
          <p:cNvSpPr txBox="1">
            <a:spLocks noGrp="1"/>
          </p:cNvSpPr>
          <p:nvPr>
            <p:ph type="subTitle" idx="9"/>
          </p:nvPr>
        </p:nvSpPr>
        <p:spPr>
          <a:xfrm>
            <a:off x="9740061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4" name="Google Shape;814;p45"/>
          <p:cNvSpPr txBox="1">
            <a:spLocks noGrp="1"/>
          </p:cNvSpPr>
          <p:nvPr>
            <p:ph type="subTitle" idx="13"/>
          </p:nvPr>
        </p:nvSpPr>
        <p:spPr>
          <a:xfrm>
            <a:off x="9740061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0434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1">
  <p:cSld name="Quote - 1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"/>
          <p:cNvSpPr/>
          <p:nvPr/>
        </p:nvSpPr>
        <p:spPr>
          <a:xfrm>
            <a:off x="1746720" y="1496400"/>
            <a:ext cx="11136960" cy="5236800"/>
          </a:xfrm>
          <a:prstGeom prst="roundRect">
            <a:avLst>
              <a:gd name="adj" fmla="val 1266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2974640" y="1961701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7F7F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7F7F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8" name="Google Shape;818;p4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9" name="Google Shape;81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46"/>
          <p:cNvSpPr txBox="1">
            <a:spLocks noGrp="1"/>
          </p:cNvSpPr>
          <p:nvPr>
            <p:ph type="body" idx="2"/>
          </p:nvPr>
        </p:nvSpPr>
        <p:spPr>
          <a:xfrm>
            <a:off x="3798800" y="2404800"/>
            <a:ext cx="8622720" cy="305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384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22" name="Google Shape;822;p46"/>
          <p:cNvSpPr txBox="1">
            <a:spLocks noGrp="1"/>
          </p:cNvSpPr>
          <p:nvPr>
            <p:ph type="subTitle" idx="3"/>
          </p:nvPr>
        </p:nvSpPr>
        <p:spPr>
          <a:xfrm>
            <a:off x="7031920" y="5517570"/>
            <a:ext cx="538944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6"/>
          <p:cNvSpPr txBox="1">
            <a:spLocks noGrp="1"/>
          </p:cNvSpPr>
          <p:nvPr>
            <p:ph type="subTitle" idx="4"/>
          </p:nvPr>
        </p:nvSpPr>
        <p:spPr>
          <a:xfrm>
            <a:off x="7031920" y="5931120"/>
            <a:ext cx="538944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4" name="Google Shape;824;p46"/>
          <p:cNvGrpSpPr/>
          <p:nvPr/>
        </p:nvGrpSpPr>
        <p:grpSpPr>
          <a:xfrm>
            <a:off x="805036" y="5517546"/>
            <a:ext cx="1537826" cy="1531677"/>
            <a:chOff x="3000325" y="3156400"/>
            <a:chExt cx="881054" cy="877530"/>
          </a:xfrm>
        </p:grpSpPr>
        <p:sp>
          <p:nvSpPr>
            <p:cNvPr id="825" name="Google Shape;825;p46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13997051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3">
  <p:cSld name="Quote - 3">
    <p:bg>
      <p:bgPr>
        <a:solidFill>
          <a:schemeClr val="dk1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87" name="Google Shape;88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8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889" name="Google Shape;889;p48"/>
          <p:cNvGrpSpPr/>
          <p:nvPr/>
        </p:nvGrpSpPr>
        <p:grpSpPr>
          <a:xfrm rot="10800000">
            <a:off x="11713600" y="1965488"/>
            <a:ext cx="1206560" cy="4892544"/>
            <a:chOff x="1409525" y="1524925"/>
            <a:chExt cx="754100" cy="2588100"/>
          </a:xfrm>
        </p:grpSpPr>
        <p:sp>
          <p:nvSpPr>
            <p:cNvPr id="890" name="Google Shape;890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grpSp>
        <p:nvGrpSpPr>
          <p:cNvPr id="893" name="Google Shape;893;p48"/>
          <p:cNvGrpSpPr/>
          <p:nvPr/>
        </p:nvGrpSpPr>
        <p:grpSpPr>
          <a:xfrm>
            <a:off x="1710280" y="1965390"/>
            <a:ext cx="1206560" cy="4892544"/>
            <a:chOff x="1409525" y="1524925"/>
            <a:chExt cx="754100" cy="2588100"/>
          </a:xfrm>
        </p:grpSpPr>
        <p:sp>
          <p:nvSpPr>
            <p:cNvPr id="894" name="Google Shape;894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897" name="Google Shape;897;p48"/>
          <p:cNvSpPr txBox="1"/>
          <p:nvPr/>
        </p:nvSpPr>
        <p:spPr>
          <a:xfrm>
            <a:off x="2730800" y="2449381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8" name="Google Shape;898;p4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48"/>
          <p:cNvSpPr txBox="1">
            <a:spLocks noGrp="1"/>
          </p:cNvSpPr>
          <p:nvPr>
            <p:ph type="body" idx="2"/>
          </p:nvPr>
        </p:nvSpPr>
        <p:spPr>
          <a:xfrm>
            <a:off x="3554960" y="2773520"/>
            <a:ext cx="8362560" cy="2675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384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0" name="Google Shape;900;p48"/>
          <p:cNvSpPr txBox="1">
            <a:spLocks noGrp="1"/>
          </p:cNvSpPr>
          <p:nvPr>
            <p:ph type="subTitle" idx="3"/>
          </p:nvPr>
        </p:nvSpPr>
        <p:spPr>
          <a:xfrm>
            <a:off x="6690533" y="5448560"/>
            <a:ext cx="522672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48"/>
          <p:cNvSpPr txBox="1">
            <a:spLocks noGrp="1"/>
          </p:cNvSpPr>
          <p:nvPr>
            <p:ph type="subTitle" idx="4"/>
          </p:nvPr>
        </p:nvSpPr>
        <p:spPr>
          <a:xfrm>
            <a:off x="6690533" y="5864214"/>
            <a:ext cx="522672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7347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4">
  <p:cSld name="Quote - 4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4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9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49"/>
          <p:cNvSpPr txBox="1"/>
          <p:nvPr/>
        </p:nvSpPr>
        <p:spPr>
          <a:xfrm>
            <a:off x="4712160" y="2455690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8" name="Google Shape;908;p49"/>
          <p:cNvSpPr txBox="1">
            <a:spLocks noGrp="1"/>
          </p:cNvSpPr>
          <p:nvPr>
            <p:ph type="body" idx="2"/>
          </p:nvPr>
        </p:nvSpPr>
        <p:spPr>
          <a:xfrm>
            <a:off x="5536320" y="2779850"/>
            <a:ext cx="8362560" cy="4908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SzPts val="2400"/>
              <a:buFont typeface="IBM Plex Sans Light"/>
              <a:buChar char="■"/>
              <a:defRPr sz="384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9" name="Google Shape;909;p49"/>
          <p:cNvSpPr txBox="1">
            <a:spLocks noGrp="1"/>
          </p:cNvSpPr>
          <p:nvPr>
            <p:ph type="subTitle" idx="3"/>
          </p:nvPr>
        </p:nvSpPr>
        <p:spPr>
          <a:xfrm>
            <a:off x="990683" y="5932280"/>
            <a:ext cx="358944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24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9"/>
          <p:cNvSpPr txBox="1">
            <a:spLocks noGrp="1"/>
          </p:cNvSpPr>
          <p:nvPr>
            <p:ph type="subTitle" idx="4"/>
          </p:nvPr>
        </p:nvSpPr>
        <p:spPr>
          <a:xfrm>
            <a:off x="990683" y="6347926"/>
            <a:ext cx="358944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92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1" name="Google Shape;911;p49"/>
          <p:cNvSpPr>
            <a:spLocks noGrp="1"/>
          </p:cNvSpPr>
          <p:nvPr>
            <p:ph type="pic" idx="5"/>
          </p:nvPr>
        </p:nvSpPr>
        <p:spPr>
          <a:xfrm>
            <a:off x="1344920" y="2779840"/>
            <a:ext cx="2880960" cy="288096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912" name="Google Shape;912;p49"/>
          <p:cNvCxnSpPr>
            <a:stCxn id="911" idx="2"/>
          </p:cNvCxnSpPr>
          <p:nvPr/>
        </p:nvCxnSpPr>
        <p:spPr>
          <a:xfrm rot="10800000">
            <a:off x="-433480" y="4220320"/>
            <a:ext cx="1778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748474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 Announcement">
  <p:cSld name="Event Announcement"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"/>
          <p:cNvSpPr/>
          <p:nvPr/>
        </p:nvSpPr>
        <p:spPr>
          <a:xfrm>
            <a:off x="731520" y="3651880"/>
            <a:ext cx="6238080" cy="3662400"/>
          </a:xfrm>
          <a:prstGeom prst="roundRect">
            <a:avLst>
              <a:gd name="adj" fmla="val 12204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915" name="Google Shape;915;p50"/>
          <p:cNvSpPr/>
          <p:nvPr/>
        </p:nvSpPr>
        <p:spPr>
          <a:xfrm>
            <a:off x="5328600" y="182880"/>
            <a:ext cx="8412000" cy="8661600"/>
          </a:xfrm>
          <a:prstGeom prst="roundRect">
            <a:avLst>
              <a:gd name="adj" fmla="val 466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grpSp>
        <p:nvGrpSpPr>
          <p:cNvPr id="916" name="Google Shape;916;p50"/>
          <p:cNvGrpSpPr/>
          <p:nvPr/>
        </p:nvGrpSpPr>
        <p:grpSpPr>
          <a:xfrm>
            <a:off x="12991878" y="6047035"/>
            <a:ext cx="1272744" cy="1267533"/>
            <a:chOff x="137675" y="266700"/>
            <a:chExt cx="939600" cy="935752"/>
          </a:xfrm>
        </p:grpSpPr>
        <p:sp>
          <p:nvSpPr>
            <p:cNvPr id="917" name="Google Shape;917;p50"/>
            <p:cNvSpPr/>
            <p:nvPr/>
          </p:nvSpPr>
          <p:spPr>
            <a:xfrm>
              <a:off x="137675" y="26670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8" name="Google Shape;918;p50"/>
            <p:cNvSpPr/>
            <p:nvPr/>
          </p:nvSpPr>
          <p:spPr>
            <a:xfrm>
              <a:off x="137675" y="44023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37675" y="61376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137675" y="78729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1" name="Google Shape;921;p50"/>
            <p:cNvSpPr/>
            <p:nvPr/>
          </p:nvSpPr>
          <p:spPr>
            <a:xfrm>
              <a:off x="137675" y="96082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2" name="Google Shape;922;p50"/>
            <p:cNvSpPr/>
            <p:nvPr/>
          </p:nvSpPr>
          <p:spPr>
            <a:xfrm>
              <a:off x="137675" y="113435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3" name="Google Shape;923;p5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4" name="Google Shape;924;p5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112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0"/>
          <p:cNvSpPr txBox="1">
            <a:spLocks noGrp="1"/>
          </p:cNvSpPr>
          <p:nvPr>
            <p:ph type="subTitle" idx="2"/>
          </p:nvPr>
        </p:nvSpPr>
        <p:spPr>
          <a:xfrm>
            <a:off x="1164120" y="4297160"/>
            <a:ext cx="3579360" cy="13838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3"/>
          </p:nvPr>
        </p:nvSpPr>
        <p:spPr>
          <a:xfrm>
            <a:off x="1164120" y="5802920"/>
            <a:ext cx="3579360" cy="10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Sans Medium"/>
              <a:buNone/>
              <a:defRPr sz="24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9pPr>
          </a:lstStyle>
          <a:p>
            <a:endParaRPr/>
          </a:p>
        </p:txBody>
      </p:sp>
      <p:sp>
        <p:nvSpPr>
          <p:cNvPr id="927" name="Google Shape;927;p50"/>
          <p:cNvSpPr txBox="1">
            <a:spLocks noGrp="1"/>
          </p:cNvSpPr>
          <p:nvPr>
            <p:ph type="subTitle" idx="4"/>
          </p:nvPr>
        </p:nvSpPr>
        <p:spPr>
          <a:xfrm>
            <a:off x="5736840" y="6305760"/>
            <a:ext cx="3777600" cy="85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9pPr>
          </a:lstStyle>
          <a:p>
            <a:endParaRPr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5"/>
          </p:nvPr>
        </p:nvSpPr>
        <p:spPr>
          <a:xfrm>
            <a:off x="5736837" y="1992160"/>
            <a:ext cx="7684320" cy="4619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9" name="Google Shape;929;p50"/>
          <p:cNvSpPr txBox="1">
            <a:spLocks noGrp="1"/>
          </p:cNvSpPr>
          <p:nvPr>
            <p:ph type="title"/>
          </p:nvPr>
        </p:nvSpPr>
        <p:spPr>
          <a:xfrm>
            <a:off x="5736837" y="182880"/>
            <a:ext cx="7684320" cy="144528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30" name="Google Shape;93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50"/>
          <p:cNvCxnSpPr/>
          <p:nvPr/>
        </p:nvCxnSpPr>
        <p:spPr>
          <a:xfrm>
            <a:off x="5736840" y="7271880"/>
            <a:ext cx="258912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865491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er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"/>
          <p:cNvSpPr/>
          <p:nvPr/>
        </p:nvSpPr>
        <p:spPr>
          <a:xfrm>
            <a:off x="4068171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4068171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5" name="Google Shape;935;p51"/>
          <p:cNvSpPr/>
          <p:nvPr/>
        </p:nvSpPr>
        <p:spPr>
          <a:xfrm>
            <a:off x="7404821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7404821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7" name="Google Shape;937;p51"/>
          <p:cNvSpPr/>
          <p:nvPr/>
        </p:nvSpPr>
        <p:spPr>
          <a:xfrm>
            <a:off x="10741472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10741472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9" name="Google Shape;939;p51"/>
          <p:cNvSpPr/>
          <p:nvPr/>
        </p:nvSpPr>
        <p:spPr>
          <a:xfrm>
            <a:off x="731520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731520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1" name="Google Shape;941;p51"/>
          <p:cNvSpPr/>
          <p:nvPr/>
        </p:nvSpPr>
        <p:spPr>
          <a:xfrm>
            <a:off x="731520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731520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3" name="Google Shape;943;p51"/>
          <p:cNvSpPr/>
          <p:nvPr/>
        </p:nvSpPr>
        <p:spPr>
          <a:xfrm>
            <a:off x="4068171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4068171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5" name="Google Shape;945;p51"/>
          <p:cNvSpPr/>
          <p:nvPr/>
        </p:nvSpPr>
        <p:spPr>
          <a:xfrm>
            <a:off x="7404821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7404821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7" name="Google Shape;947;p51"/>
          <p:cNvSpPr/>
          <p:nvPr/>
        </p:nvSpPr>
        <p:spPr>
          <a:xfrm>
            <a:off x="10741472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10741472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9" name="Google Shape;949;p51"/>
          <p:cNvSpPr txBox="1"/>
          <p:nvPr/>
        </p:nvSpPr>
        <p:spPr>
          <a:xfrm>
            <a:off x="4860456" y="1482310"/>
            <a:ext cx="154128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Insurance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11721658" y="1482310"/>
            <a:ext cx="117696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Media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11370414" y="4892490"/>
            <a:ext cx="203712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Public Sector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895763" y="4892490"/>
            <a:ext cx="276384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 &amp; Logistics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4790422" y="4892490"/>
            <a:ext cx="180960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8226355" y="1482310"/>
            <a:ext cx="154128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Telecom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7970621" y="4892490"/>
            <a:ext cx="211200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Manufacturing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6" name="Google Shape;956;p51"/>
          <p:cNvSpPr txBox="1"/>
          <p:nvPr/>
        </p:nvSpPr>
        <p:spPr>
          <a:xfrm>
            <a:off x="996026" y="1482310"/>
            <a:ext cx="252432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Financial Services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957" name="Google Shape;95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17197" y="2372243"/>
            <a:ext cx="1204550" cy="37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3939" y="3675553"/>
            <a:ext cx="709949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211" y="3094643"/>
            <a:ext cx="1334266" cy="257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9921" y="2224613"/>
            <a:ext cx="600568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8398" y="2925846"/>
            <a:ext cx="901053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7184" y="3704431"/>
            <a:ext cx="1204550" cy="37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382571" y="3799667"/>
            <a:ext cx="1236915" cy="517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213709" y="2721651"/>
            <a:ext cx="1253770" cy="540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15358" y="3077282"/>
            <a:ext cx="1450624" cy="56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1"/>
          <p:cNvPicPr preferRelativeResize="0"/>
          <p:nvPr/>
        </p:nvPicPr>
        <p:blipFill rotWithShape="1">
          <a:blip r:embed="rId11">
            <a:alphaModFix/>
          </a:blip>
          <a:srcRect l="26600"/>
          <a:stretch/>
        </p:blipFill>
        <p:spPr>
          <a:xfrm>
            <a:off x="12003599" y="7194929"/>
            <a:ext cx="1540456" cy="461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206504" y="6191351"/>
            <a:ext cx="142140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1" descr="EDF - Logos, brands and logotype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30453" y="6555569"/>
            <a:ext cx="1540454" cy="37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026168" y="5586550"/>
            <a:ext cx="1361731" cy="41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1" descr="Airbus Logo PNG Transparent &amp; SVG Vector - Freebie Supply"/>
          <p:cNvPicPr preferRelativeResize="0"/>
          <p:nvPr/>
        </p:nvPicPr>
        <p:blipFill rotWithShape="1">
          <a:blip r:embed="rId15">
            <a:alphaModFix/>
          </a:blip>
          <a:srcRect t="39280" b="40601"/>
          <a:stretch/>
        </p:blipFill>
        <p:spPr>
          <a:xfrm>
            <a:off x="1302864" y="5708483"/>
            <a:ext cx="1888560" cy="37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1" descr="Kuehne + Nagel - Logos, brands and logotyp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214504" y="6309993"/>
            <a:ext cx="2126064" cy="4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1" descr="Taking You From Point A to Point Possible - BNSF Logistics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06053" y="7142328"/>
            <a:ext cx="1608454" cy="41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1"/>
          <p:cNvPicPr preferRelativeResize="0"/>
          <p:nvPr/>
        </p:nvPicPr>
        <p:blipFill rotWithShape="1">
          <a:blip r:embed="rId18">
            <a:alphaModFix/>
          </a:blip>
          <a:srcRect l="5440" t="29974" r="5812" b="33399"/>
          <a:stretch/>
        </p:blipFill>
        <p:spPr>
          <a:xfrm>
            <a:off x="5463415" y="6465830"/>
            <a:ext cx="1661342" cy="35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958597" y="5629926"/>
            <a:ext cx="982426" cy="29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289232" y="5998463"/>
            <a:ext cx="1540461" cy="330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327877" y="6736685"/>
            <a:ext cx="895037" cy="71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661742" y="7293907"/>
            <a:ext cx="1421403" cy="26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9200374" y="2482730"/>
            <a:ext cx="1271856" cy="30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605679" y="2200138"/>
            <a:ext cx="1522486" cy="43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573186" y="2882706"/>
            <a:ext cx="1522483" cy="401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794656" y="3534258"/>
            <a:ext cx="562800" cy="55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9307352" y="3059864"/>
            <a:ext cx="1164864" cy="55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7668778" y="5751343"/>
            <a:ext cx="1661317" cy="290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8699130" y="6247967"/>
            <a:ext cx="1484165" cy="28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655870" y="6506660"/>
            <a:ext cx="1088218" cy="50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1" descr="Who We Are | Zymergen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179355" y="7293907"/>
            <a:ext cx="1888557" cy="28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86876" y="2355684"/>
            <a:ext cx="1494885" cy="3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1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86870" y="3055297"/>
            <a:ext cx="1494885" cy="384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1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2350982" y="2317437"/>
            <a:ext cx="1539637" cy="38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2588710" y="3066655"/>
            <a:ext cx="1064155" cy="30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1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855513" y="3739362"/>
            <a:ext cx="530574" cy="43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1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86871" y="3793114"/>
            <a:ext cx="1494885" cy="43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11044750" y="2331678"/>
            <a:ext cx="1732141" cy="26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51"/>
          <p:cNvSpPr txBox="1"/>
          <p:nvPr/>
        </p:nvSpPr>
        <p:spPr>
          <a:xfrm>
            <a:off x="747080" y="189721"/>
            <a:ext cx="131520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4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400+ Customers Across Industries</a:t>
            </a:r>
            <a:endParaRPr sz="544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6" name="Google Shape;996;p5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97" name="Google Shape;997;p5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9055524" y="3811280"/>
            <a:ext cx="525957" cy="641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0795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_5">
  <p:cSld name="TITLE_AND_BODY_3_5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8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60" cy="916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58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60" cy="5466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4" name="Google Shape;1084;p58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612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9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6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9.xml"/><Relationship Id="rId37" Type="http://schemas.openxmlformats.org/officeDocument/2006/relationships/slideLayout" Target="../slideLayouts/slideLayout44.xml"/><Relationship Id="rId40" Type="http://schemas.openxmlformats.org/officeDocument/2006/relationships/slideLayout" Target="../slideLayouts/slideLayout47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38.xml"/><Relationship Id="rId44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50.xml"/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27.xml"/><Relationship Id="rId4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20" r:id="rId6"/>
    <p:sldLayoutId id="2147483721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1520" y="1843960"/>
            <a:ext cx="13167360" cy="546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84140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1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1" r:id="rId31"/>
    <p:sldLayoutId id="2147483702" r:id="rId32"/>
    <p:sldLayoutId id="2147483703" r:id="rId33"/>
    <p:sldLayoutId id="2147483704" r:id="rId34"/>
    <p:sldLayoutId id="2147483705" r:id="rId35"/>
    <p:sldLayoutId id="2147483706" r:id="rId36"/>
    <p:sldLayoutId id="2147483707" r:id="rId37"/>
    <p:sldLayoutId id="2147483708" r:id="rId38"/>
    <p:sldLayoutId id="2147483709" r:id="rId39"/>
    <p:sldLayoutId id="2147483710" r:id="rId40"/>
    <p:sldLayoutId id="2147483711" r:id="rId41"/>
    <p:sldLayoutId id="2147483712" r:id="rId42"/>
    <p:sldLayoutId id="2147483713" r:id="rId43"/>
    <p:sldLayoutId id="2147483717" r:id="rId4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orient="horz" pos="648">
          <p15:clr>
            <a:srgbClr val="EA4335"/>
          </p15:clr>
        </p15:guide>
        <p15:guide id="4" pos="288">
          <p15:clr>
            <a:srgbClr val="EA4335"/>
          </p15:clr>
        </p15:guide>
        <p15:guide id="5" pos="5472">
          <p15:clr>
            <a:srgbClr val="EA4335"/>
          </p15:clr>
        </p15:guide>
        <p15:guide id="6" pos="5616">
          <p15:clr>
            <a:srgbClr val="EA4335"/>
          </p15:clr>
        </p15:guide>
        <p15:guide id="7" orient="horz" pos="3163">
          <p15:clr>
            <a:srgbClr val="EA4335"/>
          </p15:clr>
        </p15:guide>
        <p15:guide id="8" orient="horz" pos="3027">
          <p15:clr>
            <a:srgbClr val="EA4335"/>
          </p15:clr>
        </p15:guide>
        <p15:guide id="9" orient="horz" pos="726">
          <p15:clr>
            <a:srgbClr val="EA4335"/>
          </p15:clr>
        </p15:guide>
        <p15:guide id="10" orient="horz" pos="1092">
          <p15:clr>
            <a:srgbClr val="EA4335"/>
          </p15:clr>
        </p15:guide>
        <p15:guide id="11" orient="horz" pos="10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emf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575C7C-066E-1398-4125-63A2F141C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303" y="2263837"/>
            <a:ext cx="13269169" cy="1932977"/>
          </a:xfrm>
        </p:spPr>
        <p:txBody>
          <a:bodyPr lIns="109728" tIns="54864" rIns="109728" bIns="54864" anchor="ctr">
            <a:normAutofit/>
          </a:bodyPr>
          <a:lstStyle/>
          <a:p>
            <a:pPr marL="15240" marR="6096" algn="l">
              <a:lnSpc>
                <a:spcPts val="6204"/>
              </a:lnSpc>
              <a:spcBef>
                <a:spcPts val="792"/>
              </a:spcBef>
            </a:pPr>
            <a:r>
              <a:rPr lang="en-IN" sz="4320" spc="186" dirty="0">
                <a:solidFill>
                  <a:srgbClr val="FFFFFF"/>
                </a:solidFill>
                <a:latin typeface="Trebuchet MS"/>
                <a:cs typeface="Trebuchet MS"/>
              </a:rPr>
              <a:t>Camunda 8 Self-Managed Deployment</a:t>
            </a:r>
            <a:endParaRPr lang="en-IN" sz="4320" dirty="0">
              <a:latin typeface="Trebuchet MS"/>
              <a:cs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13398" y="4786861"/>
            <a:ext cx="54682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60" spc="186" dirty="0">
                <a:solidFill>
                  <a:srgbClr val="FFFFFF"/>
                </a:solidFill>
                <a:latin typeface="Trebuchet MS"/>
                <a:cs typeface="Trebuchet MS"/>
              </a:rPr>
              <a:t>Self Managed Deployment </a:t>
            </a:r>
            <a:r>
              <a:rPr lang="en-IN" sz="2160" spc="186">
                <a:solidFill>
                  <a:srgbClr val="FFFFFF"/>
                </a:solidFill>
                <a:latin typeface="Trebuchet MS"/>
                <a:cs typeface="Trebuchet MS"/>
              </a:rPr>
              <a:t>Use Cases</a:t>
            </a:r>
            <a:endParaRPr lang="en-IN" sz="216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2403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91;p59">
            <a:extLst>
              <a:ext uri="{FF2B5EF4-FFF2-40B4-BE49-F238E27FC236}">
                <a16:creationId xmlns:a16="http://schemas.microsoft.com/office/drawing/2014/main" id="{A0BC2D4C-9AC6-2A13-303B-EE2FAF4FA40A}"/>
              </a:ext>
            </a:extLst>
          </p:cNvPr>
          <p:cNvSpPr txBox="1"/>
          <p:nvPr/>
        </p:nvSpPr>
        <p:spPr>
          <a:xfrm>
            <a:off x="6219093" y="5994596"/>
            <a:ext cx="4271200" cy="413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920"/>
              </a:spcAft>
            </a:pPr>
            <a:r>
              <a:rPr lang="en" sz="1600" b="1" dirty="0">
                <a:latin typeface="IBM Plex Sans"/>
                <a:ea typeface="IBM Plex Sans"/>
                <a:cs typeface="IBM Plex Sans"/>
                <a:sym typeface="IBM Plex Sans"/>
              </a:rPr>
              <a:t>Orchestrate. Automate. Transform.</a:t>
            </a:r>
            <a:endParaRPr sz="16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5" name="Google Shape;1092;p59">
            <a:extLst>
              <a:ext uri="{FF2B5EF4-FFF2-40B4-BE49-F238E27FC236}">
                <a16:creationId xmlns:a16="http://schemas.microsoft.com/office/drawing/2014/main" id="{923E222D-F58A-C136-5B50-43F6489022D3}"/>
              </a:ext>
            </a:extLst>
          </p:cNvPr>
          <p:cNvGrpSpPr/>
          <p:nvPr/>
        </p:nvGrpSpPr>
        <p:grpSpPr>
          <a:xfrm>
            <a:off x="6248400" y="1676400"/>
            <a:ext cx="3278252" cy="1370604"/>
            <a:chOff x="1206131" y="3692702"/>
            <a:chExt cx="2465083" cy="844525"/>
          </a:xfrm>
          <a:solidFill>
            <a:schemeClr val="tx1"/>
          </a:solidFill>
        </p:grpSpPr>
        <p:sp>
          <p:nvSpPr>
            <p:cNvPr id="16" name="Google Shape;1093;p59">
              <a:extLst>
                <a:ext uri="{FF2B5EF4-FFF2-40B4-BE49-F238E27FC236}">
                  <a16:creationId xmlns:a16="http://schemas.microsoft.com/office/drawing/2014/main" id="{68BDDDB4-8413-4CF5-DBCC-8506C959B812}"/>
                </a:ext>
              </a:extLst>
            </p:cNvPr>
            <p:cNvSpPr/>
            <p:nvPr/>
          </p:nvSpPr>
          <p:spPr>
            <a:xfrm>
              <a:off x="1206131" y="3692702"/>
              <a:ext cx="1062355" cy="601979"/>
            </a:xfrm>
            <a:custGeom>
              <a:avLst/>
              <a:gdLst/>
              <a:ahLst/>
              <a:cxnLst/>
              <a:rect l="l" t="t" r="r" b="b"/>
              <a:pathLst>
                <a:path w="1062355" h="601979" extrusionOk="0">
                  <a:moveTo>
                    <a:pt x="275983" y="148069"/>
                  </a:moveTo>
                  <a:lnTo>
                    <a:pt x="270408" y="96532"/>
                  </a:lnTo>
                  <a:lnTo>
                    <a:pt x="253695" y="55308"/>
                  </a:lnTo>
                  <a:lnTo>
                    <a:pt x="225983" y="25044"/>
                  </a:lnTo>
                  <a:lnTo>
                    <a:pt x="187452" y="6400"/>
                  </a:lnTo>
                  <a:lnTo>
                    <a:pt x="138252" y="0"/>
                  </a:lnTo>
                  <a:lnTo>
                    <a:pt x="89052" y="6311"/>
                  </a:lnTo>
                  <a:lnTo>
                    <a:pt x="50495" y="24904"/>
                  </a:lnTo>
                  <a:lnTo>
                    <a:pt x="22733" y="55105"/>
                  </a:lnTo>
                  <a:lnTo>
                    <a:pt x="5943" y="96304"/>
                  </a:lnTo>
                  <a:lnTo>
                    <a:pt x="266" y="147840"/>
                  </a:lnTo>
                  <a:lnTo>
                    <a:pt x="0" y="453821"/>
                  </a:lnTo>
                  <a:lnTo>
                    <a:pt x="5588" y="505371"/>
                  </a:lnTo>
                  <a:lnTo>
                    <a:pt x="22313" y="546595"/>
                  </a:lnTo>
                  <a:lnTo>
                    <a:pt x="50025" y="576846"/>
                  </a:lnTo>
                  <a:lnTo>
                    <a:pt x="88557" y="595490"/>
                  </a:lnTo>
                  <a:lnTo>
                    <a:pt x="137744" y="601878"/>
                  </a:lnTo>
                  <a:lnTo>
                    <a:pt x="186956" y="595579"/>
                  </a:lnTo>
                  <a:lnTo>
                    <a:pt x="225513" y="576999"/>
                  </a:lnTo>
                  <a:lnTo>
                    <a:pt x="253276" y="546785"/>
                  </a:lnTo>
                  <a:lnTo>
                    <a:pt x="270065" y="505587"/>
                  </a:lnTo>
                  <a:lnTo>
                    <a:pt x="275729" y="454050"/>
                  </a:lnTo>
                  <a:lnTo>
                    <a:pt x="275793" y="375881"/>
                  </a:lnTo>
                  <a:lnTo>
                    <a:pt x="188366" y="375805"/>
                  </a:lnTo>
                  <a:lnTo>
                    <a:pt x="188302" y="459867"/>
                  </a:lnTo>
                  <a:lnTo>
                    <a:pt x="184937" y="486524"/>
                  </a:lnTo>
                  <a:lnTo>
                    <a:pt x="175348" y="504190"/>
                  </a:lnTo>
                  <a:lnTo>
                    <a:pt x="160248" y="513981"/>
                  </a:lnTo>
                  <a:lnTo>
                    <a:pt x="140335" y="516978"/>
                  </a:lnTo>
                  <a:lnTo>
                    <a:pt x="120446" y="513943"/>
                  </a:lnTo>
                  <a:lnTo>
                    <a:pt x="105371" y="504139"/>
                  </a:lnTo>
                  <a:lnTo>
                    <a:pt x="95808" y="486448"/>
                  </a:lnTo>
                  <a:lnTo>
                    <a:pt x="92468" y="459778"/>
                  </a:lnTo>
                  <a:lnTo>
                    <a:pt x="92748" y="142036"/>
                  </a:lnTo>
                  <a:lnTo>
                    <a:pt x="96126" y="115239"/>
                  </a:lnTo>
                  <a:lnTo>
                    <a:pt x="105714" y="97282"/>
                  </a:lnTo>
                  <a:lnTo>
                    <a:pt x="120815" y="87210"/>
                  </a:lnTo>
                  <a:lnTo>
                    <a:pt x="140703" y="84074"/>
                  </a:lnTo>
                  <a:lnTo>
                    <a:pt x="160604" y="87236"/>
                  </a:lnTo>
                  <a:lnTo>
                    <a:pt x="175691" y="97332"/>
                  </a:lnTo>
                  <a:lnTo>
                    <a:pt x="185254" y="115316"/>
                  </a:lnTo>
                  <a:lnTo>
                    <a:pt x="188569" y="142113"/>
                  </a:lnTo>
                  <a:lnTo>
                    <a:pt x="188518" y="205155"/>
                  </a:lnTo>
                  <a:lnTo>
                    <a:pt x="275932" y="205232"/>
                  </a:lnTo>
                  <a:lnTo>
                    <a:pt x="275983" y="148069"/>
                  </a:lnTo>
                  <a:close/>
                </a:path>
                <a:path w="1062355" h="601979" extrusionOk="0">
                  <a:moveTo>
                    <a:pt x="631177" y="595579"/>
                  </a:moveTo>
                  <a:lnTo>
                    <a:pt x="614159" y="488632"/>
                  </a:lnTo>
                  <a:lnTo>
                    <a:pt x="601459" y="408851"/>
                  </a:lnTo>
                  <a:lnTo>
                    <a:pt x="554101" y="111239"/>
                  </a:lnTo>
                  <a:lnTo>
                    <a:pt x="537527" y="7073"/>
                  </a:lnTo>
                  <a:lnTo>
                    <a:pt x="509447" y="7061"/>
                  </a:lnTo>
                  <a:lnTo>
                    <a:pt x="509447" y="408851"/>
                  </a:lnTo>
                  <a:lnTo>
                    <a:pt x="420344" y="408774"/>
                  </a:lnTo>
                  <a:lnTo>
                    <a:pt x="465150" y="111239"/>
                  </a:lnTo>
                  <a:lnTo>
                    <a:pt x="509447" y="408851"/>
                  </a:lnTo>
                  <a:lnTo>
                    <a:pt x="509447" y="7061"/>
                  </a:lnTo>
                  <a:lnTo>
                    <a:pt x="402183" y="6959"/>
                  </a:lnTo>
                  <a:lnTo>
                    <a:pt x="307543" y="595299"/>
                  </a:lnTo>
                  <a:lnTo>
                    <a:pt x="392442" y="595376"/>
                  </a:lnTo>
                  <a:lnTo>
                    <a:pt x="408508" y="488632"/>
                  </a:lnTo>
                  <a:lnTo>
                    <a:pt x="521995" y="488721"/>
                  </a:lnTo>
                  <a:lnTo>
                    <a:pt x="537870" y="595503"/>
                  </a:lnTo>
                  <a:lnTo>
                    <a:pt x="631177" y="595579"/>
                  </a:lnTo>
                  <a:close/>
                </a:path>
                <a:path w="1062355" h="601979" extrusionOk="0">
                  <a:moveTo>
                    <a:pt x="1062062" y="7518"/>
                  </a:moveTo>
                  <a:lnTo>
                    <a:pt x="933450" y="7404"/>
                  </a:lnTo>
                  <a:lnTo>
                    <a:pt x="870051" y="425132"/>
                  </a:lnTo>
                  <a:lnTo>
                    <a:pt x="802322" y="7289"/>
                  </a:lnTo>
                  <a:lnTo>
                    <a:pt x="673709" y="7188"/>
                  </a:lnTo>
                  <a:lnTo>
                    <a:pt x="673201" y="595617"/>
                  </a:lnTo>
                  <a:lnTo>
                    <a:pt x="753910" y="595680"/>
                  </a:lnTo>
                  <a:lnTo>
                    <a:pt x="754253" y="179578"/>
                  </a:lnTo>
                  <a:lnTo>
                    <a:pt x="822833" y="595744"/>
                  </a:lnTo>
                  <a:lnTo>
                    <a:pt x="910259" y="595807"/>
                  </a:lnTo>
                  <a:lnTo>
                    <a:pt x="974496" y="173875"/>
                  </a:lnTo>
                  <a:lnTo>
                    <a:pt x="974140" y="595871"/>
                  </a:lnTo>
                  <a:lnTo>
                    <a:pt x="1061567" y="595947"/>
                  </a:lnTo>
                  <a:lnTo>
                    <a:pt x="1062062" y="75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8800" dirty="0"/>
            </a:p>
          </p:txBody>
        </p:sp>
        <p:sp>
          <p:nvSpPr>
            <p:cNvPr id="17" name="Google Shape;1094;p59">
              <a:extLst>
                <a:ext uri="{FF2B5EF4-FFF2-40B4-BE49-F238E27FC236}">
                  <a16:creationId xmlns:a16="http://schemas.microsoft.com/office/drawing/2014/main" id="{521A58C0-1193-6646-4D5F-FE9D561C0625}"/>
                </a:ext>
              </a:extLst>
            </p:cNvPr>
            <p:cNvSpPr/>
            <p:nvPr/>
          </p:nvSpPr>
          <p:spPr>
            <a:xfrm>
              <a:off x="2330855" y="3700264"/>
              <a:ext cx="276225" cy="596264"/>
            </a:xfrm>
            <a:custGeom>
              <a:avLst/>
              <a:gdLst/>
              <a:ahLst/>
              <a:cxnLst/>
              <a:rect l="l" t="t" r="r" b="b"/>
              <a:pathLst>
                <a:path w="276225" h="596264" extrusionOk="0">
                  <a:moveTo>
                    <a:pt x="92849" y="76"/>
                  </a:moveTo>
                  <a:lnTo>
                    <a:pt x="393" y="0"/>
                  </a:lnTo>
                  <a:lnTo>
                    <a:pt x="0" y="448043"/>
                  </a:lnTo>
                  <a:lnTo>
                    <a:pt x="5580" y="499591"/>
                  </a:lnTo>
                  <a:lnTo>
                    <a:pt x="22304" y="540817"/>
                  </a:lnTo>
                  <a:lnTo>
                    <a:pt x="50014" y="571076"/>
                  </a:lnTo>
                  <a:lnTo>
                    <a:pt x="88547" y="589723"/>
                  </a:lnTo>
                  <a:lnTo>
                    <a:pt x="137744" y="596112"/>
                  </a:lnTo>
                  <a:lnTo>
                    <a:pt x="186945" y="589805"/>
                  </a:lnTo>
                  <a:lnTo>
                    <a:pt x="225506" y="571223"/>
                  </a:lnTo>
                  <a:lnTo>
                    <a:pt x="253264" y="541012"/>
                  </a:lnTo>
                  <a:lnTo>
                    <a:pt x="270059" y="499817"/>
                  </a:lnTo>
                  <a:lnTo>
                    <a:pt x="275729" y="448284"/>
                  </a:lnTo>
                  <a:lnTo>
                    <a:pt x="276110" y="241"/>
                  </a:lnTo>
                  <a:lnTo>
                    <a:pt x="188683" y="165"/>
                  </a:lnTo>
                  <a:lnTo>
                    <a:pt x="188290" y="454088"/>
                  </a:lnTo>
                  <a:lnTo>
                    <a:pt x="184924" y="480752"/>
                  </a:lnTo>
                  <a:lnTo>
                    <a:pt x="175337" y="498424"/>
                  </a:lnTo>
                  <a:lnTo>
                    <a:pt x="160238" y="508209"/>
                  </a:lnTo>
                  <a:lnTo>
                    <a:pt x="140335" y="511213"/>
                  </a:lnTo>
                  <a:lnTo>
                    <a:pt x="120436" y="508174"/>
                  </a:lnTo>
                  <a:lnTo>
                    <a:pt x="105352" y="498362"/>
                  </a:lnTo>
                  <a:lnTo>
                    <a:pt x="95793" y="480675"/>
                  </a:lnTo>
                  <a:lnTo>
                    <a:pt x="92468" y="454012"/>
                  </a:lnTo>
                  <a:lnTo>
                    <a:pt x="92849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8800"/>
            </a:p>
          </p:txBody>
        </p:sp>
        <p:sp>
          <p:nvSpPr>
            <p:cNvPr id="18" name="Google Shape;1095;p59">
              <a:extLst>
                <a:ext uri="{FF2B5EF4-FFF2-40B4-BE49-F238E27FC236}">
                  <a16:creationId xmlns:a16="http://schemas.microsoft.com/office/drawing/2014/main" id="{324BAA06-36AA-8519-1DD2-D526E0070FE6}"/>
                </a:ext>
              </a:extLst>
            </p:cNvPr>
            <p:cNvSpPr/>
            <p:nvPr/>
          </p:nvSpPr>
          <p:spPr>
            <a:xfrm>
              <a:off x="2668656" y="3700559"/>
              <a:ext cx="294005" cy="589279"/>
            </a:xfrm>
            <a:custGeom>
              <a:avLst/>
              <a:gdLst/>
              <a:ahLst/>
              <a:cxnLst/>
              <a:rect l="l" t="t" r="r" b="b"/>
              <a:pathLst>
                <a:path w="294005" h="589279" extrusionOk="0">
                  <a:moveTo>
                    <a:pt x="116509" y="101"/>
                  </a:moveTo>
                  <a:lnTo>
                    <a:pt x="507" y="0"/>
                  </a:lnTo>
                  <a:lnTo>
                    <a:pt x="0" y="588429"/>
                  </a:lnTo>
                  <a:lnTo>
                    <a:pt x="83235" y="588492"/>
                  </a:lnTo>
                  <a:lnTo>
                    <a:pt x="83591" y="162305"/>
                  </a:lnTo>
                  <a:lnTo>
                    <a:pt x="198386" y="588594"/>
                  </a:lnTo>
                  <a:lnTo>
                    <a:pt x="293382" y="588670"/>
                  </a:lnTo>
                  <a:lnTo>
                    <a:pt x="293877" y="241"/>
                  </a:lnTo>
                  <a:lnTo>
                    <a:pt x="211493" y="177"/>
                  </a:lnTo>
                  <a:lnTo>
                    <a:pt x="211200" y="352386"/>
                  </a:lnTo>
                  <a:lnTo>
                    <a:pt x="116509" y="1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8800" dirty="0"/>
            </a:p>
          </p:txBody>
        </p:sp>
        <p:sp>
          <p:nvSpPr>
            <p:cNvPr id="19" name="Google Shape;1096;p59">
              <a:extLst>
                <a:ext uri="{FF2B5EF4-FFF2-40B4-BE49-F238E27FC236}">
                  <a16:creationId xmlns:a16="http://schemas.microsoft.com/office/drawing/2014/main" id="{EFC60F79-82F6-B1C9-C18D-CF0281AC3DB0}"/>
                </a:ext>
              </a:extLst>
            </p:cNvPr>
            <p:cNvSpPr/>
            <p:nvPr/>
          </p:nvSpPr>
          <p:spPr>
            <a:xfrm>
              <a:off x="3028429" y="3700868"/>
              <a:ext cx="642620" cy="589279"/>
            </a:xfrm>
            <a:custGeom>
              <a:avLst/>
              <a:gdLst/>
              <a:ahLst/>
              <a:cxnLst/>
              <a:rect l="l" t="t" r="r" b="b"/>
              <a:pathLst>
                <a:path w="642620" h="589279" extrusionOk="0">
                  <a:moveTo>
                    <a:pt x="284492" y="145669"/>
                  </a:moveTo>
                  <a:lnTo>
                    <a:pt x="279082" y="94386"/>
                  </a:lnTo>
                  <a:lnTo>
                    <a:pt x="262674" y="53784"/>
                  </a:lnTo>
                  <a:lnTo>
                    <a:pt x="235216" y="24282"/>
                  </a:lnTo>
                  <a:lnTo>
                    <a:pt x="196608" y="6261"/>
                  </a:lnTo>
                  <a:lnTo>
                    <a:pt x="192024" y="5702"/>
                  </a:lnTo>
                  <a:lnTo>
                    <a:pt x="192024" y="141376"/>
                  </a:lnTo>
                  <a:lnTo>
                    <a:pt x="191770" y="447370"/>
                  </a:lnTo>
                  <a:lnTo>
                    <a:pt x="188531" y="474027"/>
                  </a:lnTo>
                  <a:lnTo>
                    <a:pt x="179235" y="491693"/>
                  </a:lnTo>
                  <a:lnTo>
                    <a:pt x="164426" y="501484"/>
                  </a:lnTo>
                  <a:lnTo>
                    <a:pt x="144653" y="504482"/>
                  </a:lnTo>
                  <a:lnTo>
                    <a:pt x="92532" y="504444"/>
                  </a:lnTo>
                  <a:lnTo>
                    <a:pt x="92887" y="84137"/>
                  </a:lnTo>
                  <a:lnTo>
                    <a:pt x="145008" y="84188"/>
                  </a:lnTo>
                  <a:lnTo>
                    <a:pt x="164782" y="87223"/>
                  </a:lnTo>
                  <a:lnTo>
                    <a:pt x="179565" y="97028"/>
                  </a:lnTo>
                  <a:lnTo>
                    <a:pt x="188836" y="114719"/>
                  </a:lnTo>
                  <a:lnTo>
                    <a:pt x="192024" y="141376"/>
                  </a:lnTo>
                  <a:lnTo>
                    <a:pt x="192024" y="5702"/>
                  </a:lnTo>
                  <a:lnTo>
                    <a:pt x="146761" y="127"/>
                  </a:lnTo>
                  <a:lnTo>
                    <a:pt x="495" y="0"/>
                  </a:lnTo>
                  <a:lnTo>
                    <a:pt x="0" y="588429"/>
                  </a:lnTo>
                  <a:lnTo>
                    <a:pt x="146265" y="588543"/>
                  </a:lnTo>
                  <a:lnTo>
                    <a:pt x="196113" y="582498"/>
                  </a:lnTo>
                  <a:lnTo>
                    <a:pt x="234759" y="564540"/>
                  </a:lnTo>
                  <a:lnTo>
                    <a:pt x="262267" y="535076"/>
                  </a:lnTo>
                  <a:lnTo>
                    <a:pt x="274688" y="504482"/>
                  </a:lnTo>
                  <a:lnTo>
                    <a:pt x="278739" y="494512"/>
                  </a:lnTo>
                  <a:lnTo>
                    <a:pt x="284238" y="443242"/>
                  </a:lnTo>
                  <a:lnTo>
                    <a:pt x="284492" y="145669"/>
                  </a:lnTo>
                  <a:close/>
                </a:path>
                <a:path w="642620" h="589279" extrusionOk="0">
                  <a:moveTo>
                    <a:pt x="642213" y="588975"/>
                  </a:moveTo>
                  <a:lnTo>
                    <a:pt x="625195" y="482028"/>
                  </a:lnTo>
                  <a:lnTo>
                    <a:pt x="612508" y="402259"/>
                  </a:lnTo>
                  <a:lnTo>
                    <a:pt x="565137" y="104635"/>
                  </a:lnTo>
                  <a:lnTo>
                    <a:pt x="548563" y="469"/>
                  </a:lnTo>
                  <a:lnTo>
                    <a:pt x="520484" y="457"/>
                  </a:lnTo>
                  <a:lnTo>
                    <a:pt x="520484" y="402259"/>
                  </a:lnTo>
                  <a:lnTo>
                    <a:pt x="431380" y="402183"/>
                  </a:lnTo>
                  <a:lnTo>
                    <a:pt x="476186" y="104635"/>
                  </a:lnTo>
                  <a:lnTo>
                    <a:pt x="520484" y="402259"/>
                  </a:lnTo>
                  <a:lnTo>
                    <a:pt x="520484" y="457"/>
                  </a:lnTo>
                  <a:lnTo>
                    <a:pt x="413219" y="355"/>
                  </a:lnTo>
                  <a:lnTo>
                    <a:pt x="318579" y="588695"/>
                  </a:lnTo>
                  <a:lnTo>
                    <a:pt x="403479" y="588772"/>
                  </a:lnTo>
                  <a:lnTo>
                    <a:pt x="419544" y="482028"/>
                  </a:lnTo>
                  <a:lnTo>
                    <a:pt x="533019" y="482117"/>
                  </a:lnTo>
                  <a:lnTo>
                    <a:pt x="548906" y="588899"/>
                  </a:lnTo>
                  <a:lnTo>
                    <a:pt x="642213" y="5889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8800"/>
            </a:p>
          </p:txBody>
        </p:sp>
        <p:sp>
          <p:nvSpPr>
            <p:cNvPr id="20" name="Google Shape;1097;p59">
              <a:extLst>
                <a:ext uri="{FF2B5EF4-FFF2-40B4-BE49-F238E27FC236}">
                  <a16:creationId xmlns:a16="http://schemas.microsoft.com/office/drawing/2014/main" id="{B3D55646-727B-EB03-0905-29B422EAE1CF}"/>
                </a:ext>
              </a:extLst>
            </p:cNvPr>
            <p:cNvSpPr/>
            <p:nvPr/>
          </p:nvSpPr>
          <p:spPr>
            <a:xfrm>
              <a:off x="1206144" y="4381017"/>
              <a:ext cx="2465070" cy="156210"/>
            </a:xfrm>
            <a:custGeom>
              <a:avLst/>
              <a:gdLst/>
              <a:ahLst/>
              <a:cxnLst/>
              <a:rect l="l" t="t" r="r" b="b"/>
              <a:pathLst>
                <a:path w="2465070" h="156210" extrusionOk="0">
                  <a:moveTo>
                    <a:pt x="2464511" y="0"/>
                  </a:moveTo>
                  <a:lnTo>
                    <a:pt x="0" y="0"/>
                  </a:lnTo>
                  <a:lnTo>
                    <a:pt x="0" y="155879"/>
                  </a:lnTo>
                  <a:lnTo>
                    <a:pt x="2464511" y="155879"/>
                  </a:lnTo>
                  <a:lnTo>
                    <a:pt x="24645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8800"/>
            </a:p>
          </p:txBody>
        </p:sp>
      </p:grpSp>
      <p:sp>
        <p:nvSpPr>
          <p:cNvPr id="21" name="Google Shape;1090;p59">
            <a:extLst>
              <a:ext uri="{FF2B5EF4-FFF2-40B4-BE49-F238E27FC236}">
                <a16:creationId xmlns:a16="http://schemas.microsoft.com/office/drawing/2014/main" id="{A79819A5-D54C-0FA5-3C31-4B48A33A250C}"/>
              </a:ext>
            </a:extLst>
          </p:cNvPr>
          <p:cNvSpPr txBox="1"/>
          <p:nvPr/>
        </p:nvSpPr>
        <p:spPr>
          <a:xfrm>
            <a:off x="6219093" y="3201656"/>
            <a:ext cx="4271200" cy="279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4480" b="1" dirty="0">
                <a:solidFill>
                  <a:srgbClr val="F6D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</a:p>
          <a:p>
            <a:r>
              <a:rPr lang="en" sz="4480" b="1" dirty="0">
                <a:solidFill>
                  <a:srgbClr val="F6D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Universal </a:t>
            </a:r>
          </a:p>
          <a:p>
            <a:r>
              <a:rPr lang="en" sz="4480" b="1" dirty="0">
                <a:solidFill>
                  <a:srgbClr val="F6D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 </a:t>
            </a:r>
          </a:p>
          <a:p>
            <a:r>
              <a:rPr lang="en" sz="4480" b="1" dirty="0">
                <a:solidFill>
                  <a:srgbClr val="F6D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Orchestrator</a:t>
            </a:r>
            <a:endParaRPr sz="4480" dirty="0">
              <a:solidFill>
                <a:srgbClr val="F6D33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36" name="Picture 35" descr="CAT Logo and symbol, meaning, history, PNG, brand">
            <a:extLst>
              <a:ext uri="{FF2B5EF4-FFF2-40B4-BE49-F238E27FC236}">
                <a16:creationId xmlns:a16="http://schemas.microsoft.com/office/drawing/2014/main" id="{63050BF8-2D7A-967E-0137-BECFE54B3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09406"/>
            <a:ext cx="198120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fld id="{00000000-1234-1234-1234-123412341234}" type="slidenum">
              <a:rPr lang="en" sz="1280"/>
              <a:pPr/>
              <a:t>3</a:t>
            </a:fld>
            <a:endParaRPr sz="1280"/>
          </a:p>
        </p:txBody>
      </p:sp>
      <p:sp>
        <p:nvSpPr>
          <p:cNvPr id="2" name="Google Shape;1745;p75">
            <a:extLst>
              <a:ext uri="{FF2B5EF4-FFF2-40B4-BE49-F238E27FC236}">
                <a16:creationId xmlns:a16="http://schemas.microsoft.com/office/drawing/2014/main" id="{1024C71B-FA9D-E497-11A1-094C2A8061B6}"/>
              </a:ext>
            </a:extLst>
          </p:cNvPr>
          <p:cNvSpPr/>
          <p:nvPr/>
        </p:nvSpPr>
        <p:spPr>
          <a:xfrm>
            <a:off x="1676400" y="6700102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 dirty="0"/>
          </a:p>
        </p:txBody>
      </p:sp>
      <p:sp>
        <p:nvSpPr>
          <p:cNvPr id="3" name="Google Shape;1746;p75">
            <a:extLst>
              <a:ext uri="{FF2B5EF4-FFF2-40B4-BE49-F238E27FC236}">
                <a16:creationId xmlns:a16="http://schemas.microsoft.com/office/drawing/2014/main" id="{6AF2E104-58EF-8364-1BAA-47D74B56CF87}"/>
              </a:ext>
            </a:extLst>
          </p:cNvPr>
          <p:cNvSpPr/>
          <p:nvPr/>
        </p:nvSpPr>
        <p:spPr>
          <a:xfrm>
            <a:off x="1676400" y="4796428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sp>
        <p:nvSpPr>
          <p:cNvPr id="4" name="Google Shape;1747;p75">
            <a:extLst>
              <a:ext uri="{FF2B5EF4-FFF2-40B4-BE49-F238E27FC236}">
                <a16:creationId xmlns:a16="http://schemas.microsoft.com/office/drawing/2014/main" id="{A5CFEB39-CFEC-C1CB-3871-F2976ABEF3B7}"/>
              </a:ext>
            </a:extLst>
          </p:cNvPr>
          <p:cNvSpPr/>
          <p:nvPr/>
        </p:nvSpPr>
        <p:spPr>
          <a:xfrm>
            <a:off x="1676400" y="3826459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sp>
        <p:nvSpPr>
          <p:cNvPr id="5" name="Google Shape;1748;p75">
            <a:extLst>
              <a:ext uri="{FF2B5EF4-FFF2-40B4-BE49-F238E27FC236}">
                <a16:creationId xmlns:a16="http://schemas.microsoft.com/office/drawing/2014/main" id="{6E0EB79B-9058-17D6-D49F-A76D5852CA52}"/>
              </a:ext>
            </a:extLst>
          </p:cNvPr>
          <p:cNvSpPr/>
          <p:nvPr/>
        </p:nvSpPr>
        <p:spPr>
          <a:xfrm>
            <a:off x="1666234" y="2874189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sp>
        <p:nvSpPr>
          <p:cNvPr id="6" name="Google Shape;1749;p75">
            <a:extLst>
              <a:ext uri="{FF2B5EF4-FFF2-40B4-BE49-F238E27FC236}">
                <a16:creationId xmlns:a16="http://schemas.microsoft.com/office/drawing/2014/main" id="{785EA941-B657-66B0-C1C6-77E102BFA7EA}"/>
              </a:ext>
            </a:extLst>
          </p:cNvPr>
          <p:cNvSpPr/>
          <p:nvPr/>
        </p:nvSpPr>
        <p:spPr>
          <a:xfrm>
            <a:off x="1676400" y="1886518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grpSp>
        <p:nvGrpSpPr>
          <p:cNvPr id="8" name="Google Shape;1751;p75">
            <a:extLst>
              <a:ext uri="{FF2B5EF4-FFF2-40B4-BE49-F238E27FC236}">
                <a16:creationId xmlns:a16="http://schemas.microsoft.com/office/drawing/2014/main" id="{B79C42BC-EEA5-835E-05DB-C52E4DDAB39F}"/>
              </a:ext>
            </a:extLst>
          </p:cNvPr>
          <p:cNvGrpSpPr/>
          <p:nvPr/>
        </p:nvGrpSpPr>
        <p:grpSpPr>
          <a:xfrm>
            <a:off x="1833399" y="4056426"/>
            <a:ext cx="487602" cy="433906"/>
            <a:chOff x="5989150" y="3335800"/>
            <a:chExt cx="432700" cy="385050"/>
          </a:xfrm>
        </p:grpSpPr>
        <p:sp>
          <p:nvSpPr>
            <p:cNvPr id="9" name="Google Shape;1752;p75">
              <a:extLst>
                <a:ext uri="{FF2B5EF4-FFF2-40B4-BE49-F238E27FC236}">
                  <a16:creationId xmlns:a16="http://schemas.microsoft.com/office/drawing/2014/main" id="{B0CBD81E-81F8-825F-A8DC-3AC64A62EC4D}"/>
                </a:ext>
              </a:extLst>
            </p:cNvPr>
            <p:cNvSpPr/>
            <p:nvPr/>
          </p:nvSpPr>
          <p:spPr>
            <a:xfrm>
              <a:off x="5989150" y="3335800"/>
              <a:ext cx="157875" cy="269775"/>
            </a:xfrm>
            <a:custGeom>
              <a:avLst/>
              <a:gdLst/>
              <a:ahLst/>
              <a:cxnLst/>
              <a:rect l="l" t="t" r="r" b="b"/>
              <a:pathLst>
                <a:path w="6315" h="10791" extrusionOk="0">
                  <a:moveTo>
                    <a:pt x="3151" y="0"/>
                  </a:moveTo>
                  <a:lnTo>
                    <a:pt x="2880" y="14"/>
                  </a:lnTo>
                  <a:lnTo>
                    <a:pt x="2624" y="54"/>
                  </a:lnTo>
                  <a:lnTo>
                    <a:pt x="2380" y="122"/>
                  </a:lnTo>
                  <a:lnTo>
                    <a:pt x="2137" y="217"/>
                  </a:lnTo>
                  <a:lnTo>
                    <a:pt x="1907" y="325"/>
                  </a:lnTo>
                  <a:lnTo>
                    <a:pt x="1691" y="446"/>
                  </a:lnTo>
                  <a:lnTo>
                    <a:pt x="1488" y="609"/>
                  </a:lnTo>
                  <a:lnTo>
                    <a:pt x="1298" y="771"/>
                  </a:lnTo>
                  <a:lnTo>
                    <a:pt x="1136" y="960"/>
                  </a:lnTo>
                  <a:lnTo>
                    <a:pt x="974" y="1163"/>
                  </a:lnTo>
                  <a:lnTo>
                    <a:pt x="852" y="1379"/>
                  </a:lnTo>
                  <a:lnTo>
                    <a:pt x="744" y="1609"/>
                  </a:lnTo>
                  <a:lnTo>
                    <a:pt x="649" y="1853"/>
                  </a:lnTo>
                  <a:lnTo>
                    <a:pt x="582" y="2096"/>
                  </a:lnTo>
                  <a:lnTo>
                    <a:pt x="541" y="2366"/>
                  </a:lnTo>
                  <a:lnTo>
                    <a:pt x="528" y="2623"/>
                  </a:lnTo>
                  <a:lnTo>
                    <a:pt x="541" y="2894"/>
                  </a:lnTo>
                  <a:lnTo>
                    <a:pt x="582" y="3151"/>
                  </a:lnTo>
                  <a:lnTo>
                    <a:pt x="649" y="3408"/>
                  </a:lnTo>
                  <a:lnTo>
                    <a:pt x="744" y="3651"/>
                  </a:lnTo>
                  <a:lnTo>
                    <a:pt x="852" y="3881"/>
                  </a:lnTo>
                  <a:lnTo>
                    <a:pt x="974" y="4097"/>
                  </a:lnTo>
                  <a:lnTo>
                    <a:pt x="1136" y="4300"/>
                  </a:lnTo>
                  <a:lnTo>
                    <a:pt x="1298" y="4476"/>
                  </a:lnTo>
                  <a:lnTo>
                    <a:pt x="1488" y="4652"/>
                  </a:lnTo>
                  <a:lnTo>
                    <a:pt x="1691" y="4800"/>
                  </a:lnTo>
                  <a:lnTo>
                    <a:pt x="1907" y="4936"/>
                  </a:lnTo>
                  <a:lnTo>
                    <a:pt x="2137" y="5044"/>
                  </a:lnTo>
                  <a:lnTo>
                    <a:pt x="2380" y="5138"/>
                  </a:lnTo>
                  <a:lnTo>
                    <a:pt x="2624" y="5192"/>
                  </a:lnTo>
                  <a:lnTo>
                    <a:pt x="2880" y="5233"/>
                  </a:lnTo>
                  <a:lnTo>
                    <a:pt x="3151" y="5247"/>
                  </a:lnTo>
                  <a:lnTo>
                    <a:pt x="3421" y="5233"/>
                  </a:lnTo>
                  <a:lnTo>
                    <a:pt x="3678" y="5192"/>
                  </a:lnTo>
                  <a:lnTo>
                    <a:pt x="3935" y="5138"/>
                  </a:lnTo>
                  <a:lnTo>
                    <a:pt x="4179" y="5044"/>
                  </a:lnTo>
                  <a:lnTo>
                    <a:pt x="4408" y="4936"/>
                  </a:lnTo>
                  <a:lnTo>
                    <a:pt x="4625" y="4800"/>
                  </a:lnTo>
                  <a:lnTo>
                    <a:pt x="4828" y="4652"/>
                  </a:lnTo>
                  <a:lnTo>
                    <a:pt x="5003" y="4476"/>
                  </a:lnTo>
                  <a:lnTo>
                    <a:pt x="5179" y="4300"/>
                  </a:lnTo>
                  <a:lnTo>
                    <a:pt x="5328" y="4097"/>
                  </a:lnTo>
                  <a:lnTo>
                    <a:pt x="5463" y="3881"/>
                  </a:lnTo>
                  <a:lnTo>
                    <a:pt x="5571" y="3651"/>
                  </a:lnTo>
                  <a:lnTo>
                    <a:pt x="5666" y="3408"/>
                  </a:lnTo>
                  <a:lnTo>
                    <a:pt x="5720" y="3151"/>
                  </a:lnTo>
                  <a:lnTo>
                    <a:pt x="5761" y="2894"/>
                  </a:lnTo>
                  <a:lnTo>
                    <a:pt x="5774" y="2623"/>
                  </a:lnTo>
                  <a:lnTo>
                    <a:pt x="5761" y="2366"/>
                  </a:lnTo>
                  <a:lnTo>
                    <a:pt x="5720" y="2096"/>
                  </a:lnTo>
                  <a:lnTo>
                    <a:pt x="5666" y="1853"/>
                  </a:lnTo>
                  <a:lnTo>
                    <a:pt x="5571" y="1609"/>
                  </a:lnTo>
                  <a:lnTo>
                    <a:pt x="5463" y="1379"/>
                  </a:lnTo>
                  <a:lnTo>
                    <a:pt x="5328" y="1163"/>
                  </a:lnTo>
                  <a:lnTo>
                    <a:pt x="5179" y="960"/>
                  </a:lnTo>
                  <a:lnTo>
                    <a:pt x="5003" y="771"/>
                  </a:lnTo>
                  <a:lnTo>
                    <a:pt x="4828" y="609"/>
                  </a:lnTo>
                  <a:lnTo>
                    <a:pt x="4625" y="446"/>
                  </a:lnTo>
                  <a:lnTo>
                    <a:pt x="4408" y="325"/>
                  </a:lnTo>
                  <a:lnTo>
                    <a:pt x="4179" y="217"/>
                  </a:lnTo>
                  <a:lnTo>
                    <a:pt x="3935" y="122"/>
                  </a:lnTo>
                  <a:lnTo>
                    <a:pt x="3678" y="54"/>
                  </a:lnTo>
                  <a:lnTo>
                    <a:pt x="3421" y="14"/>
                  </a:lnTo>
                  <a:lnTo>
                    <a:pt x="3151" y="0"/>
                  </a:lnTo>
                  <a:close/>
                  <a:moveTo>
                    <a:pt x="785" y="6531"/>
                  </a:moveTo>
                  <a:lnTo>
                    <a:pt x="0" y="7613"/>
                  </a:lnTo>
                  <a:lnTo>
                    <a:pt x="0" y="10790"/>
                  </a:lnTo>
                  <a:lnTo>
                    <a:pt x="6315" y="10790"/>
                  </a:lnTo>
                  <a:lnTo>
                    <a:pt x="6315" y="7613"/>
                  </a:lnTo>
                  <a:lnTo>
                    <a:pt x="5517" y="6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0" name="Google Shape;1753;p75">
              <a:extLst>
                <a:ext uri="{FF2B5EF4-FFF2-40B4-BE49-F238E27FC236}">
                  <a16:creationId xmlns:a16="http://schemas.microsoft.com/office/drawing/2014/main" id="{01EEC8D7-49B9-7F27-5C64-829CE48CB50B}"/>
                </a:ext>
              </a:extLst>
            </p:cNvPr>
            <p:cNvSpPr/>
            <p:nvPr/>
          </p:nvSpPr>
          <p:spPr>
            <a:xfrm>
              <a:off x="6263625" y="3449025"/>
              <a:ext cx="158225" cy="271825"/>
            </a:xfrm>
            <a:custGeom>
              <a:avLst/>
              <a:gdLst/>
              <a:ahLst/>
              <a:cxnLst/>
              <a:rect l="l" t="t" r="r" b="b"/>
              <a:pathLst>
                <a:path w="6329" h="10873" extrusionOk="0">
                  <a:moveTo>
                    <a:pt x="3165" y="1"/>
                  </a:moveTo>
                  <a:lnTo>
                    <a:pt x="2894" y="14"/>
                  </a:lnTo>
                  <a:lnTo>
                    <a:pt x="2638" y="55"/>
                  </a:lnTo>
                  <a:lnTo>
                    <a:pt x="2381" y="123"/>
                  </a:lnTo>
                  <a:lnTo>
                    <a:pt x="2137" y="217"/>
                  </a:lnTo>
                  <a:lnTo>
                    <a:pt x="1907" y="325"/>
                  </a:lnTo>
                  <a:lnTo>
                    <a:pt x="1691" y="447"/>
                  </a:lnTo>
                  <a:lnTo>
                    <a:pt x="1488" y="609"/>
                  </a:lnTo>
                  <a:lnTo>
                    <a:pt x="1312" y="772"/>
                  </a:lnTo>
                  <a:lnTo>
                    <a:pt x="1137" y="961"/>
                  </a:lnTo>
                  <a:lnTo>
                    <a:pt x="988" y="1164"/>
                  </a:lnTo>
                  <a:lnTo>
                    <a:pt x="853" y="1380"/>
                  </a:lnTo>
                  <a:lnTo>
                    <a:pt x="745" y="1610"/>
                  </a:lnTo>
                  <a:lnTo>
                    <a:pt x="663" y="1853"/>
                  </a:lnTo>
                  <a:lnTo>
                    <a:pt x="596" y="2097"/>
                  </a:lnTo>
                  <a:lnTo>
                    <a:pt x="555" y="2354"/>
                  </a:lnTo>
                  <a:lnTo>
                    <a:pt x="542" y="2624"/>
                  </a:lnTo>
                  <a:lnTo>
                    <a:pt x="555" y="2894"/>
                  </a:lnTo>
                  <a:lnTo>
                    <a:pt x="596" y="3151"/>
                  </a:lnTo>
                  <a:lnTo>
                    <a:pt x="663" y="3408"/>
                  </a:lnTo>
                  <a:lnTo>
                    <a:pt x="745" y="3652"/>
                  </a:lnTo>
                  <a:lnTo>
                    <a:pt x="853" y="3882"/>
                  </a:lnTo>
                  <a:lnTo>
                    <a:pt x="988" y="4098"/>
                  </a:lnTo>
                  <a:lnTo>
                    <a:pt x="1137" y="4301"/>
                  </a:lnTo>
                  <a:lnTo>
                    <a:pt x="1312" y="4476"/>
                  </a:lnTo>
                  <a:lnTo>
                    <a:pt x="1488" y="4652"/>
                  </a:lnTo>
                  <a:lnTo>
                    <a:pt x="1691" y="4801"/>
                  </a:lnTo>
                  <a:lnTo>
                    <a:pt x="1907" y="4936"/>
                  </a:lnTo>
                  <a:lnTo>
                    <a:pt x="2137" y="5044"/>
                  </a:lnTo>
                  <a:lnTo>
                    <a:pt x="2381" y="5139"/>
                  </a:lnTo>
                  <a:lnTo>
                    <a:pt x="2638" y="5193"/>
                  </a:lnTo>
                  <a:lnTo>
                    <a:pt x="2894" y="5234"/>
                  </a:lnTo>
                  <a:lnTo>
                    <a:pt x="3165" y="5247"/>
                  </a:lnTo>
                  <a:lnTo>
                    <a:pt x="3435" y="5234"/>
                  </a:lnTo>
                  <a:lnTo>
                    <a:pt x="3692" y="5193"/>
                  </a:lnTo>
                  <a:lnTo>
                    <a:pt x="3936" y="5139"/>
                  </a:lnTo>
                  <a:lnTo>
                    <a:pt x="4179" y="5044"/>
                  </a:lnTo>
                  <a:lnTo>
                    <a:pt x="4409" y="4936"/>
                  </a:lnTo>
                  <a:lnTo>
                    <a:pt x="4625" y="4801"/>
                  </a:lnTo>
                  <a:lnTo>
                    <a:pt x="4828" y="4652"/>
                  </a:lnTo>
                  <a:lnTo>
                    <a:pt x="5017" y="4476"/>
                  </a:lnTo>
                  <a:lnTo>
                    <a:pt x="5193" y="4301"/>
                  </a:lnTo>
                  <a:lnTo>
                    <a:pt x="5342" y="4098"/>
                  </a:lnTo>
                  <a:lnTo>
                    <a:pt x="5464" y="3882"/>
                  </a:lnTo>
                  <a:lnTo>
                    <a:pt x="5585" y="3652"/>
                  </a:lnTo>
                  <a:lnTo>
                    <a:pt x="5666" y="3408"/>
                  </a:lnTo>
                  <a:lnTo>
                    <a:pt x="5734" y="3151"/>
                  </a:lnTo>
                  <a:lnTo>
                    <a:pt x="5775" y="2894"/>
                  </a:lnTo>
                  <a:lnTo>
                    <a:pt x="5788" y="2624"/>
                  </a:lnTo>
                  <a:lnTo>
                    <a:pt x="5775" y="2354"/>
                  </a:lnTo>
                  <a:lnTo>
                    <a:pt x="5734" y="2097"/>
                  </a:lnTo>
                  <a:lnTo>
                    <a:pt x="5666" y="1853"/>
                  </a:lnTo>
                  <a:lnTo>
                    <a:pt x="5585" y="1610"/>
                  </a:lnTo>
                  <a:lnTo>
                    <a:pt x="5464" y="1380"/>
                  </a:lnTo>
                  <a:lnTo>
                    <a:pt x="5342" y="1164"/>
                  </a:lnTo>
                  <a:lnTo>
                    <a:pt x="5193" y="961"/>
                  </a:lnTo>
                  <a:lnTo>
                    <a:pt x="5017" y="772"/>
                  </a:lnTo>
                  <a:lnTo>
                    <a:pt x="4828" y="609"/>
                  </a:lnTo>
                  <a:lnTo>
                    <a:pt x="4625" y="447"/>
                  </a:lnTo>
                  <a:lnTo>
                    <a:pt x="4409" y="325"/>
                  </a:lnTo>
                  <a:lnTo>
                    <a:pt x="4179" y="217"/>
                  </a:lnTo>
                  <a:lnTo>
                    <a:pt x="3936" y="123"/>
                  </a:lnTo>
                  <a:lnTo>
                    <a:pt x="3692" y="55"/>
                  </a:lnTo>
                  <a:lnTo>
                    <a:pt x="3435" y="14"/>
                  </a:lnTo>
                  <a:lnTo>
                    <a:pt x="3165" y="1"/>
                  </a:lnTo>
                  <a:close/>
                  <a:moveTo>
                    <a:pt x="799" y="6532"/>
                  </a:moveTo>
                  <a:lnTo>
                    <a:pt x="1" y="7613"/>
                  </a:lnTo>
                  <a:lnTo>
                    <a:pt x="1" y="10872"/>
                  </a:lnTo>
                  <a:lnTo>
                    <a:pt x="6329" y="10872"/>
                  </a:lnTo>
                  <a:lnTo>
                    <a:pt x="6329" y="7613"/>
                  </a:lnTo>
                  <a:lnTo>
                    <a:pt x="5531" y="653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" name="Google Shape;1754;p75">
              <a:extLst>
                <a:ext uri="{FF2B5EF4-FFF2-40B4-BE49-F238E27FC236}">
                  <a16:creationId xmlns:a16="http://schemas.microsoft.com/office/drawing/2014/main" id="{62350678-7BAD-0BEF-6CFD-237CEDB7306C}"/>
                </a:ext>
              </a:extLst>
            </p:cNvPr>
            <p:cNvSpPr/>
            <p:nvPr/>
          </p:nvSpPr>
          <p:spPr>
            <a:xfrm>
              <a:off x="6081100" y="3362500"/>
              <a:ext cx="247450" cy="331625"/>
            </a:xfrm>
            <a:custGeom>
              <a:avLst/>
              <a:gdLst/>
              <a:ahLst/>
              <a:cxnLst/>
              <a:rect l="l" t="t" r="r" b="b"/>
              <a:pathLst>
                <a:path w="9898" h="13265" extrusionOk="0">
                  <a:moveTo>
                    <a:pt x="4976" y="0"/>
                  </a:moveTo>
                  <a:lnTo>
                    <a:pt x="4516" y="14"/>
                  </a:lnTo>
                  <a:lnTo>
                    <a:pt x="4057" y="68"/>
                  </a:lnTo>
                  <a:lnTo>
                    <a:pt x="3610" y="149"/>
                  </a:lnTo>
                  <a:lnTo>
                    <a:pt x="3178" y="244"/>
                  </a:lnTo>
                  <a:lnTo>
                    <a:pt x="3272" y="555"/>
                  </a:lnTo>
                  <a:lnTo>
                    <a:pt x="3354" y="879"/>
                  </a:lnTo>
                  <a:lnTo>
                    <a:pt x="3394" y="1204"/>
                  </a:lnTo>
                  <a:lnTo>
                    <a:pt x="3408" y="1542"/>
                  </a:lnTo>
                  <a:lnTo>
                    <a:pt x="3786" y="1447"/>
                  </a:lnTo>
                  <a:lnTo>
                    <a:pt x="4165" y="1366"/>
                  </a:lnTo>
                  <a:lnTo>
                    <a:pt x="4571" y="1326"/>
                  </a:lnTo>
                  <a:lnTo>
                    <a:pt x="4976" y="1312"/>
                  </a:lnTo>
                  <a:lnTo>
                    <a:pt x="5220" y="1312"/>
                  </a:lnTo>
                  <a:lnTo>
                    <a:pt x="5476" y="1339"/>
                  </a:lnTo>
                  <a:lnTo>
                    <a:pt x="5720" y="1366"/>
                  </a:lnTo>
                  <a:lnTo>
                    <a:pt x="5963" y="1407"/>
                  </a:lnTo>
                  <a:lnTo>
                    <a:pt x="6207" y="1461"/>
                  </a:lnTo>
                  <a:lnTo>
                    <a:pt x="6450" y="1515"/>
                  </a:lnTo>
                  <a:lnTo>
                    <a:pt x="6680" y="1596"/>
                  </a:lnTo>
                  <a:lnTo>
                    <a:pt x="6896" y="1677"/>
                  </a:lnTo>
                  <a:lnTo>
                    <a:pt x="7126" y="1772"/>
                  </a:lnTo>
                  <a:lnTo>
                    <a:pt x="7342" y="1866"/>
                  </a:lnTo>
                  <a:lnTo>
                    <a:pt x="7559" y="1988"/>
                  </a:lnTo>
                  <a:lnTo>
                    <a:pt x="7762" y="2110"/>
                  </a:lnTo>
                  <a:lnTo>
                    <a:pt x="7964" y="2231"/>
                  </a:lnTo>
                  <a:lnTo>
                    <a:pt x="8154" y="2367"/>
                  </a:lnTo>
                  <a:lnTo>
                    <a:pt x="8343" y="2515"/>
                  </a:lnTo>
                  <a:lnTo>
                    <a:pt x="8519" y="2678"/>
                  </a:lnTo>
                  <a:lnTo>
                    <a:pt x="8681" y="2583"/>
                  </a:lnTo>
                  <a:lnTo>
                    <a:pt x="8843" y="2502"/>
                  </a:lnTo>
                  <a:lnTo>
                    <a:pt x="9006" y="2434"/>
                  </a:lnTo>
                  <a:lnTo>
                    <a:pt x="9181" y="2367"/>
                  </a:lnTo>
                  <a:lnTo>
                    <a:pt x="9357" y="2313"/>
                  </a:lnTo>
                  <a:lnTo>
                    <a:pt x="9533" y="2272"/>
                  </a:lnTo>
                  <a:lnTo>
                    <a:pt x="9709" y="2231"/>
                  </a:lnTo>
                  <a:lnTo>
                    <a:pt x="9898" y="2204"/>
                  </a:lnTo>
                  <a:lnTo>
                    <a:pt x="9655" y="1948"/>
                  </a:lnTo>
                  <a:lnTo>
                    <a:pt x="9411" y="1718"/>
                  </a:lnTo>
                  <a:lnTo>
                    <a:pt x="9154" y="1501"/>
                  </a:lnTo>
                  <a:lnTo>
                    <a:pt x="8884" y="1285"/>
                  </a:lnTo>
                  <a:lnTo>
                    <a:pt x="8613" y="1096"/>
                  </a:lnTo>
                  <a:lnTo>
                    <a:pt x="8316" y="906"/>
                  </a:lnTo>
                  <a:lnTo>
                    <a:pt x="8019" y="744"/>
                  </a:lnTo>
                  <a:lnTo>
                    <a:pt x="7708" y="595"/>
                  </a:lnTo>
                  <a:lnTo>
                    <a:pt x="7397" y="460"/>
                  </a:lnTo>
                  <a:lnTo>
                    <a:pt x="7072" y="338"/>
                  </a:lnTo>
                  <a:lnTo>
                    <a:pt x="6734" y="244"/>
                  </a:lnTo>
                  <a:lnTo>
                    <a:pt x="6396" y="163"/>
                  </a:lnTo>
                  <a:lnTo>
                    <a:pt x="6044" y="95"/>
                  </a:lnTo>
                  <a:lnTo>
                    <a:pt x="5693" y="41"/>
                  </a:lnTo>
                  <a:lnTo>
                    <a:pt x="5328" y="14"/>
                  </a:lnTo>
                  <a:lnTo>
                    <a:pt x="4976" y="0"/>
                  </a:lnTo>
                  <a:close/>
                  <a:moveTo>
                    <a:pt x="0" y="11020"/>
                  </a:moveTo>
                  <a:lnTo>
                    <a:pt x="244" y="11277"/>
                  </a:lnTo>
                  <a:lnTo>
                    <a:pt x="487" y="11521"/>
                  </a:lnTo>
                  <a:lnTo>
                    <a:pt x="744" y="11737"/>
                  </a:lnTo>
                  <a:lnTo>
                    <a:pt x="1014" y="11953"/>
                  </a:lnTo>
                  <a:lnTo>
                    <a:pt x="1298" y="12156"/>
                  </a:lnTo>
                  <a:lnTo>
                    <a:pt x="1596" y="12345"/>
                  </a:lnTo>
                  <a:lnTo>
                    <a:pt x="1893" y="12508"/>
                  </a:lnTo>
                  <a:lnTo>
                    <a:pt x="2204" y="12656"/>
                  </a:lnTo>
                  <a:lnTo>
                    <a:pt x="2529" y="12805"/>
                  </a:lnTo>
                  <a:lnTo>
                    <a:pt x="2853" y="12927"/>
                  </a:lnTo>
                  <a:lnTo>
                    <a:pt x="3191" y="13022"/>
                  </a:lnTo>
                  <a:lnTo>
                    <a:pt x="3529" y="13116"/>
                  </a:lnTo>
                  <a:lnTo>
                    <a:pt x="3881" y="13184"/>
                  </a:lnTo>
                  <a:lnTo>
                    <a:pt x="4246" y="13224"/>
                  </a:lnTo>
                  <a:lnTo>
                    <a:pt x="4598" y="13251"/>
                  </a:lnTo>
                  <a:lnTo>
                    <a:pt x="4976" y="13265"/>
                  </a:lnTo>
                  <a:lnTo>
                    <a:pt x="5233" y="13265"/>
                  </a:lnTo>
                  <a:lnTo>
                    <a:pt x="5490" y="13251"/>
                  </a:lnTo>
                  <a:lnTo>
                    <a:pt x="5747" y="13224"/>
                  </a:lnTo>
                  <a:lnTo>
                    <a:pt x="5990" y="13184"/>
                  </a:lnTo>
                  <a:lnTo>
                    <a:pt x="5990" y="11859"/>
                  </a:lnTo>
                  <a:lnTo>
                    <a:pt x="5747" y="11899"/>
                  </a:lnTo>
                  <a:lnTo>
                    <a:pt x="5490" y="11940"/>
                  </a:lnTo>
                  <a:lnTo>
                    <a:pt x="5233" y="11953"/>
                  </a:lnTo>
                  <a:lnTo>
                    <a:pt x="4976" y="11953"/>
                  </a:lnTo>
                  <a:lnTo>
                    <a:pt x="4557" y="11940"/>
                  </a:lnTo>
                  <a:lnTo>
                    <a:pt x="4151" y="11899"/>
                  </a:lnTo>
                  <a:lnTo>
                    <a:pt x="3759" y="11818"/>
                  </a:lnTo>
                  <a:lnTo>
                    <a:pt x="3367" y="11710"/>
                  </a:lnTo>
                  <a:lnTo>
                    <a:pt x="3002" y="11575"/>
                  </a:lnTo>
                  <a:lnTo>
                    <a:pt x="2637" y="11426"/>
                  </a:lnTo>
                  <a:lnTo>
                    <a:pt x="2285" y="11237"/>
                  </a:lnTo>
                  <a:lnTo>
                    <a:pt x="1961" y="110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</p:grpSp>
      <p:grpSp>
        <p:nvGrpSpPr>
          <p:cNvPr id="12" name="Google Shape;1755;p75">
            <a:extLst>
              <a:ext uri="{FF2B5EF4-FFF2-40B4-BE49-F238E27FC236}">
                <a16:creationId xmlns:a16="http://schemas.microsoft.com/office/drawing/2014/main" id="{0162BA64-B14D-6B21-C612-721A3701624C}"/>
              </a:ext>
            </a:extLst>
          </p:cNvPr>
          <p:cNvGrpSpPr/>
          <p:nvPr/>
        </p:nvGrpSpPr>
        <p:grpSpPr>
          <a:xfrm>
            <a:off x="1824406" y="3016475"/>
            <a:ext cx="485256" cy="483866"/>
            <a:chOff x="2815450" y="3022175"/>
            <a:chExt cx="349125" cy="348125"/>
          </a:xfrm>
        </p:grpSpPr>
        <p:sp>
          <p:nvSpPr>
            <p:cNvPr id="13" name="Google Shape;1756;p75">
              <a:extLst>
                <a:ext uri="{FF2B5EF4-FFF2-40B4-BE49-F238E27FC236}">
                  <a16:creationId xmlns:a16="http://schemas.microsoft.com/office/drawing/2014/main" id="{0FEA06E1-8EA5-EC7E-B2D2-AA15B1852AE0}"/>
                </a:ext>
              </a:extLst>
            </p:cNvPr>
            <p:cNvSpPr/>
            <p:nvPr/>
          </p:nvSpPr>
          <p:spPr>
            <a:xfrm>
              <a:off x="2815450" y="3022175"/>
              <a:ext cx="349125" cy="348125"/>
            </a:xfrm>
            <a:custGeom>
              <a:avLst/>
              <a:gdLst/>
              <a:ahLst/>
              <a:cxnLst/>
              <a:rect l="l" t="t" r="r" b="b"/>
              <a:pathLst>
                <a:path w="13965" h="13925" extrusionOk="0">
                  <a:moveTo>
                    <a:pt x="5517" y="1"/>
                  </a:moveTo>
                  <a:lnTo>
                    <a:pt x="5527" y="1555"/>
                  </a:lnTo>
                  <a:lnTo>
                    <a:pt x="5183" y="1663"/>
                  </a:lnTo>
                  <a:lnTo>
                    <a:pt x="4859" y="1781"/>
                  </a:lnTo>
                  <a:lnTo>
                    <a:pt x="4534" y="1928"/>
                  </a:lnTo>
                  <a:lnTo>
                    <a:pt x="4219" y="2086"/>
                  </a:lnTo>
                  <a:lnTo>
                    <a:pt x="3128" y="994"/>
                  </a:lnTo>
                  <a:lnTo>
                    <a:pt x="1043" y="3039"/>
                  </a:lnTo>
                  <a:lnTo>
                    <a:pt x="2135" y="4141"/>
                  </a:lnTo>
                  <a:lnTo>
                    <a:pt x="1968" y="4455"/>
                  </a:lnTo>
                  <a:lnTo>
                    <a:pt x="1820" y="4770"/>
                  </a:lnTo>
                  <a:lnTo>
                    <a:pt x="1751" y="4927"/>
                  </a:lnTo>
                  <a:lnTo>
                    <a:pt x="1692" y="5095"/>
                  </a:lnTo>
                  <a:lnTo>
                    <a:pt x="1584" y="5439"/>
                  </a:lnTo>
                  <a:lnTo>
                    <a:pt x="1" y="5429"/>
                  </a:lnTo>
                  <a:lnTo>
                    <a:pt x="1" y="8340"/>
                  </a:lnTo>
                  <a:lnTo>
                    <a:pt x="1564" y="8349"/>
                  </a:lnTo>
                  <a:lnTo>
                    <a:pt x="1672" y="8694"/>
                  </a:lnTo>
                  <a:lnTo>
                    <a:pt x="1790" y="9018"/>
                  </a:lnTo>
                  <a:lnTo>
                    <a:pt x="1938" y="9343"/>
                  </a:lnTo>
                  <a:lnTo>
                    <a:pt x="2105" y="9657"/>
                  </a:lnTo>
                  <a:lnTo>
                    <a:pt x="955" y="10788"/>
                  </a:lnTo>
                  <a:lnTo>
                    <a:pt x="3010" y="12863"/>
                  </a:lnTo>
                  <a:lnTo>
                    <a:pt x="4160" y="11732"/>
                  </a:lnTo>
                  <a:lnTo>
                    <a:pt x="4485" y="11899"/>
                  </a:lnTo>
                  <a:lnTo>
                    <a:pt x="4800" y="12047"/>
                  </a:lnTo>
                  <a:lnTo>
                    <a:pt x="5134" y="12175"/>
                  </a:lnTo>
                  <a:lnTo>
                    <a:pt x="5478" y="12273"/>
                  </a:lnTo>
                  <a:lnTo>
                    <a:pt x="5478" y="13925"/>
                  </a:lnTo>
                  <a:lnTo>
                    <a:pt x="8408" y="13925"/>
                  </a:lnTo>
                  <a:lnTo>
                    <a:pt x="8408" y="12293"/>
                  </a:lnTo>
                  <a:lnTo>
                    <a:pt x="8753" y="12184"/>
                  </a:lnTo>
                  <a:lnTo>
                    <a:pt x="9087" y="12066"/>
                  </a:lnTo>
                  <a:lnTo>
                    <a:pt x="9411" y="11919"/>
                  </a:lnTo>
                  <a:lnTo>
                    <a:pt x="9726" y="11752"/>
                  </a:lnTo>
                  <a:lnTo>
                    <a:pt x="8497" y="10513"/>
                  </a:lnTo>
                  <a:lnTo>
                    <a:pt x="8320" y="10582"/>
                  </a:lnTo>
                  <a:lnTo>
                    <a:pt x="8143" y="10641"/>
                  </a:lnTo>
                  <a:lnTo>
                    <a:pt x="7956" y="10700"/>
                  </a:lnTo>
                  <a:lnTo>
                    <a:pt x="7769" y="10739"/>
                  </a:lnTo>
                  <a:lnTo>
                    <a:pt x="7573" y="10778"/>
                  </a:lnTo>
                  <a:lnTo>
                    <a:pt x="7386" y="10798"/>
                  </a:lnTo>
                  <a:lnTo>
                    <a:pt x="7179" y="10818"/>
                  </a:lnTo>
                  <a:lnTo>
                    <a:pt x="6786" y="10818"/>
                  </a:lnTo>
                  <a:lnTo>
                    <a:pt x="6589" y="10798"/>
                  </a:lnTo>
                  <a:lnTo>
                    <a:pt x="6393" y="10778"/>
                  </a:lnTo>
                  <a:lnTo>
                    <a:pt x="6206" y="10739"/>
                  </a:lnTo>
                  <a:lnTo>
                    <a:pt x="6019" y="10700"/>
                  </a:lnTo>
                  <a:lnTo>
                    <a:pt x="5832" y="10650"/>
                  </a:lnTo>
                  <a:lnTo>
                    <a:pt x="5655" y="10582"/>
                  </a:lnTo>
                  <a:lnTo>
                    <a:pt x="5478" y="10513"/>
                  </a:lnTo>
                  <a:lnTo>
                    <a:pt x="5311" y="10444"/>
                  </a:lnTo>
                  <a:lnTo>
                    <a:pt x="5144" y="10355"/>
                  </a:lnTo>
                  <a:lnTo>
                    <a:pt x="4986" y="10257"/>
                  </a:lnTo>
                  <a:lnTo>
                    <a:pt x="4829" y="10159"/>
                  </a:lnTo>
                  <a:lnTo>
                    <a:pt x="4672" y="10051"/>
                  </a:lnTo>
                  <a:lnTo>
                    <a:pt x="4524" y="9942"/>
                  </a:lnTo>
                  <a:lnTo>
                    <a:pt x="4387" y="9815"/>
                  </a:lnTo>
                  <a:lnTo>
                    <a:pt x="4259" y="9687"/>
                  </a:lnTo>
                  <a:lnTo>
                    <a:pt x="4131" y="9559"/>
                  </a:lnTo>
                  <a:lnTo>
                    <a:pt x="4003" y="9411"/>
                  </a:lnTo>
                  <a:lnTo>
                    <a:pt x="3895" y="9274"/>
                  </a:lnTo>
                  <a:lnTo>
                    <a:pt x="3787" y="9116"/>
                  </a:lnTo>
                  <a:lnTo>
                    <a:pt x="3679" y="8959"/>
                  </a:lnTo>
                  <a:lnTo>
                    <a:pt x="3590" y="8802"/>
                  </a:lnTo>
                  <a:lnTo>
                    <a:pt x="3502" y="8635"/>
                  </a:lnTo>
                  <a:lnTo>
                    <a:pt x="3423" y="8467"/>
                  </a:lnTo>
                  <a:lnTo>
                    <a:pt x="3354" y="8290"/>
                  </a:lnTo>
                  <a:lnTo>
                    <a:pt x="3295" y="8113"/>
                  </a:lnTo>
                  <a:lnTo>
                    <a:pt x="3246" y="7927"/>
                  </a:lnTo>
                  <a:lnTo>
                    <a:pt x="3207" y="7740"/>
                  </a:lnTo>
                  <a:lnTo>
                    <a:pt x="3167" y="7553"/>
                  </a:lnTo>
                  <a:lnTo>
                    <a:pt x="3148" y="7356"/>
                  </a:lnTo>
                  <a:lnTo>
                    <a:pt x="3128" y="7160"/>
                  </a:lnTo>
                  <a:lnTo>
                    <a:pt x="3128" y="6963"/>
                  </a:lnTo>
                  <a:lnTo>
                    <a:pt x="3128" y="6766"/>
                  </a:lnTo>
                  <a:lnTo>
                    <a:pt x="3148" y="6570"/>
                  </a:lnTo>
                  <a:lnTo>
                    <a:pt x="3167" y="6373"/>
                  </a:lnTo>
                  <a:lnTo>
                    <a:pt x="3207" y="6186"/>
                  </a:lnTo>
                  <a:lnTo>
                    <a:pt x="3246" y="5999"/>
                  </a:lnTo>
                  <a:lnTo>
                    <a:pt x="3295" y="5812"/>
                  </a:lnTo>
                  <a:lnTo>
                    <a:pt x="3354" y="5635"/>
                  </a:lnTo>
                  <a:lnTo>
                    <a:pt x="3423" y="5458"/>
                  </a:lnTo>
                  <a:lnTo>
                    <a:pt x="3502" y="5291"/>
                  </a:lnTo>
                  <a:lnTo>
                    <a:pt x="3590" y="5124"/>
                  </a:lnTo>
                  <a:lnTo>
                    <a:pt x="3679" y="4957"/>
                  </a:lnTo>
                  <a:lnTo>
                    <a:pt x="3787" y="4800"/>
                  </a:lnTo>
                  <a:lnTo>
                    <a:pt x="3895" y="4652"/>
                  </a:lnTo>
                  <a:lnTo>
                    <a:pt x="4003" y="4505"/>
                  </a:lnTo>
                  <a:lnTo>
                    <a:pt x="4131" y="4367"/>
                  </a:lnTo>
                  <a:lnTo>
                    <a:pt x="4259" y="4229"/>
                  </a:lnTo>
                  <a:lnTo>
                    <a:pt x="4387" y="4101"/>
                  </a:lnTo>
                  <a:lnTo>
                    <a:pt x="4524" y="3983"/>
                  </a:lnTo>
                  <a:lnTo>
                    <a:pt x="4672" y="3865"/>
                  </a:lnTo>
                  <a:lnTo>
                    <a:pt x="4829" y="3757"/>
                  </a:lnTo>
                  <a:lnTo>
                    <a:pt x="4986" y="3659"/>
                  </a:lnTo>
                  <a:lnTo>
                    <a:pt x="5144" y="3570"/>
                  </a:lnTo>
                  <a:lnTo>
                    <a:pt x="5311" y="3482"/>
                  </a:lnTo>
                  <a:lnTo>
                    <a:pt x="5478" y="3403"/>
                  </a:lnTo>
                  <a:lnTo>
                    <a:pt x="5655" y="3334"/>
                  </a:lnTo>
                  <a:lnTo>
                    <a:pt x="5832" y="3275"/>
                  </a:lnTo>
                  <a:lnTo>
                    <a:pt x="6019" y="3226"/>
                  </a:lnTo>
                  <a:lnTo>
                    <a:pt x="6206" y="3177"/>
                  </a:lnTo>
                  <a:lnTo>
                    <a:pt x="6393" y="3148"/>
                  </a:lnTo>
                  <a:lnTo>
                    <a:pt x="6589" y="3118"/>
                  </a:lnTo>
                  <a:lnTo>
                    <a:pt x="6786" y="3108"/>
                  </a:lnTo>
                  <a:lnTo>
                    <a:pt x="6983" y="3098"/>
                  </a:lnTo>
                  <a:lnTo>
                    <a:pt x="7179" y="3108"/>
                  </a:lnTo>
                  <a:lnTo>
                    <a:pt x="7376" y="3118"/>
                  </a:lnTo>
                  <a:lnTo>
                    <a:pt x="7573" y="3148"/>
                  </a:lnTo>
                  <a:lnTo>
                    <a:pt x="7759" y="3177"/>
                  </a:lnTo>
                  <a:lnTo>
                    <a:pt x="7946" y="3226"/>
                  </a:lnTo>
                  <a:lnTo>
                    <a:pt x="8133" y="3275"/>
                  </a:lnTo>
                  <a:lnTo>
                    <a:pt x="8310" y="3334"/>
                  </a:lnTo>
                  <a:lnTo>
                    <a:pt x="8487" y="3403"/>
                  </a:lnTo>
                  <a:lnTo>
                    <a:pt x="8654" y="3482"/>
                  </a:lnTo>
                  <a:lnTo>
                    <a:pt x="8821" y="3570"/>
                  </a:lnTo>
                  <a:lnTo>
                    <a:pt x="8989" y="3659"/>
                  </a:lnTo>
                  <a:lnTo>
                    <a:pt x="9146" y="3757"/>
                  </a:lnTo>
                  <a:lnTo>
                    <a:pt x="9293" y="3865"/>
                  </a:lnTo>
                  <a:lnTo>
                    <a:pt x="9441" y="3983"/>
                  </a:lnTo>
                  <a:lnTo>
                    <a:pt x="9579" y="4101"/>
                  </a:lnTo>
                  <a:lnTo>
                    <a:pt x="9716" y="4229"/>
                  </a:lnTo>
                  <a:lnTo>
                    <a:pt x="9844" y="4367"/>
                  </a:lnTo>
                  <a:lnTo>
                    <a:pt x="9962" y="4505"/>
                  </a:lnTo>
                  <a:lnTo>
                    <a:pt x="10080" y="4652"/>
                  </a:lnTo>
                  <a:lnTo>
                    <a:pt x="10188" y="4800"/>
                  </a:lnTo>
                  <a:lnTo>
                    <a:pt x="10287" y="4957"/>
                  </a:lnTo>
                  <a:lnTo>
                    <a:pt x="10375" y="5124"/>
                  </a:lnTo>
                  <a:lnTo>
                    <a:pt x="10464" y="5291"/>
                  </a:lnTo>
                  <a:lnTo>
                    <a:pt x="10542" y="5458"/>
                  </a:lnTo>
                  <a:lnTo>
                    <a:pt x="10611" y="5635"/>
                  </a:lnTo>
                  <a:lnTo>
                    <a:pt x="10670" y="5812"/>
                  </a:lnTo>
                  <a:lnTo>
                    <a:pt x="10719" y="5999"/>
                  </a:lnTo>
                  <a:lnTo>
                    <a:pt x="10768" y="6186"/>
                  </a:lnTo>
                  <a:lnTo>
                    <a:pt x="10798" y="6373"/>
                  </a:lnTo>
                  <a:lnTo>
                    <a:pt x="10827" y="6570"/>
                  </a:lnTo>
                  <a:lnTo>
                    <a:pt x="10837" y="6766"/>
                  </a:lnTo>
                  <a:lnTo>
                    <a:pt x="10847" y="6963"/>
                  </a:lnTo>
                  <a:lnTo>
                    <a:pt x="10837" y="7160"/>
                  </a:lnTo>
                  <a:lnTo>
                    <a:pt x="10827" y="7346"/>
                  </a:lnTo>
                  <a:lnTo>
                    <a:pt x="10798" y="7533"/>
                  </a:lnTo>
                  <a:lnTo>
                    <a:pt x="10768" y="7720"/>
                  </a:lnTo>
                  <a:lnTo>
                    <a:pt x="10729" y="7907"/>
                  </a:lnTo>
                  <a:lnTo>
                    <a:pt x="10680" y="8084"/>
                  </a:lnTo>
                  <a:lnTo>
                    <a:pt x="10621" y="8261"/>
                  </a:lnTo>
                  <a:lnTo>
                    <a:pt x="10552" y="8438"/>
                  </a:lnTo>
                  <a:lnTo>
                    <a:pt x="11811" y="9697"/>
                  </a:lnTo>
                  <a:lnTo>
                    <a:pt x="11968" y="9392"/>
                  </a:lnTo>
                  <a:lnTo>
                    <a:pt x="12116" y="9077"/>
                  </a:lnTo>
                  <a:lnTo>
                    <a:pt x="12243" y="8743"/>
                  </a:lnTo>
                  <a:lnTo>
                    <a:pt x="12352" y="8408"/>
                  </a:lnTo>
                  <a:lnTo>
                    <a:pt x="13964" y="8418"/>
                  </a:lnTo>
                  <a:lnTo>
                    <a:pt x="13964" y="5498"/>
                  </a:lnTo>
                  <a:lnTo>
                    <a:pt x="12371" y="5498"/>
                  </a:lnTo>
                  <a:lnTo>
                    <a:pt x="12263" y="5154"/>
                  </a:lnTo>
                  <a:lnTo>
                    <a:pt x="12145" y="4829"/>
                  </a:lnTo>
                  <a:lnTo>
                    <a:pt x="11998" y="4505"/>
                  </a:lnTo>
                  <a:lnTo>
                    <a:pt x="11830" y="4190"/>
                  </a:lnTo>
                  <a:lnTo>
                    <a:pt x="12961" y="3079"/>
                  </a:lnTo>
                  <a:lnTo>
                    <a:pt x="10896" y="1004"/>
                  </a:lnTo>
                  <a:lnTo>
                    <a:pt x="9765" y="2115"/>
                  </a:lnTo>
                  <a:lnTo>
                    <a:pt x="9451" y="1948"/>
                  </a:lnTo>
                  <a:lnTo>
                    <a:pt x="9136" y="1800"/>
                  </a:lnTo>
                  <a:lnTo>
                    <a:pt x="8802" y="1682"/>
                  </a:lnTo>
                  <a:lnTo>
                    <a:pt x="8458" y="1574"/>
                  </a:lnTo>
                  <a:lnTo>
                    <a:pt x="8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4" name="Google Shape;1757;p75">
              <a:extLst>
                <a:ext uri="{FF2B5EF4-FFF2-40B4-BE49-F238E27FC236}">
                  <a16:creationId xmlns:a16="http://schemas.microsoft.com/office/drawing/2014/main" id="{844F4D22-7F35-CAE4-95EA-EB292A7654DC}"/>
                </a:ext>
              </a:extLst>
            </p:cNvPr>
            <p:cNvSpPr/>
            <p:nvPr/>
          </p:nvSpPr>
          <p:spPr>
            <a:xfrm>
              <a:off x="2953625" y="3159125"/>
              <a:ext cx="203575" cy="203575"/>
            </a:xfrm>
            <a:custGeom>
              <a:avLst/>
              <a:gdLst/>
              <a:ahLst/>
              <a:cxnLst/>
              <a:rect l="l" t="t" r="r" b="b"/>
              <a:pathLst>
                <a:path w="8143" h="8143" extrusionOk="0">
                  <a:moveTo>
                    <a:pt x="1701" y="0"/>
                  </a:moveTo>
                  <a:lnTo>
                    <a:pt x="1524" y="10"/>
                  </a:lnTo>
                  <a:lnTo>
                    <a:pt x="1357" y="30"/>
                  </a:lnTo>
                  <a:lnTo>
                    <a:pt x="1190" y="69"/>
                  </a:lnTo>
                  <a:lnTo>
                    <a:pt x="1043" y="128"/>
                  </a:lnTo>
                  <a:lnTo>
                    <a:pt x="2203" y="1298"/>
                  </a:lnTo>
                  <a:lnTo>
                    <a:pt x="1279" y="2222"/>
                  </a:lnTo>
                  <a:lnTo>
                    <a:pt x="128" y="1072"/>
                  </a:lnTo>
                  <a:lnTo>
                    <a:pt x="69" y="1219"/>
                  </a:lnTo>
                  <a:lnTo>
                    <a:pt x="40" y="1367"/>
                  </a:lnTo>
                  <a:lnTo>
                    <a:pt x="10" y="1524"/>
                  </a:lnTo>
                  <a:lnTo>
                    <a:pt x="0" y="1691"/>
                  </a:lnTo>
                  <a:lnTo>
                    <a:pt x="10" y="1859"/>
                  </a:lnTo>
                  <a:lnTo>
                    <a:pt x="40" y="2036"/>
                  </a:lnTo>
                  <a:lnTo>
                    <a:pt x="79" y="2193"/>
                  </a:lnTo>
                  <a:lnTo>
                    <a:pt x="138" y="2350"/>
                  </a:lnTo>
                  <a:lnTo>
                    <a:pt x="207" y="2498"/>
                  </a:lnTo>
                  <a:lnTo>
                    <a:pt x="295" y="2635"/>
                  </a:lnTo>
                  <a:lnTo>
                    <a:pt x="394" y="2763"/>
                  </a:lnTo>
                  <a:lnTo>
                    <a:pt x="502" y="2891"/>
                  </a:lnTo>
                  <a:lnTo>
                    <a:pt x="620" y="2999"/>
                  </a:lnTo>
                  <a:lnTo>
                    <a:pt x="748" y="3098"/>
                  </a:lnTo>
                  <a:lnTo>
                    <a:pt x="895" y="3176"/>
                  </a:lnTo>
                  <a:lnTo>
                    <a:pt x="1043" y="3255"/>
                  </a:lnTo>
                  <a:lnTo>
                    <a:pt x="1190" y="3304"/>
                  </a:lnTo>
                  <a:lnTo>
                    <a:pt x="1357" y="3353"/>
                  </a:lnTo>
                  <a:lnTo>
                    <a:pt x="1524" y="3373"/>
                  </a:lnTo>
                  <a:lnTo>
                    <a:pt x="1701" y="3383"/>
                  </a:lnTo>
                  <a:lnTo>
                    <a:pt x="1859" y="3373"/>
                  </a:lnTo>
                  <a:lnTo>
                    <a:pt x="2016" y="3353"/>
                  </a:lnTo>
                  <a:lnTo>
                    <a:pt x="2164" y="3314"/>
                  </a:lnTo>
                  <a:lnTo>
                    <a:pt x="2311" y="3275"/>
                  </a:lnTo>
                  <a:lnTo>
                    <a:pt x="4868" y="5831"/>
                  </a:lnTo>
                  <a:lnTo>
                    <a:pt x="4828" y="5979"/>
                  </a:lnTo>
                  <a:lnTo>
                    <a:pt x="4789" y="6126"/>
                  </a:lnTo>
                  <a:lnTo>
                    <a:pt x="4769" y="6284"/>
                  </a:lnTo>
                  <a:lnTo>
                    <a:pt x="4760" y="6441"/>
                  </a:lnTo>
                  <a:lnTo>
                    <a:pt x="4769" y="6618"/>
                  </a:lnTo>
                  <a:lnTo>
                    <a:pt x="4789" y="6785"/>
                  </a:lnTo>
                  <a:lnTo>
                    <a:pt x="4838" y="6952"/>
                  </a:lnTo>
                  <a:lnTo>
                    <a:pt x="4887" y="7100"/>
                  </a:lnTo>
                  <a:lnTo>
                    <a:pt x="4966" y="7247"/>
                  </a:lnTo>
                  <a:lnTo>
                    <a:pt x="5045" y="7395"/>
                  </a:lnTo>
                  <a:lnTo>
                    <a:pt x="5143" y="7523"/>
                  </a:lnTo>
                  <a:lnTo>
                    <a:pt x="5251" y="7641"/>
                  </a:lnTo>
                  <a:lnTo>
                    <a:pt x="5379" y="7749"/>
                  </a:lnTo>
                  <a:lnTo>
                    <a:pt x="5507" y="7847"/>
                  </a:lnTo>
                  <a:lnTo>
                    <a:pt x="5645" y="7936"/>
                  </a:lnTo>
                  <a:lnTo>
                    <a:pt x="5792" y="8004"/>
                  </a:lnTo>
                  <a:lnTo>
                    <a:pt x="5949" y="8063"/>
                  </a:lnTo>
                  <a:lnTo>
                    <a:pt x="6107" y="8103"/>
                  </a:lnTo>
                  <a:lnTo>
                    <a:pt x="6274" y="8132"/>
                  </a:lnTo>
                  <a:lnTo>
                    <a:pt x="6451" y="8142"/>
                  </a:lnTo>
                  <a:lnTo>
                    <a:pt x="6628" y="8132"/>
                  </a:lnTo>
                  <a:lnTo>
                    <a:pt x="6795" y="8103"/>
                  </a:lnTo>
                  <a:lnTo>
                    <a:pt x="6952" y="8063"/>
                  </a:lnTo>
                  <a:lnTo>
                    <a:pt x="7110" y="8004"/>
                  </a:lnTo>
                  <a:lnTo>
                    <a:pt x="5949" y="6844"/>
                  </a:lnTo>
                  <a:lnTo>
                    <a:pt x="6874" y="5920"/>
                  </a:lnTo>
                  <a:lnTo>
                    <a:pt x="8024" y="7070"/>
                  </a:lnTo>
                  <a:lnTo>
                    <a:pt x="8073" y="6923"/>
                  </a:lnTo>
                  <a:lnTo>
                    <a:pt x="8113" y="6765"/>
                  </a:lnTo>
                  <a:lnTo>
                    <a:pt x="8132" y="6608"/>
                  </a:lnTo>
                  <a:lnTo>
                    <a:pt x="8142" y="6441"/>
                  </a:lnTo>
                  <a:lnTo>
                    <a:pt x="8132" y="6274"/>
                  </a:lnTo>
                  <a:lnTo>
                    <a:pt x="8113" y="6107"/>
                  </a:lnTo>
                  <a:lnTo>
                    <a:pt x="8073" y="5939"/>
                  </a:lnTo>
                  <a:lnTo>
                    <a:pt x="8014" y="5782"/>
                  </a:lnTo>
                  <a:lnTo>
                    <a:pt x="7936" y="5635"/>
                  </a:lnTo>
                  <a:lnTo>
                    <a:pt x="7857" y="5497"/>
                  </a:lnTo>
                  <a:lnTo>
                    <a:pt x="7759" y="5369"/>
                  </a:lnTo>
                  <a:lnTo>
                    <a:pt x="7651" y="5251"/>
                  </a:lnTo>
                  <a:lnTo>
                    <a:pt x="7533" y="5133"/>
                  </a:lnTo>
                  <a:lnTo>
                    <a:pt x="7395" y="5045"/>
                  </a:lnTo>
                  <a:lnTo>
                    <a:pt x="7257" y="4956"/>
                  </a:lnTo>
                  <a:lnTo>
                    <a:pt x="7110" y="4887"/>
                  </a:lnTo>
                  <a:lnTo>
                    <a:pt x="6952" y="4828"/>
                  </a:lnTo>
                  <a:lnTo>
                    <a:pt x="6795" y="4789"/>
                  </a:lnTo>
                  <a:lnTo>
                    <a:pt x="6628" y="4759"/>
                  </a:lnTo>
                  <a:lnTo>
                    <a:pt x="6451" y="4750"/>
                  </a:lnTo>
                  <a:lnTo>
                    <a:pt x="6294" y="4759"/>
                  </a:lnTo>
                  <a:lnTo>
                    <a:pt x="6136" y="4779"/>
                  </a:lnTo>
                  <a:lnTo>
                    <a:pt x="5979" y="4818"/>
                  </a:lnTo>
                  <a:lnTo>
                    <a:pt x="5831" y="4868"/>
                  </a:lnTo>
                  <a:lnTo>
                    <a:pt x="3275" y="2311"/>
                  </a:lnTo>
                  <a:lnTo>
                    <a:pt x="3324" y="2163"/>
                  </a:lnTo>
                  <a:lnTo>
                    <a:pt x="3363" y="2006"/>
                  </a:lnTo>
                  <a:lnTo>
                    <a:pt x="3383" y="1849"/>
                  </a:lnTo>
                  <a:lnTo>
                    <a:pt x="3393" y="1691"/>
                  </a:lnTo>
                  <a:lnTo>
                    <a:pt x="3383" y="1514"/>
                  </a:lnTo>
                  <a:lnTo>
                    <a:pt x="3353" y="1347"/>
                  </a:lnTo>
                  <a:lnTo>
                    <a:pt x="3314" y="1190"/>
                  </a:lnTo>
                  <a:lnTo>
                    <a:pt x="3255" y="1033"/>
                  </a:lnTo>
                  <a:lnTo>
                    <a:pt x="3186" y="885"/>
                  </a:lnTo>
                  <a:lnTo>
                    <a:pt x="3098" y="747"/>
                  </a:lnTo>
                  <a:lnTo>
                    <a:pt x="3009" y="610"/>
                  </a:lnTo>
                  <a:lnTo>
                    <a:pt x="2891" y="492"/>
                  </a:lnTo>
                  <a:lnTo>
                    <a:pt x="2773" y="384"/>
                  </a:lnTo>
                  <a:lnTo>
                    <a:pt x="2645" y="285"/>
                  </a:lnTo>
                  <a:lnTo>
                    <a:pt x="2508" y="197"/>
                  </a:lnTo>
                  <a:lnTo>
                    <a:pt x="2360" y="128"/>
                  </a:lnTo>
                  <a:lnTo>
                    <a:pt x="2203" y="69"/>
                  </a:lnTo>
                  <a:lnTo>
                    <a:pt x="2036" y="30"/>
                  </a:lnTo>
                  <a:lnTo>
                    <a:pt x="1869" y="10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</p:grpSp>
      <p:sp>
        <p:nvSpPr>
          <p:cNvPr id="19" name="Google Shape;1767;p75">
            <a:extLst>
              <a:ext uri="{FF2B5EF4-FFF2-40B4-BE49-F238E27FC236}">
                <a16:creationId xmlns:a16="http://schemas.microsoft.com/office/drawing/2014/main" id="{165DD167-3A2A-FEC1-FC9A-74E5F4103335}"/>
              </a:ext>
            </a:extLst>
          </p:cNvPr>
          <p:cNvSpPr txBox="1">
            <a:spLocks/>
          </p:cNvSpPr>
          <p:nvPr/>
        </p:nvSpPr>
        <p:spPr>
          <a:xfrm>
            <a:off x="1676400" y="762000"/>
            <a:ext cx="4117920" cy="90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920"/>
              </a:spcAft>
            </a:pPr>
            <a:r>
              <a:rPr lang="en-IN" sz="4000" dirty="0">
                <a:latin typeface="IBM Plex Sans"/>
                <a:cs typeface="IBM Plex Sans"/>
              </a:rPr>
              <a:t>Content</a:t>
            </a:r>
          </a:p>
        </p:txBody>
      </p:sp>
      <p:sp>
        <p:nvSpPr>
          <p:cNvPr id="20" name="Google Shape;1768;p75">
            <a:extLst>
              <a:ext uri="{FF2B5EF4-FFF2-40B4-BE49-F238E27FC236}">
                <a16:creationId xmlns:a16="http://schemas.microsoft.com/office/drawing/2014/main" id="{FDA55EAD-125E-8824-0A1F-DFE3C45E642A}"/>
              </a:ext>
            </a:extLst>
          </p:cNvPr>
          <p:cNvSpPr txBox="1"/>
          <p:nvPr/>
        </p:nvSpPr>
        <p:spPr>
          <a:xfrm>
            <a:off x="2701269" y="1963238"/>
            <a:ext cx="571716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About CAMUNDA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1770;p75">
            <a:extLst>
              <a:ext uri="{FF2B5EF4-FFF2-40B4-BE49-F238E27FC236}">
                <a16:creationId xmlns:a16="http://schemas.microsoft.com/office/drawing/2014/main" id="{CFED3B54-7024-F3E0-7B2B-B1D431D34D78}"/>
              </a:ext>
            </a:extLst>
          </p:cNvPr>
          <p:cNvSpPr txBox="1"/>
          <p:nvPr/>
        </p:nvSpPr>
        <p:spPr>
          <a:xfrm>
            <a:off x="2701269" y="2889015"/>
            <a:ext cx="432144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Solution Diagram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1771;p75">
            <a:extLst>
              <a:ext uri="{FF2B5EF4-FFF2-40B4-BE49-F238E27FC236}">
                <a16:creationId xmlns:a16="http://schemas.microsoft.com/office/drawing/2014/main" id="{49D81003-121D-D3EB-D054-3F20B5006966}"/>
              </a:ext>
            </a:extLst>
          </p:cNvPr>
          <p:cNvSpPr txBox="1"/>
          <p:nvPr/>
        </p:nvSpPr>
        <p:spPr>
          <a:xfrm>
            <a:off x="2701269" y="3879832"/>
            <a:ext cx="432144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CaseStudy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1772;p75">
            <a:extLst>
              <a:ext uri="{FF2B5EF4-FFF2-40B4-BE49-F238E27FC236}">
                <a16:creationId xmlns:a16="http://schemas.microsoft.com/office/drawing/2014/main" id="{83F6D123-D741-68CA-0D88-1F30A7D71B8D}"/>
              </a:ext>
            </a:extLst>
          </p:cNvPr>
          <p:cNvSpPr txBox="1"/>
          <p:nvPr/>
        </p:nvSpPr>
        <p:spPr>
          <a:xfrm>
            <a:off x="2701269" y="4789931"/>
            <a:ext cx="432144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Demonstration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" name="Google Shape;1772;p75">
            <a:extLst>
              <a:ext uri="{FF2B5EF4-FFF2-40B4-BE49-F238E27FC236}">
                <a16:creationId xmlns:a16="http://schemas.microsoft.com/office/drawing/2014/main" id="{3FF0D157-7205-3BE5-98AD-CDFA14BAF0C0}"/>
              </a:ext>
            </a:extLst>
          </p:cNvPr>
          <p:cNvSpPr txBox="1"/>
          <p:nvPr/>
        </p:nvSpPr>
        <p:spPr>
          <a:xfrm>
            <a:off x="2701269" y="6763087"/>
            <a:ext cx="432144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Q&amp;A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6" name="Google Shape;1001;p52">
            <a:extLst>
              <a:ext uri="{FF2B5EF4-FFF2-40B4-BE49-F238E27FC236}">
                <a16:creationId xmlns:a16="http://schemas.microsoft.com/office/drawing/2014/main" id="{23A29605-9EF1-EEC4-A10B-BDF6B227A4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917" y="1971348"/>
            <a:ext cx="934566" cy="64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Picture 1183" descr="Icon&#10;&#10;Description automatically generated">
            <a:extLst>
              <a:ext uri="{FF2B5EF4-FFF2-40B4-BE49-F238E27FC236}">
                <a16:creationId xmlns:a16="http://schemas.microsoft.com/office/drawing/2014/main" id="{AB1D4877-E437-91B6-9080-00F996534E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75" y="4927164"/>
            <a:ext cx="568865" cy="568865"/>
          </a:xfrm>
          <a:prstGeom prst="rect">
            <a:avLst/>
          </a:prstGeom>
        </p:spPr>
      </p:pic>
      <p:grpSp>
        <p:nvGrpSpPr>
          <p:cNvPr id="1185" name="Google Shape;1737;p75">
            <a:extLst>
              <a:ext uri="{FF2B5EF4-FFF2-40B4-BE49-F238E27FC236}">
                <a16:creationId xmlns:a16="http://schemas.microsoft.com/office/drawing/2014/main" id="{F3B3BF7D-0563-6445-7790-690BB5B4F9E3}"/>
              </a:ext>
            </a:extLst>
          </p:cNvPr>
          <p:cNvGrpSpPr/>
          <p:nvPr/>
        </p:nvGrpSpPr>
        <p:grpSpPr>
          <a:xfrm>
            <a:off x="1887416" y="6873232"/>
            <a:ext cx="398379" cy="418370"/>
            <a:chOff x="3536500" y="3799025"/>
            <a:chExt cx="303125" cy="318375"/>
          </a:xfrm>
          <a:solidFill>
            <a:schemeClr val="bg1"/>
          </a:solidFill>
        </p:grpSpPr>
        <p:sp>
          <p:nvSpPr>
            <p:cNvPr id="1186" name="Google Shape;1738;p75">
              <a:extLst>
                <a:ext uri="{FF2B5EF4-FFF2-40B4-BE49-F238E27FC236}">
                  <a16:creationId xmlns:a16="http://schemas.microsoft.com/office/drawing/2014/main" id="{E9D08542-872E-8F1E-3CCE-5BD893111F21}"/>
                </a:ext>
              </a:extLst>
            </p:cNvPr>
            <p:cNvSpPr/>
            <p:nvPr/>
          </p:nvSpPr>
          <p:spPr>
            <a:xfrm>
              <a:off x="3536500" y="3999375"/>
              <a:ext cx="136450" cy="118025"/>
            </a:xfrm>
            <a:custGeom>
              <a:avLst/>
              <a:gdLst/>
              <a:ahLst/>
              <a:cxnLst/>
              <a:rect l="l" t="t" r="r" b="b"/>
              <a:pathLst>
                <a:path w="5458" h="4721" extrusionOk="0">
                  <a:moveTo>
                    <a:pt x="3550" y="954"/>
                  </a:moveTo>
                  <a:lnTo>
                    <a:pt x="4366" y="2370"/>
                  </a:lnTo>
                  <a:lnTo>
                    <a:pt x="3550" y="3777"/>
                  </a:lnTo>
                  <a:lnTo>
                    <a:pt x="1918" y="3777"/>
                  </a:lnTo>
                  <a:lnTo>
                    <a:pt x="1102" y="2361"/>
                  </a:lnTo>
                  <a:lnTo>
                    <a:pt x="1918" y="954"/>
                  </a:lnTo>
                  <a:close/>
                  <a:moveTo>
                    <a:pt x="1367" y="1"/>
                  </a:moveTo>
                  <a:lnTo>
                    <a:pt x="1092" y="473"/>
                  </a:lnTo>
                  <a:lnTo>
                    <a:pt x="1102" y="482"/>
                  </a:lnTo>
                  <a:lnTo>
                    <a:pt x="689" y="1181"/>
                  </a:lnTo>
                  <a:lnTo>
                    <a:pt x="285" y="1889"/>
                  </a:lnTo>
                  <a:lnTo>
                    <a:pt x="276" y="1889"/>
                  </a:lnTo>
                  <a:lnTo>
                    <a:pt x="0" y="2361"/>
                  </a:lnTo>
                  <a:lnTo>
                    <a:pt x="276" y="2842"/>
                  </a:lnTo>
                  <a:lnTo>
                    <a:pt x="285" y="2842"/>
                  </a:lnTo>
                  <a:lnTo>
                    <a:pt x="689" y="3550"/>
                  </a:lnTo>
                  <a:lnTo>
                    <a:pt x="1102" y="4249"/>
                  </a:lnTo>
                  <a:lnTo>
                    <a:pt x="1102" y="4258"/>
                  </a:lnTo>
                  <a:lnTo>
                    <a:pt x="1367" y="4721"/>
                  </a:lnTo>
                  <a:lnTo>
                    <a:pt x="4091" y="4721"/>
                  </a:lnTo>
                  <a:lnTo>
                    <a:pt x="5183" y="2842"/>
                  </a:lnTo>
                  <a:lnTo>
                    <a:pt x="5458" y="2361"/>
                  </a:lnTo>
                  <a:lnTo>
                    <a:pt x="5183" y="1889"/>
                  </a:lnTo>
                  <a:lnTo>
                    <a:pt x="4779" y="1181"/>
                  </a:lnTo>
                  <a:lnTo>
                    <a:pt x="4366" y="482"/>
                  </a:lnTo>
                  <a:lnTo>
                    <a:pt x="4366" y="473"/>
                  </a:lnTo>
                  <a:lnTo>
                    <a:pt x="41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87" name="Google Shape;1739;p75">
              <a:extLst>
                <a:ext uri="{FF2B5EF4-FFF2-40B4-BE49-F238E27FC236}">
                  <a16:creationId xmlns:a16="http://schemas.microsoft.com/office/drawing/2014/main" id="{63A2D4C0-3A67-7C2A-66ED-68D01370C976}"/>
                </a:ext>
              </a:extLst>
            </p:cNvPr>
            <p:cNvSpPr/>
            <p:nvPr/>
          </p:nvSpPr>
          <p:spPr>
            <a:xfrm>
              <a:off x="3536500" y="3799025"/>
              <a:ext cx="136450" cy="118025"/>
            </a:xfrm>
            <a:custGeom>
              <a:avLst/>
              <a:gdLst/>
              <a:ahLst/>
              <a:cxnLst/>
              <a:rect l="l" t="t" r="r" b="b"/>
              <a:pathLst>
                <a:path w="5458" h="4721" extrusionOk="0">
                  <a:moveTo>
                    <a:pt x="1367" y="0"/>
                  </a:moveTo>
                  <a:lnTo>
                    <a:pt x="1092" y="472"/>
                  </a:lnTo>
                  <a:lnTo>
                    <a:pt x="1102" y="482"/>
                  </a:lnTo>
                  <a:lnTo>
                    <a:pt x="689" y="1180"/>
                  </a:lnTo>
                  <a:lnTo>
                    <a:pt x="285" y="1888"/>
                  </a:lnTo>
                  <a:lnTo>
                    <a:pt x="276" y="1888"/>
                  </a:lnTo>
                  <a:lnTo>
                    <a:pt x="0" y="2360"/>
                  </a:lnTo>
                  <a:lnTo>
                    <a:pt x="276" y="2842"/>
                  </a:lnTo>
                  <a:lnTo>
                    <a:pt x="285" y="2842"/>
                  </a:lnTo>
                  <a:lnTo>
                    <a:pt x="689" y="3540"/>
                  </a:lnTo>
                  <a:lnTo>
                    <a:pt x="1102" y="4248"/>
                  </a:lnTo>
                  <a:lnTo>
                    <a:pt x="1102" y="4258"/>
                  </a:lnTo>
                  <a:lnTo>
                    <a:pt x="1367" y="4720"/>
                  </a:lnTo>
                  <a:lnTo>
                    <a:pt x="4091" y="4720"/>
                  </a:lnTo>
                  <a:lnTo>
                    <a:pt x="5183" y="2842"/>
                  </a:lnTo>
                  <a:lnTo>
                    <a:pt x="5458" y="2360"/>
                  </a:lnTo>
                  <a:lnTo>
                    <a:pt x="5183" y="1888"/>
                  </a:lnTo>
                  <a:lnTo>
                    <a:pt x="4779" y="1180"/>
                  </a:lnTo>
                  <a:lnTo>
                    <a:pt x="4366" y="472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88" name="Google Shape;1740;p75">
              <a:extLst>
                <a:ext uri="{FF2B5EF4-FFF2-40B4-BE49-F238E27FC236}">
                  <a16:creationId xmlns:a16="http://schemas.microsoft.com/office/drawing/2014/main" id="{98B2812C-E9C4-AD58-A676-EE8B8BC69211}"/>
                </a:ext>
              </a:extLst>
            </p:cNvPr>
            <p:cNvSpPr/>
            <p:nvPr/>
          </p:nvSpPr>
          <p:spPr>
            <a:xfrm>
              <a:off x="3703175" y="3893425"/>
              <a:ext cx="136450" cy="118025"/>
            </a:xfrm>
            <a:custGeom>
              <a:avLst/>
              <a:gdLst/>
              <a:ahLst/>
              <a:cxnLst/>
              <a:rect l="l" t="t" r="r" b="b"/>
              <a:pathLst>
                <a:path w="5458" h="4721" extrusionOk="0">
                  <a:moveTo>
                    <a:pt x="3550" y="954"/>
                  </a:moveTo>
                  <a:lnTo>
                    <a:pt x="4366" y="2370"/>
                  </a:lnTo>
                  <a:lnTo>
                    <a:pt x="3550" y="3776"/>
                  </a:lnTo>
                  <a:lnTo>
                    <a:pt x="1918" y="3776"/>
                  </a:lnTo>
                  <a:lnTo>
                    <a:pt x="1102" y="2360"/>
                  </a:lnTo>
                  <a:lnTo>
                    <a:pt x="1918" y="954"/>
                  </a:lnTo>
                  <a:close/>
                  <a:moveTo>
                    <a:pt x="1367" y="0"/>
                  </a:moveTo>
                  <a:lnTo>
                    <a:pt x="1092" y="472"/>
                  </a:lnTo>
                  <a:lnTo>
                    <a:pt x="1102" y="482"/>
                  </a:lnTo>
                  <a:lnTo>
                    <a:pt x="689" y="1190"/>
                  </a:lnTo>
                  <a:lnTo>
                    <a:pt x="286" y="1888"/>
                  </a:lnTo>
                  <a:lnTo>
                    <a:pt x="276" y="1888"/>
                  </a:lnTo>
                  <a:lnTo>
                    <a:pt x="0" y="2360"/>
                  </a:lnTo>
                  <a:lnTo>
                    <a:pt x="276" y="2842"/>
                  </a:lnTo>
                  <a:lnTo>
                    <a:pt x="286" y="2842"/>
                  </a:lnTo>
                  <a:lnTo>
                    <a:pt x="689" y="3550"/>
                  </a:lnTo>
                  <a:lnTo>
                    <a:pt x="1102" y="4248"/>
                  </a:lnTo>
                  <a:lnTo>
                    <a:pt x="1092" y="4258"/>
                  </a:lnTo>
                  <a:lnTo>
                    <a:pt x="1367" y="4720"/>
                  </a:lnTo>
                  <a:lnTo>
                    <a:pt x="4091" y="4720"/>
                  </a:lnTo>
                  <a:lnTo>
                    <a:pt x="5183" y="2842"/>
                  </a:lnTo>
                  <a:lnTo>
                    <a:pt x="5458" y="2360"/>
                  </a:lnTo>
                  <a:lnTo>
                    <a:pt x="5183" y="1888"/>
                  </a:lnTo>
                  <a:lnTo>
                    <a:pt x="4779" y="1180"/>
                  </a:lnTo>
                  <a:lnTo>
                    <a:pt x="4366" y="482"/>
                  </a:lnTo>
                  <a:lnTo>
                    <a:pt x="4366" y="472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</p:grpSp>
      <p:sp>
        <p:nvSpPr>
          <p:cNvPr id="1189" name="Google Shape;1745;p75">
            <a:extLst>
              <a:ext uri="{FF2B5EF4-FFF2-40B4-BE49-F238E27FC236}">
                <a16:creationId xmlns:a16="http://schemas.microsoft.com/office/drawing/2014/main" id="{20B38768-15A1-A8AD-FFCD-4219B148DE64}"/>
              </a:ext>
            </a:extLst>
          </p:cNvPr>
          <p:cNvSpPr/>
          <p:nvPr/>
        </p:nvSpPr>
        <p:spPr>
          <a:xfrm>
            <a:off x="1676400" y="5748167"/>
            <a:ext cx="801600" cy="801600"/>
          </a:xfrm>
          <a:prstGeom prst="roundRect">
            <a:avLst>
              <a:gd name="adj" fmla="val 16667"/>
            </a:avLst>
          </a:prstGeom>
          <a:solidFill>
            <a:srgbClr val="F6D33C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sp>
        <p:nvSpPr>
          <p:cNvPr id="1190" name="Google Shape;1758;p75">
            <a:extLst>
              <a:ext uri="{FF2B5EF4-FFF2-40B4-BE49-F238E27FC236}">
                <a16:creationId xmlns:a16="http://schemas.microsoft.com/office/drawing/2014/main" id="{969DD594-A694-053B-A97F-D363595178AA}"/>
              </a:ext>
            </a:extLst>
          </p:cNvPr>
          <p:cNvSpPr/>
          <p:nvPr/>
        </p:nvSpPr>
        <p:spPr>
          <a:xfrm>
            <a:off x="2000672" y="5989201"/>
            <a:ext cx="132725" cy="319542"/>
          </a:xfrm>
          <a:custGeom>
            <a:avLst/>
            <a:gdLst/>
            <a:ahLst/>
            <a:cxnLst/>
            <a:rect l="l" t="t" r="r" b="b"/>
            <a:pathLst>
              <a:path w="5902" h="14212" extrusionOk="0">
                <a:moveTo>
                  <a:pt x="2135" y="0"/>
                </a:moveTo>
                <a:lnTo>
                  <a:pt x="2135" y="930"/>
                </a:lnTo>
                <a:lnTo>
                  <a:pt x="1884" y="1002"/>
                </a:lnTo>
                <a:lnTo>
                  <a:pt x="1646" y="1085"/>
                </a:lnTo>
                <a:lnTo>
                  <a:pt x="1431" y="1193"/>
                </a:lnTo>
                <a:lnTo>
                  <a:pt x="1228" y="1312"/>
                </a:lnTo>
                <a:lnTo>
                  <a:pt x="1038" y="1443"/>
                </a:lnTo>
                <a:lnTo>
                  <a:pt x="871" y="1598"/>
                </a:lnTo>
                <a:lnTo>
                  <a:pt x="716" y="1765"/>
                </a:lnTo>
                <a:lnTo>
                  <a:pt x="573" y="1956"/>
                </a:lnTo>
                <a:lnTo>
                  <a:pt x="454" y="2158"/>
                </a:lnTo>
                <a:lnTo>
                  <a:pt x="346" y="2373"/>
                </a:lnTo>
                <a:lnTo>
                  <a:pt x="251" y="2611"/>
                </a:lnTo>
                <a:lnTo>
                  <a:pt x="179" y="2862"/>
                </a:lnTo>
                <a:lnTo>
                  <a:pt x="120" y="3124"/>
                </a:lnTo>
                <a:lnTo>
                  <a:pt x="84" y="3398"/>
                </a:lnTo>
                <a:lnTo>
                  <a:pt x="60" y="3696"/>
                </a:lnTo>
                <a:lnTo>
                  <a:pt x="48" y="4006"/>
                </a:lnTo>
                <a:lnTo>
                  <a:pt x="60" y="4328"/>
                </a:lnTo>
                <a:lnTo>
                  <a:pt x="96" y="4638"/>
                </a:lnTo>
                <a:lnTo>
                  <a:pt x="144" y="4936"/>
                </a:lnTo>
                <a:lnTo>
                  <a:pt x="215" y="5210"/>
                </a:lnTo>
                <a:lnTo>
                  <a:pt x="299" y="5461"/>
                </a:lnTo>
                <a:lnTo>
                  <a:pt x="406" y="5699"/>
                </a:lnTo>
                <a:lnTo>
                  <a:pt x="525" y="5926"/>
                </a:lnTo>
                <a:lnTo>
                  <a:pt x="656" y="6152"/>
                </a:lnTo>
                <a:lnTo>
                  <a:pt x="799" y="6355"/>
                </a:lnTo>
                <a:lnTo>
                  <a:pt x="942" y="6546"/>
                </a:lnTo>
                <a:lnTo>
                  <a:pt x="1109" y="6724"/>
                </a:lnTo>
                <a:lnTo>
                  <a:pt x="1276" y="6903"/>
                </a:lnTo>
                <a:lnTo>
                  <a:pt x="1443" y="7070"/>
                </a:lnTo>
                <a:lnTo>
                  <a:pt x="1622" y="7237"/>
                </a:lnTo>
                <a:lnTo>
                  <a:pt x="1980" y="7547"/>
                </a:lnTo>
                <a:lnTo>
                  <a:pt x="2337" y="7833"/>
                </a:lnTo>
                <a:lnTo>
                  <a:pt x="2695" y="8131"/>
                </a:lnTo>
                <a:lnTo>
                  <a:pt x="2862" y="8286"/>
                </a:lnTo>
                <a:lnTo>
                  <a:pt x="3017" y="8429"/>
                </a:lnTo>
                <a:lnTo>
                  <a:pt x="3172" y="8584"/>
                </a:lnTo>
                <a:lnTo>
                  <a:pt x="3315" y="8751"/>
                </a:lnTo>
                <a:lnTo>
                  <a:pt x="3446" y="8918"/>
                </a:lnTo>
                <a:lnTo>
                  <a:pt x="3553" y="9085"/>
                </a:lnTo>
                <a:lnTo>
                  <a:pt x="3661" y="9264"/>
                </a:lnTo>
                <a:lnTo>
                  <a:pt x="3744" y="9455"/>
                </a:lnTo>
                <a:lnTo>
                  <a:pt x="3816" y="9657"/>
                </a:lnTo>
                <a:lnTo>
                  <a:pt x="3875" y="9860"/>
                </a:lnTo>
                <a:lnTo>
                  <a:pt x="3899" y="10086"/>
                </a:lnTo>
                <a:lnTo>
                  <a:pt x="3911" y="10325"/>
                </a:lnTo>
                <a:lnTo>
                  <a:pt x="3911" y="10480"/>
                </a:lnTo>
                <a:lnTo>
                  <a:pt x="3899" y="10635"/>
                </a:lnTo>
                <a:lnTo>
                  <a:pt x="3875" y="10766"/>
                </a:lnTo>
                <a:lnTo>
                  <a:pt x="3839" y="10897"/>
                </a:lnTo>
                <a:lnTo>
                  <a:pt x="3804" y="11004"/>
                </a:lnTo>
                <a:lnTo>
                  <a:pt x="3756" y="11100"/>
                </a:lnTo>
                <a:lnTo>
                  <a:pt x="3708" y="11195"/>
                </a:lnTo>
                <a:lnTo>
                  <a:pt x="3637" y="11267"/>
                </a:lnTo>
                <a:lnTo>
                  <a:pt x="3577" y="11338"/>
                </a:lnTo>
                <a:lnTo>
                  <a:pt x="3494" y="11398"/>
                </a:lnTo>
                <a:lnTo>
                  <a:pt x="3410" y="11446"/>
                </a:lnTo>
                <a:lnTo>
                  <a:pt x="3315" y="11481"/>
                </a:lnTo>
                <a:lnTo>
                  <a:pt x="3219" y="11505"/>
                </a:lnTo>
                <a:lnTo>
                  <a:pt x="3124" y="11529"/>
                </a:lnTo>
                <a:lnTo>
                  <a:pt x="3005" y="11541"/>
                </a:lnTo>
                <a:lnTo>
                  <a:pt x="2778" y="11541"/>
                </a:lnTo>
                <a:lnTo>
                  <a:pt x="2671" y="11529"/>
                </a:lnTo>
                <a:lnTo>
                  <a:pt x="2564" y="11505"/>
                </a:lnTo>
                <a:lnTo>
                  <a:pt x="2468" y="11481"/>
                </a:lnTo>
                <a:lnTo>
                  <a:pt x="2373" y="11446"/>
                </a:lnTo>
                <a:lnTo>
                  <a:pt x="2290" y="11398"/>
                </a:lnTo>
                <a:lnTo>
                  <a:pt x="2218" y="11338"/>
                </a:lnTo>
                <a:lnTo>
                  <a:pt x="2146" y="11267"/>
                </a:lnTo>
                <a:lnTo>
                  <a:pt x="2087" y="11195"/>
                </a:lnTo>
                <a:lnTo>
                  <a:pt x="2027" y="11100"/>
                </a:lnTo>
                <a:lnTo>
                  <a:pt x="1980" y="11004"/>
                </a:lnTo>
                <a:lnTo>
                  <a:pt x="1944" y="10897"/>
                </a:lnTo>
                <a:lnTo>
                  <a:pt x="1908" y="10766"/>
                </a:lnTo>
                <a:lnTo>
                  <a:pt x="1884" y="10635"/>
                </a:lnTo>
                <a:lnTo>
                  <a:pt x="1872" y="10480"/>
                </a:lnTo>
                <a:lnTo>
                  <a:pt x="1872" y="10325"/>
                </a:lnTo>
                <a:lnTo>
                  <a:pt x="1872" y="9335"/>
                </a:lnTo>
                <a:lnTo>
                  <a:pt x="0" y="9335"/>
                </a:lnTo>
                <a:lnTo>
                  <a:pt x="0" y="10194"/>
                </a:lnTo>
                <a:lnTo>
                  <a:pt x="12" y="10516"/>
                </a:lnTo>
                <a:lnTo>
                  <a:pt x="36" y="10814"/>
                </a:lnTo>
                <a:lnTo>
                  <a:pt x="72" y="11088"/>
                </a:lnTo>
                <a:lnTo>
                  <a:pt x="132" y="11362"/>
                </a:lnTo>
                <a:lnTo>
                  <a:pt x="215" y="11612"/>
                </a:lnTo>
                <a:lnTo>
                  <a:pt x="299" y="11851"/>
                </a:lnTo>
                <a:lnTo>
                  <a:pt x="418" y="12077"/>
                </a:lnTo>
                <a:lnTo>
                  <a:pt x="537" y="12280"/>
                </a:lnTo>
                <a:lnTo>
                  <a:pt x="680" y="12471"/>
                </a:lnTo>
                <a:lnTo>
                  <a:pt x="835" y="12638"/>
                </a:lnTo>
                <a:lnTo>
                  <a:pt x="1014" y="12793"/>
                </a:lnTo>
                <a:lnTo>
                  <a:pt x="1205" y="12924"/>
                </a:lnTo>
                <a:lnTo>
                  <a:pt x="1419" y="13043"/>
                </a:lnTo>
                <a:lnTo>
                  <a:pt x="1646" y="13150"/>
                </a:lnTo>
                <a:lnTo>
                  <a:pt x="1884" y="13234"/>
                </a:lnTo>
                <a:lnTo>
                  <a:pt x="2146" y="13293"/>
                </a:lnTo>
                <a:lnTo>
                  <a:pt x="2146" y="14211"/>
                </a:lnTo>
                <a:lnTo>
                  <a:pt x="3756" y="14211"/>
                </a:lnTo>
                <a:lnTo>
                  <a:pt x="3756" y="13293"/>
                </a:lnTo>
                <a:lnTo>
                  <a:pt x="4018" y="13222"/>
                </a:lnTo>
                <a:lnTo>
                  <a:pt x="4257" y="13150"/>
                </a:lnTo>
                <a:lnTo>
                  <a:pt x="4471" y="13043"/>
                </a:lnTo>
                <a:lnTo>
                  <a:pt x="4686" y="12924"/>
                </a:lnTo>
                <a:lnTo>
                  <a:pt x="4877" y="12793"/>
                </a:lnTo>
                <a:lnTo>
                  <a:pt x="5055" y="12638"/>
                </a:lnTo>
                <a:lnTo>
                  <a:pt x="5210" y="12459"/>
                </a:lnTo>
                <a:lnTo>
                  <a:pt x="5354" y="12280"/>
                </a:lnTo>
                <a:lnTo>
                  <a:pt x="5485" y="12065"/>
                </a:lnTo>
                <a:lnTo>
                  <a:pt x="5592" y="11851"/>
                </a:lnTo>
                <a:lnTo>
                  <a:pt x="5687" y="11612"/>
                </a:lnTo>
                <a:lnTo>
                  <a:pt x="5759" y="11362"/>
                </a:lnTo>
                <a:lnTo>
                  <a:pt x="5818" y="11088"/>
                </a:lnTo>
                <a:lnTo>
                  <a:pt x="5866" y="10814"/>
                </a:lnTo>
                <a:lnTo>
                  <a:pt x="5890" y="10516"/>
                </a:lnTo>
                <a:lnTo>
                  <a:pt x="5902" y="10194"/>
                </a:lnTo>
                <a:lnTo>
                  <a:pt x="5890" y="9872"/>
                </a:lnTo>
                <a:lnTo>
                  <a:pt x="5854" y="9562"/>
                </a:lnTo>
                <a:lnTo>
                  <a:pt x="5807" y="9276"/>
                </a:lnTo>
                <a:lnTo>
                  <a:pt x="5735" y="9001"/>
                </a:lnTo>
                <a:lnTo>
                  <a:pt x="5652" y="8739"/>
                </a:lnTo>
                <a:lnTo>
                  <a:pt x="5544" y="8501"/>
                </a:lnTo>
                <a:lnTo>
                  <a:pt x="5425" y="8274"/>
                </a:lnTo>
                <a:lnTo>
                  <a:pt x="5294" y="8060"/>
                </a:lnTo>
                <a:lnTo>
                  <a:pt x="5151" y="7857"/>
                </a:lnTo>
                <a:lnTo>
                  <a:pt x="5008" y="7666"/>
                </a:lnTo>
                <a:lnTo>
                  <a:pt x="4841" y="7475"/>
                </a:lnTo>
                <a:lnTo>
                  <a:pt x="4674" y="7297"/>
                </a:lnTo>
                <a:lnTo>
                  <a:pt x="4507" y="7130"/>
                </a:lnTo>
                <a:lnTo>
                  <a:pt x="4328" y="6975"/>
                </a:lnTo>
                <a:lnTo>
                  <a:pt x="3971" y="6665"/>
                </a:lnTo>
                <a:lnTo>
                  <a:pt x="3601" y="6367"/>
                </a:lnTo>
                <a:lnTo>
                  <a:pt x="3255" y="6069"/>
                </a:lnTo>
                <a:lnTo>
                  <a:pt x="3088" y="5926"/>
                </a:lnTo>
                <a:lnTo>
                  <a:pt x="2933" y="5771"/>
                </a:lnTo>
                <a:lnTo>
                  <a:pt x="2778" y="5616"/>
                </a:lnTo>
                <a:lnTo>
                  <a:pt x="2635" y="5461"/>
                </a:lnTo>
                <a:lnTo>
                  <a:pt x="2504" y="5294"/>
                </a:lnTo>
                <a:lnTo>
                  <a:pt x="2385" y="5115"/>
                </a:lnTo>
                <a:lnTo>
                  <a:pt x="2290" y="4936"/>
                </a:lnTo>
                <a:lnTo>
                  <a:pt x="2194" y="4745"/>
                </a:lnTo>
                <a:lnTo>
                  <a:pt x="2123" y="4555"/>
                </a:lnTo>
                <a:lnTo>
                  <a:pt x="2075" y="4340"/>
                </a:lnTo>
                <a:lnTo>
                  <a:pt x="2039" y="4113"/>
                </a:lnTo>
                <a:lnTo>
                  <a:pt x="2027" y="3887"/>
                </a:lnTo>
                <a:lnTo>
                  <a:pt x="2039" y="3720"/>
                </a:lnTo>
                <a:lnTo>
                  <a:pt x="2051" y="3577"/>
                </a:lnTo>
                <a:lnTo>
                  <a:pt x="2075" y="3434"/>
                </a:lnTo>
                <a:lnTo>
                  <a:pt x="2099" y="3315"/>
                </a:lnTo>
                <a:lnTo>
                  <a:pt x="2135" y="3195"/>
                </a:lnTo>
                <a:lnTo>
                  <a:pt x="2182" y="3100"/>
                </a:lnTo>
                <a:lnTo>
                  <a:pt x="2230" y="3005"/>
                </a:lnTo>
                <a:lnTo>
                  <a:pt x="2290" y="2921"/>
                </a:lnTo>
                <a:lnTo>
                  <a:pt x="2361" y="2862"/>
                </a:lnTo>
                <a:lnTo>
                  <a:pt x="2433" y="2802"/>
                </a:lnTo>
                <a:lnTo>
                  <a:pt x="2516" y="2754"/>
                </a:lnTo>
                <a:lnTo>
                  <a:pt x="2600" y="2707"/>
                </a:lnTo>
                <a:lnTo>
                  <a:pt x="2695" y="2683"/>
                </a:lnTo>
                <a:lnTo>
                  <a:pt x="2802" y="2659"/>
                </a:lnTo>
                <a:lnTo>
                  <a:pt x="2909" y="2647"/>
                </a:lnTo>
                <a:lnTo>
                  <a:pt x="3136" y="2647"/>
                </a:lnTo>
                <a:lnTo>
                  <a:pt x="3243" y="2659"/>
                </a:lnTo>
                <a:lnTo>
                  <a:pt x="3339" y="2683"/>
                </a:lnTo>
                <a:lnTo>
                  <a:pt x="3434" y="2707"/>
                </a:lnTo>
                <a:lnTo>
                  <a:pt x="3529" y="2754"/>
                </a:lnTo>
                <a:lnTo>
                  <a:pt x="3613" y="2802"/>
                </a:lnTo>
                <a:lnTo>
                  <a:pt x="3684" y="2862"/>
                </a:lnTo>
                <a:lnTo>
                  <a:pt x="3744" y="2921"/>
                </a:lnTo>
                <a:lnTo>
                  <a:pt x="3804" y="3005"/>
                </a:lnTo>
                <a:lnTo>
                  <a:pt x="3863" y="3100"/>
                </a:lnTo>
                <a:lnTo>
                  <a:pt x="3899" y="3195"/>
                </a:lnTo>
                <a:lnTo>
                  <a:pt x="3947" y="3315"/>
                </a:lnTo>
                <a:lnTo>
                  <a:pt x="3971" y="3434"/>
                </a:lnTo>
                <a:lnTo>
                  <a:pt x="3994" y="3565"/>
                </a:lnTo>
                <a:lnTo>
                  <a:pt x="4006" y="3720"/>
                </a:lnTo>
                <a:lnTo>
                  <a:pt x="4006" y="3887"/>
                </a:lnTo>
                <a:lnTo>
                  <a:pt x="4006" y="4412"/>
                </a:lnTo>
                <a:lnTo>
                  <a:pt x="5878" y="4412"/>
                </a:lnTo>
                <a:lnTo>
                  <a:pt x="5878" y="4006"/>
                </a:lnTo>
                <a:lnTo>
                  <a:pt x="5866" y="3696"/>
                </a:lnTo>
                <a:lnTo>
                  <a:pt x="5842" y="3398"/>
                </a:lnTo>
                <a:lnTo>
                  <a:pt x="5795" y="3124"/>
                </a:lnTo>
                <a:lnTo>
                  <a:pt x="5747" y="2850"/>
                </a:lnTo>
                <a:lnTo>
                  <a:pt x="5664" y="2599"/>
                </a:lnTo>
                <a:lnTo>
                  <a:pt x="5580" y="2361"/>
                </a:lnTo>
                <a:lnTo>
                  <a:pt x="5461" y="2146"/>
                </a:lnTo>
                <a:lnTo>
                  <a:pt x="5342" y="1944"/>
                </a:lnTo>
                <a:lnTo>
                  <a:pt x="5199" y="1753"/>
                </a:lnTo>
                <a:lnTo>
                  <a:pt x="5044" y="1586"/>
                </a:lnTo>
                <a:lnTo>
                  <a:pt x="4865" y="1431"/>
                </a:lnTo>
                <a:lnTo>
                  <a:pt x="4674" y="1300"/>
                </a:lnTo>
                <a:lnTo>
                  <a:pt x="4471" y="1181"/>
                </a:lnTo>
                <a:lnTo>
                  <a:pt x="4245" y="1085"/>
                </a:lnTo>
                <a:lnTo>
                  <a:pt x="4006" y="1002"/>
                </a:lnTo>
                <a:lnTo>
                  <a:pt x="3756" y="930"/>
                </a:lnTo>
                <a:lnTo>
                  <a:pt x="375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2880"/>
          </a:p>
        </p:txBody>
      </p:sp>
      <p:sp>
        <p:nvSpPr>
          <p:cNvPr id="1191" name="Google Shape;1772;p75">
            <a:extLst>
              <a:ext uri="{FF2B5EF4-FFF2-40B4-BE49-F238E27FC236}">
                <a16:creationId xmlns:a16="http://schemas.microsoft.com/office/drawing/2014/main" id="{12BE68F4-17D4-8376-B736-B8B038B02D33}"/>
              </a:ext>
            </a:extLst>
          </p:cNvPr>
          <p:cNvSpPr txBox="1"/>
          <p:nvPr/>
        </p:nvSpPr>
        <p:spPr>
          <a:xfrm>
            <a:off x="2741040" y="5809327"/>
            <a:ext cx="8993760" cy="73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spAutoFit/>
          </a:bodyPr>
          <a:lstStyle/>
          <a:p>
            <a:r>
              <a:rPr lang="en" sz="2880" dirty="0">
                <a:latin typeface="IBM Plex Sans"/>
                <a:ea typeface="IBM Plex Sans"/>
                <a:cs typeface="IBM Plex Sans"/>
                <a:sym typeface="IBM Plex Sans"/>
              </a:rPr>
              <a:t>Camunda Open Source Vs Enterprise Editions</a:t>
            </a:r>
            <a:endParaRPr sz="288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92" name="Picture 1191" descr="CAT Logo and symbol, meaning, history, PNG, brand">
            <a:extLst>
              <a:ext uri="{FF2B5EF4-FFF2-40B4-BE49-F238E27FC236}">
                <a16:creationId xmlns:a16="http://schemas.microsoft.com/office/drawing/2014/main" id="{57748CD6-D50C-6908-16D5-6A10B50C8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233B73-3589-E554-0E64-449415E0B811}"/>
              </a:ext>
            </a:extLst>
          </p:cNvPr>
          <p:cNvGrpSpPr/>
          <p:nvPr/>
        </p:nvGrpSpPr>
        <p:grpSpPr>
          <a:xfrm>
            <a:off x="159612" y="1368480"/>
            <a:ext cx="4551105" cy="6861120"/>
            <a:chOff x="159612" y="1368480"/>
            <a:chExt cx="4551105" cy="6861120"/>
          </a:xfrm>
        </p:grpSpPr>
        <p:sp>
          <p:nvSpPr>
            <p:cNvPr id="1160" name="Google Shape;1160;p61"/>
            <p:cNvSpPr/>
            <p:nvPr/>
          </p:nvSpPr>
          <p:spPr>
            <a:xfrm>
              <a:off x="731517" y="1368480"/>
              <a:ext cx="3979200" cy="6861120"/>
            </a:xfrm>
            <a:prstGeom prst="round2SameRect">
              <a:avLst>
                <a:gd name="adj1" fmla="val 13416"/>
                <a:gd name="adj2" fmla="val 0"/>
              </a:avLst>
            </a:prstGeom>
            <a:solidFill>
              <a:srgbClr val="F6D33C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62" name="Google Shape;1162;p61"/>
            <p:cNvSpPr/>
            <p:nvPr/>
          </p:nvSpPr>
          <p:spPr>
            <a:xfrm>
              <a:off x="731517" y="2494699"/>
              <a:ext cx="3979200" cy="420163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grpSp>
          <p:nvGrpSpPr>
            <p:cNvPr id="1164" name="Google Shape;1164;p61"/>
            <p:cNvGrpSpPr/>
            <p:nvPr/>
          </p:nvGrpSpPr>
          <p:grpSpPr>
            <a:xfrm>
              <a:off x="159612" y="6849560"/>
              <a:ext cx="1312253" cy="1193651"/>
              <a:chOff x="255275" y="3833074"/>
              <a:chExt cx="1104112" cy="1034659"/>
            </a:xfrm>
          </p:grpSpPr>
          <p:sp>
            <p:nvSpPr>
              <p:cNvPr id="1165" name="Google Shape;1165;p61"/>
              <p:cNvSpPr/>
              <p:nvPr/>
            </p:nvSpPr>
            <p:spPr>
              <a:xfrm>
                <a:off x="255275" y="3953950"/>
                <a:ext cx="916436" cy="913783"/>
              </a:xfrm>
              <a:custGeom>
                <a:avLst/>
                <a:gdLst/>
                <a:ahLst/>
                <a:cxnLst/>
                <a:rect l="l" t="t" r="r" b="b"/>
                <a:pathLst>
                  <a:path w="15068" h="15025" extrusionOk="0">
                    <a:moveTo>
                      <a:pt x="7746" y="3353"/>
                    </a:moveTo>
                    <a:lnTo>
                      <a:pt x="7958" y="3374"/>
                    </a:lnTo>
                    <a:lnTo>
                      <a:pt x="8171" y="3395"/>
                    </a:lnTo>
                    <a:lnTo>
                      <a:pt x="8372" y="3438"/>
                    </a:lnTo>
                    <a:lnTo>
                      <a:pt x="8574" y="3480"/>
                    </a:lnTo>
                    <a:lnTo>
                      <a:pt x="8775" y="3544"/>
                    </a:lnTo>
                    <a:lnTo>
                      <a:pt x="8966" y="3608"/>
                    </a:lnTo>
                    <a:lnTo>
                      <a:pt x="9157" y="3682"/>
                    </a:lnTo>
                    <a:lnTo>
                      <a:pt x="9338" y="3767"/>
                    </a:lnTo>
                    <a:lnTo>
                      <a:pt x="9518" y="3852"/>
                    </a:lnTo>
                    <a:lnTo>
                      <a:pt x="9688" y="3958"/>
                    </a:lnTo>
                    <a:lnTo>
                      <a:pt x="9858" y="4064"/>
                    </a:lnTo>
                    <a:lnTo>
                      <a:pt x="10027" y="4181"/>
                    </a:lnTo>
                    <a:lnTo>
                      <a:pt x="10187" y="4308"/>
                    </a:lnTo>
                    <a:lnTo>
                      <a:pt x="10335" y="4435"/>
                    </a:lnTo>
                    <a:lnTo>
                      <a:pt x="10473" y="4573"/>
                    </a:lnTo>
                    <a:lnTo>
                      <a:pt x="10611" y="4711"/>
                    </a:lnTo>
                    <a:lnTo>
                      <a:pt x="10749" y="4870"/>
                    </a:lnTo>
                    <a:lnTo>
                      <a:pt x="10866" y="5030"/>
                    </a:lnTo>
                    <a:lnTo>
                      <a:pt x="10982" y="5189"/>
                    </a:lnTo>
                    <a:lnTo>
                      <a:pt x="11099" y="5358"/>
                    </a:lnTo>
                    <a:lnTo>
                      <a:pt x="11195" y="5528"/>
                    </a:lnTo>
                    <a:lnTo>
                      <a:pt x="11290" y="5709"/>
                    </a:lnTo>
                    <a:lnTo>
                      <a:pt x="11375" y="5900"/>
                    </a:lnTo>
                    <a:lnTo>
                      <a:pt x="11449" y="6080"/>
                    </a:lnTo>
                    <a:lnTo>
                      <a:pt x="11513" y="6282"/>
                    </a:lnTo>
                    <a:lnTo>
                      <a:pt x="11566" y="6473"/>
                    </a:lnTo>
                    <a:lnTo>
                      <a:pt x="11608" y="6674"/>
                    </a:lnTo>
                    <a:lnTo>
                      <a:pt x="11651" y="6886"/>
                    </a:lnTo>
                    <a:lnTo>
                      <a:pt x="11672" y="7088"/>
                    </a:lnTo>
                    <a:lnTo>
                      <a:pt x="11693" y="7300"/>
                    </a:lnTo>
                    <a:lnTo>
                      <a:pt x="11693" y="7512"/>
                    </a:lnTo>
                    <a:lnTo>
                      <a:pt x="11693" y="7735"/>
                    </a:lnTo>
                    <a:lnTo>
                      <a:pt x="11672" y="7937"/>
                    </a:lnTo>
                    <a:lnTo>
                      <a:pt x="11651" y="8149"/>
                    </a:lnTo>
                    <a:lnTo>
                      <a:pt x="11608" y="8351"/>
                    </a:lnTo>
                    <a:lnTo>
                      <a:pt x="11566" y="8552"/>
                    </a:lnTo>
                    <a:lnTo>
                      <a:pt x="11513" y="8754"/>
                    </a:lnTo>
                    <a:lnTo>
                      <a:pt x="11449" y="8945"/>
                    </a:lnTo>
                    <a:lnTo>
                      <a:pt x="11375" y="9136"/>
                    </a:lnTo>
                    <a:lnTo>
                      <a:pt x="11290" y="9316"/>
                    </a:lnTo>
                    <a:lnTo>
                      <a:pt x="11195" y="9497"/>
                    </a:lnTo>
                    <a:lnTo>
                      <a:pt x="11099" y="9677"/>
                    </a:lnTo>
                    <a:lnTo>
                      <a:pt x="10982" y="9847"/>
                    </a:lnTo>
                    <a:lnTo>
                      <a:pt x="10866" y="10006"/>
                    </a:lnTo>
                    <a:lnTo>
                      <a:pt x="10749" y="10165"/>
                    </a:lnTo>
                    <a:lnTo>
                      <a:pt x="10611" y="10314"/>
                    </a:lnTo>
                    <a:lnTo>
                      <a:pt x="10473" y="10462"/>
                    </a:lnTo>
                    <a:lnTo>
                      <a:pt x="10335" y="10600"/>
                    </a:lnTo>
                    <a:lnTo>
                      <a:pt x="10187" y="10728"/>
                    </a:lnTo>
                    <a:lnTo>
                      <a:pt x="10027" y="10855"/>
                    </a:lnTo>
                    <a:lnTo>
                      <a:pt x="9858" y="10972"/>
                    </a:lnTo>
                    <a:lnTo>
                      <a:pt x="9688" y="11078"/>
                    </a:lnTo>
                    <a:lnTo>
                      <a:pt x="9518" y="11173"/>
                    </a:lnTo>
                    <a:lnTo>
                      <a:pt x="9338" y="11269"/>
                    </a:lnTo>
                    <a:lnTo>
                      <a:pt x="9157" y="11354"/>
                    </a:lnTo>
                    <a:lnTo>
                      <a:pt x="8966" y="11428"/>
                    </a:lnTo>
                    <a:lnTo>
                      <a:pt x="8775" y="11491"/>
                    </a:lnTo>
                    <a:lnTo>
                      <a:pt x="8574" y="11545"/>
                    </a:lnTo>
                    <a:lnTo>
                      <a:pt x="8372" y="11598"/>
                    </a:lnTo>
                    <a:lnTo>
                      <a:pt x="8171" y="11629"/>
                    </a:lnTo>
                    <a:lnTo>
                      <a:pt x="7958" y="11661"/>
                    </a:lnTo>
                    <a:lnTo>
                      <a:pt x="7746" y="11672"/>
                    </a:lnTo>
                    <a:lnTo>
                      <a:pt x="7534" y="11682"/>
                    </a:lnTo>
                    <a:lnTo>
                      <a:pt x="7322" y="11672"/>
                    </a:lnTo>
                    <a:lnTo>
                      <a:pt x="7109" y="11661"/>
                    </a:lnTo>
                    <a:lnTo>
                      <a:pt x="6897" y="11629"/>
                    </a:lnTo>
                    <a:lnTo>
                      <a:pt x="6696" y="11598"/>
                    </a:lnTo>
                    <a:lnTo>
                      <a:pt x="6494" y="11545"/>
                    </a:lnTo>
                    <a:lnTo>
                      <a:pt x="6292" y="11491"/>
                    </a:lnTo>
                    <a:lnTo>
                      <a:pt x="6101" y="11428"/>
                    </a:lnTo>
                    <a:lnTo>
                      <a:pt x="5910" y="11354"/>
                    </a:lnTo>
                    <a:lnTo>
                      <a:pt x="5730" y="11269"/>
                    </a:lnTo>
                    <a:lnTo>
                      <a:pt x="5550" y="11173"/>
                    </a:lnTo>
                    <a:lnTo>
                      <a:pt x="5380" y="11078"/>
                    </a:lnTo>
                    <a:lnTo>
                      <a:pt x="5210" y="10972"/>
                    </a:lnTo>
                    <a:lnTo>
                      <a:pt x="5040" y="10855"/>
                    </a:lnTo>
                    <a:lnTo>
                      <a:pt x="4881" y="10728"/>
                    </a:lnTo>
                    <a:lnTo>
                      <a:pt x="4733" y="10600"/>
                    </a:lnTo>
                    <a:lnTo>
                      <a:pt x="4595" y="10462"/>
                    </a:lnTo>
                    <a:lnTo>
                      <a:pt x="4457" y="10314"/>
                    </a:lnTo>
                    <a:lnTo>
                      <a:pt x="4319" y="10165"/>
                    </a:lnTo>
                    <a:lnTo>
                      <a:pt x="4202" y="10006"/>
                    </a:lnTo>
                    <a:lnTo>
                      <a:pt x="4085" y="9847"/>
                    </a:lnTo>
                    <a:lnTo>
                      <a:pt x="3969" y="9677"/>
                    </a:lnTo>
                    <a:lnTo>
                      <a:pt x="3873" y="9497"/>
                    </a:lnTo>
                    <a:lnTo>
                      <a:pt x="3778" y="9316"/>
                    </a:lnTo>
                    <a:lnTo>
                      <a:pt x="3693" y="9136"/>
                    </a:lnTo>
                    <a:lnTo>
                      <a:pt x="3619" y="8945"/>
                    </a:lnTo>
                    <a:lnTo>
                      <a:pt x="3555" y="8754"/>
                    </a:lnTo>
                    <a:lnTo>
                      <a:pt x="3502" y="8552"/>
                    </a:lnTo>
                    <a:lnTo>
                      <a:pt x="3459" y="8351"/>
                    </a:lnTo>
                    <a:lnTo>
                      <a:pt x="3417" y="8149"/>
                    </a:lnTo>
                    <a:lnTo>
                      <a:pt x="3396" y="7937"/>
                    </a:lnTo>
                    <a:lnTo>
                      <a:pt x="3374" y="7735"/>
                    </a:lnTo>
                    <a:lnTo>
                      <a:pt x="3374" y="7512"/>
                    </a:lnTo>
                    <a:lnTo>
                      <a:pt x="3374" y="7300"/>
                    </a:lnTo>
                    <a:lnTo>
                      <a:pt x="3396" y="7088"/>
                    </a:lnTo>
                    <a:lnTo>
                      <a:pt x="3417" y="6886"/>
                    </a:lnTo>
                    <a:lnTo>
                      <a:pt x="3459" y="6674"/>
                    </a:lnTo>
                    <a:lnTo>
                      <a:pt x="3502" y="6473"/>
                    </a:lnTo>
                    <a:lnTo>
                      <a:pt x="3555" y="6282"/>
                    </a:lnTo>
                    <a:lnTo>
                      <a:pt x="3619" y="6080"/>
                    </a:lnTo>
                    <a:lnTo>
                      <a:pt x="3693" y="5900"/>
                    </a:lnTo>
                    <a:lnTo>
                      <a:pt x="3778" y="5709"/>
                    </a:lnTo>
                    <a:lnTo>
                      <a:pt x="3873" y="5528"/>
                    </a:lnTo>
                    <a:lnTo>
                      <a:pt x="3969" y="5358"/>
                    </a:lnTo>
                    <a:lnTo>
                      <a:pt x="4085" y="5189"/>
                    </a:lnTo>
                    <a:lnTo>
                      <a:pt x="4202" y="5030"/>
                    </a:lnTo>
                    <a:lnTo>
                      <a:pt x="4319" y="4870"/>
                    </a:lnTo>
                    <a:lnTo>
                      <a:pt x="4457" y="4711"/>
                    </a:lnTo>
                    <a:lnTo>
                      <a:pt x="4595" y="4573"/>
                    </a:lnTo>
                    <a:lnTo>
                      <a:pt x="4733" y="4435"/>
                    </a:lnTo>
                    <a:lnTo>
                      <a:pt x="4881" y="4308"/>
                    </a:lnTo>
                    <a:lnTo>
                      <a:pt x="5040" y="4181"/>
                    </a:lnTo>
                    <a:lnTo>
                      <a:pt x="5210" y="4064"/>
                    </a:lnTo>
                    <a:lnTo>
                      <a:pt x="5380" y="3958"/>
                    </a:lnTo>
                    <a:lnTo>
                      <a:pt x="5550" y="3852"/>
                    </a:lnTo>
                    <a:lnTo>
                      <a:pt x="5730" y="3767"/>
                    </a:lnTo>
                    <a:lnTo>
                      <a:pt x="5910" y="3682"/>
                    </a:lnTo>
                    <a:lnTo>
                      <a:pt x="6101" y="3608"/>
                    </a:lnTo>
                    <a:lnTo>
                      <a:pt x="6292" y="3544"/>
                    </a:lnTo>
                    <a:lnTo>
                      <a:pt x="6494" y="3480"/>
                    </a:lnTo>
                    <a:lnTo>
                      <a:pt x="6696" y="3438"/>
                    </a:lnTo>
                    <a:lnTo>
                      <a:pt x="6897" y="3395"/>
                    </a:lnTo>
                    <a:lnTo>
                      <a:pt x="7109" y="3374"/>
                    </a:lnTo>
                    <a:lnTo>
                      <a:pt x="7322" y="3353"/>
                    </a:lnTo>
                    <a:close/>
                    <a:moveTo>
                      <a:pt x="5953" y="0"/>
                    </a:moveTo>
                    <a:lnTo>
                      <a:pt x="5964" y="1687"/>
                    </a:lnTo>
                    <a:lnTo>
                      <a:pt x="5592" y="1793"/>
                    </a:lnTo>
                    <a:lnTo>
                      <a:pt x="5231" y="1931"/>
                    </a:lnTo>
                    <a:lnTo>
                      <a:pt x="4892" y="2080"/>
                    </a:lnTo>
                    <a:lnTo>
                      <a:pt x="4552" y="2260"/>
                    </a:lnTo>
                    <a:lnTo>
                      <a:pt x="3374" y="1082"/>
                    </a:lnTo>
                    <a:lnTo>
                      <a:pt x="1125" y="3289"/>
                    </a:lnTo>
                    <a:lnTo>
                      <a:pt x="2303" y="4478"/>
                    </a:lnTo>
                    <a:lnTo>
                      <a:pt x="2122" y="4807"/>
                    </a:lnTo>
                    <a:lnTo>
                      <a:pt x="1963" y="5157"/>
                    </a:lnTo>
                    <a:lnTo>
                      <a:pt x="1889" y="5327"/>
                    </a:lnTo>
                    <a:lnTo>
                      <a:pt x="1825" y="5507"/>
                    </a:lnTo>
                    <a:lnTo>
                      <a:pt x="1709" y="5868"/>
                    </a:lnTo>
                    <a:lnTo>
                      <a:pt x="0" y="5857"/>
                    </a:lnTo>
                    <a:lnTo>
                      <a:pt x="0" y="9009"/>
                    </a:lnTo>
                    <a:lnTo>
                      <a:pt x="1687" y="9019"/>
                    </a:lnTo>
                    <a:lnTo>
                      <a:pt x="1804" y="9380"/>
                    </a:lnTo>
                    <a:lnTo>
                      <a:pt x="1931" y="9741"/>
                    </a:lnTo>
                    <a:lnTo>
                      <a:pt x="2091" y="10091"/>
                    </a:lnTo>
                    <a:lnTo>
                      <a:pt x="2271" y="10430"/>
                    </a:lnTo>
                    <a:lnTo>
                      <a:pt x="1019" y="11651"/>
                    </a:lnTo>
                    <a:lnTo>
                      <a:pt x="3247" y="13890"/>
                    </a:lnTo>
                    <a:lnTo>
                      <a:pt x="4489" y="12659"/>
                    </a:lnTo>
                    <a:lnTo>
                      <a:pt x="4839" y="12839"/>
                    </a:lnTo>
                    <a:lnTo>
                      <a:pt x="5178" y="12998"/>
                    </a:lnTo>
                    <a:lnTo>
                      <a:pt x="5539" y="13136"/>
                    </a:lnTo>
                    <a:lnTo>
                      <a:pt x="5910" y="13253"/>
                    </a:lnTo>
                    <a:lnTo>
                      <a:pt x="5910" y="15025"/>
                    </a:lnTo>
                    <a:lnTo>
                      <a:pt x="9062" y="15025"/>
                    </a:lnTo>
                    <a:lnTo>
                      <a:pt x="9072" y="13263"/>
                    </a:lnTo>
                    <a:lnTo>
                      <a:pt x="9433" y="13157"/>
                    </a:lnTo>
                    <a:lnTo>
                      <a:pt x="9794" y="13019"/>
                    </a:lnTo>
                    <a:lnTo>
                      <a:pt x="10144" y="12871"/>
                    </a:lnTo>
                    <a:lnTo>
                      <a:pt x="10484" y="12691"/>
                    </a:lnTo>
                    <a:lnTo>
                      <a:pt x="11725" y="13932"/>
                    </a:lnTo>
                    <a:lnTo>
                      <a:pt x="13975" y="11714"/>
                    </a:lnTo>
                    <a:lnTo>
                      <a:pt x="12733" y="10473"/>
                    </a:lnTo>
                    <a:lnTo>
                      <a:pt x="12914" y="10144"/>
                    </a:lnTo>
                    <a:lnTo>
                      <a:pt x="13073" y="9794"/>
                    </a:lnTo>
                    <a:lnTo>
                      <a:pt x="13211" y="9444"/>
                    </a:lnTo>
                    <a:lnTo>
                      <a:pt x="13327" y="9083"/>
                    </a:lnTo>
                    <a:lnTo>
                      <a:pt x="15068" y="9083"/>
                    </a:lnTo>
                    <a:lnTo>
                      <a:pt x="15068" y="5942"/>
                    </a:lnTo>
                    <a:lnTo>
                      <a:pt x="13338" y="5931"/>
                    </a:lnTo>
                    <a:lnTo>
                      <a:pt x="13232" y="5571"/>
                    </a:lnTo>
                    <a:lnTo>
                      <a:pt x="13094" y="5210"/>
                    </a:lnTo>
                    <a:lnTo>
                      <a:pt x="12945" y="4860"/>
                    </a:lnTo>
                    <a:lnTo>
                      <a:pt x="12765" y="4531"/>
                    </a:lnTo>
                    <a:lnTo>
                      <a:pt x="13985" y="3321"/>
                    </a:lnTo>
                    <a:lnTo>
                      <a:pt x="11757" y="1093"/>
                    </a:lnTo>
                    <a:lnTo>
                      <a:pt x="10537" y="2292"/>
                    </a:lnTo>
                    <a:lnTo>
                      <a:pt x="10197" y="2112"/>
                    </a:lnTo>
                    <a:lnTo>
                      <a:pt x="9858" y="1952"/>
                    </a:lnTo>
                    <a:lnTo>
                      <a:pt x="9497" y="1814"/>
                    </a:lnTo>
                    <a:lnTo>
                      <a:pt x="9126" y="1698"/>
                    </a:lnTo>
                    <a:lnTo>
                      <a:pt x="9136" y="0"/>
                    </a:lnTo>
                    <a:close/>
                  </a:path>
                </a:pathLst>
              </a:cu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66" name="Google Shape;1166;p61"/>
              <p:cNvSpPr/>
              <p:nvPr/>
            </p:nvSpPr>
            <p:spPr>
              <a:xfrm rot="1701216">
                <a:off x="799034" y="3935090"/>
                <a:ext cx="352487" cy="404563"/>
              </a:xfrm>
              <a:prstGeom prst="parallelogram">
                <a:avLst>
                  <a:gd name="adj" fmla="val 25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pic>
            <p:nvPicPr>
              <p:cNvPr id="1167" name="Google Shape;1167;p61"/>
              <p:cNvPicPr preferRelativeResize="0"/>
              <p:nvPr/>
            </p:nvPicPr>
            <p:blipFill rotWithShape="1">
              <a:blip r:embed="rId3">
                <a:alphaModFix/>
              </a:blip>
              <a:srcRect l="58691" t="12413" r="9690" b="60189"/>
              <a:stretch/>
            </p:blipFill>
            <p:spPr>
              <a:xfrm rot="683709">
                <a:off x="907600" y="3870975"/>
                <a:ext cx="419975" cy="3639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8" name="Google Shape;1168;p61"/>
              <p:cNvSpPr/>
              <p:nvPr/>
            </p:nvSpPr>
            <p:spPr>
              <a:xfrm rot="-2344763">
                <a:off x="813760" y="4046637"/>
                <a:ext cx="57583" cy="52664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69" name="Google Shape;1169;p61"/>
              <p:cNvSpPr/>
              <p:nvPr/>
            </p:nvSpPr>
            <p:spPr>
              <a:xfrm rot="6951112">
                <a:off x="879989" y="4058594"/>
                <a:ext cx="64672" cy="4616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0" name="Google Shape;1170;p61"/>
              <p:cNvSpPr/>
              <p:nvPr/>
            </p:nvSpPr>
            <p:spPr>
              <a:xfrm rot="-3965138">
                <a:off x="765732" y="4093806"/>
                <a:ext cx="72526" cy="63421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1" name="Google Shape;1171;p61"/>
              <p:cNvSpPr/>
              <p:nvPr/>
            </p:nvSpPr>
            <p:spPr>
              <a:xfrm rot="10096824">
                <a:off x="985276" y="4259765"/>
                <a:ext cx="57601" cy="6355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2" name="Google Shape;1172;p61"/>
              <p:cNvSpPr/>
              <p:nvPr/>
            </p:nvSpPr>
            <p:spPr>
              <a:xfrm rot="-7587799">
                <a:off x="1058049" y="4177745"/>
                <a:ext cx="101463" cy="74282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3" name="Google Shape;1173;p61"/>
              <p:cNvSpPr/>
              <p:nvPr/>
            </p:nvSpPr>
            <p:spPr>
              <a:xfrm rot="-323022">
                <a:off x="980286" y="4182025"/>
                <a:ext cx="57554" cy="63377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4" name="Google Shape;1174;p61"/>
              <p:cNvSpPr/>
              <p:nvPr/>
            </p:nvSpPr>
            <p:spPr>
              <a:xfrm>
                <a:off x="1006175" y="4242350"/>
                <a:ext cx="69900" cy="45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5" name="Google Shape;1175;p61"/>
              <p:cNvSpPr/>
              <p:nvPr/>
            </p:nvSpPr>
            <p:spPr>
              <a:xfrm rot="-1910943">
                <a:off x="758560" y="4146511"/>
                <a:ext cx="69928" cy="4595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76" name="Google Shape;1176;p61"/>
              <p:cNvSpPr/>
              <p:nvPr/>
            </p:nvSpPr>
            <p:spPr>
              <a:xfrm rot="-357869">
                <a:off x="873798" y="3969224"/>
                <a:ext cx="101047" cy="4585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21E143-7BC8-CED4-3E18-A82E675578AE}"/>
                </a:ext>
              </a:extLst>
            </p:cNvPr>
            <p:cNvSpPr txBox="1"/>
            <p:nvPr/>
          </p:nvSpPr>
          <p:spPr>
            <a:xfrm>
              <a:off x="954783" y="2019224"/>
              <a:ext cx="3191167" cy="535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ts val="160"/>
                </a:spcBef>
              </a:pPr>
              <a:r>
                <a:rPr lang="en" sz="3200" b="1" baseline="30000" dirty="0">
                  <a:latin typeface="IBM Plex Sans"/>
                  <a:sym typeface="IBM Plex Sans"/>
                </a:rPr>
                <a:t>Customer</a:t>
              </a:r>
              <a:r>
                <a:rPr lang="en" sz="3200" b="1" dirty="0">
                  <a:latin typeface="IBM Plex Sans"/>
                  <a:sym typeface="IBM Plex Sans"/>
                </a:rPr>
                <a:t> </a:t>
              </a:r>
              <a:r>
                <a:rPr lang="en" sz="3200" b="1" baseline="30000" dirty="0">
                  <a:latin typeface="IBM Plex Sans"/>
                  <a:sym typeface="IBM Plex Sans"/>
                </a:rPr>
                <a:t>Challenges!</a:t>
              </a:r>
            </a:p>
          </p:txBody>
        </p:sp>
        <p:sp>
          <p:nvSpPr>
            <p:cNvPr id="5" name="Google Shape;1163;p61">
              <a:extLst>
                <a:ext uri="{FF2B5EF4-FFF2-40B4-BE49-F238E27FC236}">
                  <a16:creationId xmlns:a16="http://schemas.microsoft.com/office/drawing/2014/main" id="{B813C9F4-D5EF-22E1-36D1-0B7809BA7902}"/>
                </a:ext>
              </a:extLst>
            </p:cNvPr>
            <p:cNvSpPr txBox="1"/>
            <p:nvPr/>
          </p:nvSpPr>
          <p:spPr>
            <a:xfrm flipH="1">
              <a:off x="923303" y="2594974"/>
              <a:ext cx="3698400" cy="3872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" sz="3200" baseline="30000" dirty="0">
                <a:solidFill>
                  <a:schemeClr val="lt1"/>
                </a:solidFill>
                <a:latin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Gather Data from Multiple  applications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Complex</a:t>
              </a:r>
              <a:r>
                <a:rPr lang="en" sz="3200" dirty="0">
                  <a:solidFill>
                    <a:schemeClr val="lt1"/>
                  </a:solidFill>
                  <a:latin typeface="IBM Plex Sans"/>
                  <a:sym typeface="IBM Plex Sans"/>
                </a:rPr>
                <a:t> </a:t>
              </a: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custom logic to process the data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" sz="3200" baseline="30000" dirty="0">
                <a:solidFill>
                  <a:schemeClr val="lt1"/>
                </a:solidFill>
                <a:latin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Business and IT teams struggle to communicate </a:t>
              </a:r>
              <a:br>
                <a:rPr lang="en-US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</a:b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and collaborate to publish new Reports.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3200" baseline="30000" dirty="0">
                <a:solidFill>
                  <a:schemeClr val="lt1"/>
                </a:solidFill>
                <a:latin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sz="20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8A83DA-A51E-2B20-C33C-0D785FB9C978}"/>
              </a:ext>
            </a:extLst>
          </p:cNvPr>
          <p:cNvGrpSpPr/>
          <p:nvPr/>
        </p:nvGrpSpPr>
        <p:grpSpPr>
          <a:xfrm>
            <a:off x="5054148" y="0"/>
            <a:ext cx="4745108" cy="6861120"/>
            <a:chOff x="5054148" y="0"/>
            <a:chExt cx="4745108" cy="6861120"/>
          </a:xfrm>
        </p:grpSpPr>
        <p:sp>
          <p:nvSpPr>
            <p:cNvPr id="1178" name="Google Shape;1178;p61"/>
            <p:cNvSpPr/>
            <p:nvPr/>
          </p:nvSpPr>
          <p:spPr>
            <a:xfrm rot="10800000">
              <a:off x="5282622" y="0"/>
              <a:ext cx="3979200" cy="6861120"/>
            </a:xfrm>
            <a:prstGeom prst="round2SameRect">
              <a:avLst>
                <a:gd name="adj1" fmla="val 13416"/>
                <a:gd name="adj2" fmla="val 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80" name="Google Shape;1180;p61"/>
            <p:cNvSpPr/>
            <p:nvPr/>
          </p:nvSpPr>
          <p:spPr>
            <a:xfrm>
              <a:off x="5300386" y="1827206"/>
              <a:ext cx="3913261" cy="383379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grpSp>
          <p:nvGrpSpPr>
            <p:cNvPr id="1182" name="Google Shape;1182;p61"/>
            <p:cNvGrpSpPr/>
            <p:nvPr/>
          </p:nvGrpSpPr>
          <p:grpSpPr>
            <a:xfrm>
              <a:off x="8484376" y="154490"/>
              <a:ext cx="1314880" cy="813246"/>
              <a:chOff x="4655686" y="135651"/>
              <a:chExt cx="1232489" cy="791273"/>
            </a:xfrm>
          </p:grpSpPr>
          <p:sp>
            <p:nvSpPr>
              <p:cNvPr id="1183" name="Google Shape;1183;p61"/>
              <p:cNvSpPr/>
              <p:nvPr/>
            </p:nvSpPr>
            <p:spPr>
              <a:xfrm>
                <a:off x="4905675" y="175300"/>
                <a:ext cx="982500" cy="641700"/>
              </a:xfrm>
              <a:prstGeom prst="wedgeRoundRectCallout">
                <a:avLst>
                  <a:gd name="adj1" fmla="val 31392"/>
                  <a:gd name="adj2" fmla="val 73188"/>
                  <a:gd name="adj3" fmla="val 0"/>
                </a:avLst>
              </a:prstGeom>
              <a:solidFill>
                <a:schemeClr val="l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cxnSp>
            <p:nvCxnSpPr>
              <p:cNvPr id="1184" name="Google Shape;1184;p61"/>
              <p:cNvCxnSpPr/>
              <p:nvPr/>
            </p:nvCxnSpPr>
            <p:spPr>
              <a:xfrm flipH="1">
                <a:off x="5332600" y="186475"/>
                <a:ext cx="67800" cy="2439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5" name="Google Shape;1185;p61"/>
              <p:cNvCxnSpPr/>
              <p:nvPr/>
            </p:nvCxnSpPr>
            <p:spPr>
              <a:xfrm>
                <a:off x="5331200" y="415200"/>
                <a:ext cx="126900" cy="159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6" name="Google Shape;1186;p61"/>
              <p:cNvCxnSpPr/>
              <p:nvPr/>
            </p:nvCxnSpPr>
            <p:spPr>
              <a:xfrm flipH="1">
                <a:off x="5386721" y="559106"/>
                <a:ext cx="67800" cy="2439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87" name="Google Shape;1187;p61"/>
              <p:cNvSpPr/>
              <p:nvPr/>
            </p:nvSpPr>
            <p:spPr>
              <a:xfrm>
                <a:off x="4900700" y="152600"/>
                <a:ext cx="431700" cy="664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88" name="Google Shape;1188;p61"/>
              <p:cNvSpPr/>
              <p:nvPr/>
            </p:nvSpPr>
            <p:spPr>
              <a:xfrm rot="994089">
                <a:off x="5210266" y="521884"/>
                <a:ext cx="200943" cy="27413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89" name="Google Shape;1189;p61"/>
              <p:cNvSpPr/>
              <p:nvPr/>
            </p:nvSpPr>
            <p:spPr>
              <a:xfrm rot="-2372961">
                <a:off x="5279472" y="449353"/>
                <a:ext cx="111662" cy="14511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190" name="Google Shape;1190;p61"/>
              <p:cNvSpPr/>
              <p:nvPr/>
            </p:nvSpPr>
            <p:spPr>
              <a:xfrm rot="1050607">
                <a:off x="5267311" y="147197"/>
                <a:ext cx="111675" cy="225909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pic>
            <p:nvPicPr>
              <p:cNvPr id="1191" name="Google Shape;1191;p61"/>
              <p:cNvPicPr preferRelativeResize="0"/>
              <p:nvPr/>
            </p:nvPicPr>
            <p:blipFill rotWithShape="1">
              <a:blip r:embed="rId4">
                <a:alphaModFix/>
              </a:blip>
              <a:srcRect r="8122"/>
              <a:stretch/>
            </p:blipFill>
            <p:spPr>
              <a:xfrm>
                <a:off x="4655686" y="157725"/>
                <a:ext cx="670175" cy="7691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43CD37-B951-1C85-B055-1ED3D6BFCF9E}"/>
                </a:ext>
              </a:extLst>
            </p:cNvPr>
            <p:cNvSpPr txBox="1"/>
            <p:nvPr/>
          </p:nvSpPr>
          <p:spPr>
            <a:xfrm>
              <a:off x="5293209" y="1219497"/>
              <a:ext cx="3191167" cy="387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ts val="160"/>
                </a:spcBef>
              </a:pPr>
              <a:r>
                <a:rPr lang="en" sz="3200" b="1" baseline="30000" dirty="0">
                  <a:solidFill>
                    <a:schemeClr val="bg1"/>
                  </a:solidFill>
                  <a:latin typeface="IBM Plex Sans"/>
                  <a:sym typeface="IBM Plex Sans"/>
                </a:rPr>
                <a:t>What we need?</a:t>
              </a:r>
            </a:p>
          </p:txBody>
        </p:sp>
        <p:sp>
          <p:nvSpPr>
            <p:cNvPr id="7" name="Google Shape;1163;p61">
              <a:extLst>
                <a:ext uri="{FF2B5EF4-FFF2-40B4-BE49-F238E27FC236}">
                  <a16:creationId xmlns:a16="http://schemas.microsoft.com/office/drawing/2014/main" id="{718AE826-FEFC-9C23-0952-018DBC47023E}"/>
                </a:ext>
              </a:extLst>
            </p:cNvPr>
            <p:cNvSpPr txBox="1"/>
            <p:nvPr/>
          </p:nvSpPr>
          <p:spPr>
            <a:xfrm flipH="1">
              <a:off x="5054148" y="2003576"/>
              <a:ext cx="3698400" cy="3976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2000" b="1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Process Orchestration which can help connect multiple applications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" sz="3200" baseline="30000" dirty="0">
                <a:solidFill>
                  <a:schemeClr val="lt1"/>
                </a:solidFill>
                <a:latin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Business Rules to configure the templates and attributes required for the Report.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" sz="3200" baseline="30000" dirty="0">
                <a:solidFill>
                  <a:schemeClr val="lt1"/>
                </a:solidFill>
                <a:latin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" sz="3200" baseline="30000" dirty="0">
                  <a:solidFill>
                    <a:schemeClr val="lt1"/>
                  </a:solidFill>
                  <a:latin typeface="IBM Plex Sans"/>
                  <a:sym typeface="IBM Plex Sans"/>
                </a:rPr>
                <a:t>Make  business Processes agile &amp; configrable to suit business demands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C12775-9515-9A25-A460-458A7743BF80}"/>
              </a:ext>
            </a:extLst>
          </p:cNvPr>
          <p:cNvGrpSpPr/>
          <p:nvPr/>
        </p:nvGrpSpPr>
        <p:grpSpPr>
          <a:xfrm>
            <a:off x="9235248" y="1473988"/>
            <a:ext cx="4602112" cy="6861120"/>
            <a:chOff x="9235248" y="1473988"/>
            <a:chExt cx="4602112" cy="6861120"/>
          </a:xfrm>
        </p:grpSpPr>
        <p:sp>
          <p:nvSpPr>
            <p:cNvPr id="1193" name="Google Shape;1193;p61"/>
            <p:cNvSpPr/>
            <p:nvPr/>
          </p:nvSpPr>
          <p:spPr>
            <a:xfrm>
              <a:off x="9858157" y="1473988"/>
              <a:ext cx="3979200" cy="6861120"/>
            </a:xfrm>
            <a:prstGeom prst="round2SameRect">
              <a:avLst>
                <a:gd name="adj1" fmla="val 13416"/>
                <a:gd name="adj2" fmla="val 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sp>
          <p:nvSpPr>
            <p:cNvPr id="1195" name="Google Shape;1195;p61"/>
            <p:cNvSpPr/>
            <p:nvPr/>
          </p:nvSpPr>
          <p:spPr>
            <a:xfrm>
              <a:off x="9858160" y="2920706"/>
              <a:ext cx="3979200" cy="3834905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/>
            </a:p>
          </p:txBody>
        </p:sp>
        <p:grpSp>
          <p:nvGrpSpPr>
            <p:cNvPr id="1197" name="Google Shape;1197;p61"/>
            <p:cNvGrpSpPr/>
            <p:nvPr/>
          </p:nvGrpSpPr>
          <p:grpSpPr>
            <a:xfrm>
              <a:off x="9235248" y="7258462"/>
              <a:ext cx="1048179" cy="832411"/>
              <a:chOff x="5915468" y="3964581"/>
              <a:chExt cx="1016669" cy="1007245"/>
            </a:xfrm>
          </p:grpSpPr>
          <p:grpSp>
            <p:nvGrpSpPr>
              <p:cNvPr id="1198" name="Google Shape;1198;p61"/>
              <p:cNvGrpSpPr/>
              <p:nvPr/>
            </p:nvGrpSpPr>
            <p:grpSpPr>
              <a:xfrm>
                <a:off x="5915468" y="3964581"/>
                <a:ext cx="1016669" cy="1007245"/>
                <a:chOff x="4357300" y="3081925"/>
                <a:chExt cx="441550" cy="437400"/>
              </a:xfrm>
            </p:grpSpPr>
            <p:sp>
              <p:nvSpPr>
                <p:cNvPr id="1199" name="Google Shape;1199;p61"/>
                <p:cNvSpPr/>
                <p:nvPr/>
              </p:nvSpPr>
              <p:spPr>
                <a:xfrm>
                  <a:off x="4578075" y="3145875"/>
                  <a:ext cx="220775" cy="2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1" h="9067" extrusionOk="0">
                      <a:moveTo>
                        <a:pt x="7710" y="1"/>
                      </a:moveTo>
                      <a:lnTo>
                        <a:pt x="6590" y="1121"/>
                      </a:lnTo>
                      <a:lnTo>
                        <a:pt x="7710" y="2241"/>
                      </a:lnTo>
                      <a:lnTo>
                        <a:pt x="8830" y="1121"/>
                      </a:lnTo>
                      <a:lnTo>
                        <a:pt x="7710" y="1"/>
                      </a:lnTo>
                      <a:close/>
                      <a:moveTo>
                        <a:pt x="3832" y="4292"/>
                      </a:moveTo>
                      <a:lnTo>
                        <a:pt x="1886" y="6225"/>
                      </a:lnTo>
                      <a:lnTo>
                        <a:pt x="1780" y="6202"/>
                      </a:lnTo>
                      <a:lnTo>
                        <a:pt x="1674" y="6178"/>
                      </a:lnTo>
                      <a:lnTo>
                        <a:pt x="1568" y="6166"/>
                      </a:lnTo>
                      <a:lnTo>
                        <a:pt x="1450" y="6155"/>
                      </a:lnTo>
                      <a:lnTo>
                        <a:pt x="1297" y="6166"/>
                      </a:lnTo>
                      <a:lnTo>
                        <a:pt x="1155" y="6190"/>
                      </a:lnTo>
                      <a:lnTo>
                        <a:pt x="1014" y="6225"/>
                      </a:lnTo>
                      <a:lnTo>
                        <a:pt x="884" y="6273"/>
                      </a:lnTo>
                      <a:lnTo>
                        <a:pt x="755" y="6332"/>
                      </a:lnTo>
                      <a:lnTo>
                        <a:pt x="637" y="6414"/>
                      </a:lnTo>
                      <a:lnTo>
                        <a:pt x="531" y="6497"/>
                      </a:lnTo>
                      <a:lnTo>
                        <a:pt x="424" y="6591"/>
                      </a:lnTo>
                      <a:lnTo>
                        <a:pt x="330" y="6685"/>
                      </a:lnTo>
                      <a:lnTo>
                        <a:pt x="248" y="6803"/>
                      </a:lnTo>
                      <a:lnTo>
                        <a:pt x="177" y="6921"/>
                      </a:lnTo>
                      <a:lnTo>
                        <a:pt x="106" y="7051"/>
                      </a:lnTo>
                      <a:lnTo>
                        <a:pt x="59" y="7180"/>
                      </a:lnTo>
                      <a:lnTo>
                        <a:pt x="24" y="7322"/>
                      </a:lnTo>
                      <a:lnTo>
                        <a:pt x="0" y="7463"/>
                      </a:lnTo>
                      <a:lnTo>
                        <a:pt x="0" y="7617"/>
                      </a:lnTo>
                      <a:lnTo>
                        <a:pt x="0" y="7758"/>
                      </a:lnTo>
                      <a:lnTo>
                        <a:pt x="24" y="7911"/>
                      </a:lnTo>
                      <a:lnTo>
                        <a:pt x="59" y="8041"/>
                      </a:lnTo>
                      <a:lnTo>
                        <a:pt x="106" y="8182"/>
                      </a:lnTo>
                      <a:lnTo>
                        <a:pt x="177" y="8312"/>
                      </a:lnTo>
                      <a:lnTo>
                        <a:pt x="248" y="8430"/>
                      </a:lnTo>
                      <a:lnTo>
                        <a:pt x="330" y="8536"/>
                      </a:lnTo>
                      <a:lnTo>
                        <a:pt x="424" y="8642"/>
                      </a:lnTo>
                      <a:lnTo>
                        <a:pt x="531" y="8736"/>
                      </a:lnTo>
                      <a:lnTo>
                        <a:pt x="637" y="8819"/>
                      </a:lnTo>
                      <a:lnTo>
                        <a:pt x="755" y="8890"/>
                      </a:lnTo>
                      <a:lnTo>
                        <a:pt x="884" y="8949"/>
                      </a:lnTo>
                      <a:lnTo>
                        <a:pt x="1014" y="8996"/>
                      </a:lnTo>
                      <a:lnTo>
                        <a:pt x="1155" y="9043"/>
                      </a:lnTo>
                      <a:lnTo>
                        <a:pt x="1297" y="9055"/>
                      </a:lnTo>
                      <a:lnTo>
                        <a:pt x="1450" y="9067"/>
                      </a:lnTo>
                      <a:lnTo>
                        <a:pt x="1603" y="9055"/>
                      </a:lnTo>
                      <a:lnTo>
                        <a:pt x="1745" y="9043"/>
                      </a:lnTo>
                      <a:lnTo>
                        <a:pt x="1886" y="8996"/>
                      </a:lnTo>
                      <a:lnTo>
                        <a:pt x="2016" y="8949"/>
                      </a:lnTo>
                      <a:lnTo>
                        <a:pt x="2146" y="8890"/>
                      </a:lnTo>
                      <a:lnTo>
                        <a:pt x="2264" y="8819"/>
                      </a:lnTo>
                      <a:lnTo>
                        <a:pt x="2370" y="8736"/>
                      </a:lnTo>
                      <a:lnTo>
                        <a:pt x="2476" y="8642"/>
                      </a:lnTo>
                      <a:lnTo>
                        <a:pt x="2570" y="8536"/>
                      </a:lnTo>
                      <a:lnTo>
                        <a:pt x="2653" y="8430"/>
                      </a:lnTo>
                      <a:lnTo>
                        <a:pt x="2723" y="8312"/>
                      </a:lnTo>
                      <a:lnTo>
                        <a:pt x="2794" y="8182"/>
                      </a:lnTo>
                      <a:lnTo>
                        <a:pt x="2841" y="8041"/>
                      </a:lnTo>
                      <a:lnTo>
                        <a:pt x="2877" y="7911"/>
                      </a:lnTo>
                      <a:lnTo>
                        <a:pt x="2900" y="7758"/>
                      </a:lnTo>
                      <a:lnTo>
                        <a:pt x="2900" y="7617"/>
                      </a:lnTo>
                      <a:lnTo>
                        <a:pt x="2900" y="7499"/>
                      </a:lnTo>
                      <a:lnTo>
                        <a:pt x="2888" y="7393"/>
                      </a:lnTo>
                      <a:lnTo>
                        <a:pt x="2865" y="7286"/>
                      </a:lnTo>
                      <a:lnTo>
                        <a:pt x="2841" y="7180"/>
                      </a:lnTo>
                      <a:lnTo>
                        <a:pt x="4775" y="5235"/>
                      </a:lnTo>
                      <a:lnTo>
                        <a:pt x="3832" y="429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146280" tIns="146280" rIns="146280" bIns="146280" anchor="ctr" anchorCtr="0">
                  <a:noAutofit/>
                </a:bodyPr>
                <a:lstStyle/>
                <a:p>
                  <a:endParaRPr sz="2880"/>
                </a:p>
              </p:txBody>
            </p:sp>
            <p:sp>
              <p:nvSpPr>
                <p:cNvPr id="1200" name="Google Shape;1200;p61"/>
                <p:cNvSpPr/>
                <p:nvPr/>
              </p:nvSpPr>
              <p:spPr>
                <a:xfrm>
                  <a:off x="4357300" y="3246675"/>
                  <a:ext cx="181600" cy="18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4" h="7275" extrusionOk="0">
                      <a:moveTo>
                        <a:pt x="1451" y="1"/>
                      </a:moveTo>
                      <a:lnTo>
                        <a:pt x="1451" y="1345"/>
                      </a:lnTo>
                      <a:lnTo>
                        <a:pt x="7263" y="1345"/>
                      </a:lnTo>
                      <a:lnTo>
                        <a:pt x="7263" y="1"/>
                      </a:lnTo>
                      <a:close/>
                      <a:moveTo>
                        <a:pt x="1" y="2971"/>
                      </a:moveTo>
                      <a:lnTo>
                        <a:pt x="1" y="4304"/>
                      </a:lnTo>
                      <a:lnTo>
                        <a:pt x="5813" y="4304"/>
                      </a:lnTo>
                      <a:lnTo>
                        <a:pt x="5813" y="2971"/>
                      </a:lnTo>
                      <a:close/>
                      <a:moveTo>
                        <a:pt x="1451" y="5931"/>
                      </a:moveTo>
                      <a:lnTo>
                        <a:pt x="1451" y="7275"/>
                      </a:lnTo>
                      <a:lnTo>
                        <a:pt x="7263" y="7275"/>
                      </a:lnTo>
                      <a:lnTo>
                        <a:pt x="7263" y="59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146280" tIns="146280" rIns="146280" bIns="146280" anchor="ctr" anchorCtr="0">
                  <a:noAutofit/>
                </a:bodyPr>
                <a:lstStyle/>
                <a:p>
                  <a:endParaRPr sz="2880"/>
                </a:p>
              </p:txBody>
            </p:sp>
            <p:sp>
              <p:nvSpPr>
                <p:cNvPr id="1201" name="Google Shape;1201;p61"/>
                <p:cNvSpPr/>
                <p:nvPr/>
              </p:nvSpPr>
              <p:spPr>
                <a:xfrm>
                  <a:off x="4478150" y="3081925"/>
                  <a:ext cx="316575" cy="43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3" h="17496" extrusionOk="0">
                      <a:moveTo>
                        <a:pt x="3879" y="0"/>
                      </a:moveTo>
                      <a:lnTo>
                        <a:pt x="3879" y="1899"/>
                      </a:lnTo>
                      <a:lnTo>
                        <a:pt x="6897" y="1899"/>
                      </a:lnTo>
                      <a:lnTo>
                        <a:pt x="6897" y="0"/>
                      </a:lnTo>
                      <a:close/>
                      <a:moveTo>
                        <a:pt x="5388" y="2960"/>
                      </a:moveTo>
                      <a:lnTo>
                        <a:pt x="4999" y="2971"/>
                      </a:lnTo>
                      <a:lnTo>
                        <a:pt x="4598" y="3007"/>
                      </a:lnTo>
                      <a:lnTo>
                        <a:pt x="4209" y="3054"/>
                      </a:lnTo>
                      <a:lnTo>
                        <a:pt x="3832" y="3125"/>
                      </a:lnTo>
                      <a:lnTo>
                        <a:pt x="3467" y="3219"/>
                      </a:lnTo>
                      <a:lnTo>
                        <a:pt x="3101" y="3337"/>
                      </a:lnTo>
                      <a:lnTo>
                        <a:pt x="2736" y="3466"/>
                      </a:lnTo>
                      <a:lnTo>
                        <a:pt x="2394" y="3608"/>
                      </a:lnTo>
                      <a:lnTo>
                        <a:pt x="2052" y="3773"/>
                      </a:lnTo>
                      <a:lnTo>
                        <a:pt x="1722" y="3962"/>
                      </a:lnTo>
                      <a:lnTo>
                        <a:pt x="1403" y="4150"/>
                      </a:lnTo>
                      <a:lnTo>
                        <a:pt x="1097" y="4362"/>
                      </a:lnTo>
                      <a:lnTo>
                        <a:pt x="802" y="4598"/>
                      </a:lnTo>
                      <a:lnTo>
                        <a:pt x="519" y="4834"/>
                      </a:lnTo>
                      <a:lnTo>
                        <a:pt x="260" y="5093"/>
                      </a:lnTo>
                      <a:lnTo>
                        <a:pt x="0" y="5365"/>
                      </a:lnTo>
                      <a:lnTo>
                        <a:pt x="1816" y="5365"/>
                      </a:lnTo>
                      <a:lnTo>
                        <a:pt x="2016" y="5235"/>
                      </a:lnTo>
                      <a:lnTo>
                        <a:pt x="2205" y="5105"/>
                      </a:lnTo>
                      <a:lnTo>
                        <a:pt x="2405" y="4987"/>
                      </a:lnTo>
                      <a:lnTo>
                        <a:pt x="2618" y="4869"/>
                      </a:lnTo>
                      <a:lnTo>
                        <a:pt x="2818" y="4763"/>
                      </a:lnTo>
                      <a:lnTo>
                        <a:pt x="3042" y="4669"/>
                      </a:lnTo>
                      <a:lnTo>
                        <a:pt x="3254" y="4586"/>
                      </a:lnTo>
                      <a:lnTo>
                        <a:pt x="3478" y="4504"/>
                      </a:lnTo>
                      <a:lnTo>
                        <a:pt x="3702" y="4433"/>
                      </a:lnTo>
                      <a:lnTo>
                        <a:pt x="3938" y="4362"/>
                      </a:lnTo>
                      <a:lnTo>
                        <a:pt x="4174" y="4315"/>
                      </a:lnTo>
                      <a:lnTo>
                        <a:pt x="4410" y="4268"/>
                      </a:lnTo>
                      <a:lnTo>
                        <a:pt x="4657" y="4233"/>
                      </a:lnTo>
                      <a:lnTo>
                        <a:pt x="4893" y="4209"/>
                      </a:lnTo>
                      <a:lnTo>
                        <a:pt x="5141" y="4197"/>
                      </a:lnTo>
                      <a:lnTo>
                        <a:pt x="5388" y="4186"/>
                      </a:lnTo>
                      <a:lnTo>
                        <a:pt x="5706" y="4197"/>
                      </a:lnTo>
                      <a:lnTo>
                        <a:pt x="6013" y="4221"/>
                      </a:lnTo>
                      <a:lnTo>
                        <a:pt x="6308" y="4256"/>
                      </a:lnTo>
                      <a:lnTo>
                        <a:pt x="6602" y="4315"/>
                      </a:lnTo>
                      <a:lnTo>
                        <a:pt x="6897" y="4386"/>
                      </a:lnTo>
                      <a:lnTo>
                        <a:pt x="7180" y="4457"/>
                      </a:lnTo>
                      <a:lnTo>
                        <a:pt x="7463" y="4563"/>
                      </a:lnTo>
                      <a:lnTo>
                        <a:pt x="7734" y="4669"/>
                      </a:lnTo>
                      <a:lnTo>
                        <a:pt x="8005" y="4787"/>
                      </a:lnTo>
                      <a:lnTo>
                        <a:pt x="8265" y="4917"/>
                      </a:lnTo>
                      <a:lnTo>
                        <a:pt x="8524" y="5070"/>
                      </a:lnTo>
                      <a:lnTo>
                        <a:pt x="8760" y="5223"/>
                      </a:lnTo>
                      <a:lnTo>
                        <a:pt x="9007" y="5388"/>
                      </a:lnTo>
                      <a:lnTo>
                        <a:pt x="9231" y="5577"/>
                      </a:lnTo>
                      <a:lnTo>
                        <a:pt x="9444" y="5765"/>
                      </a:lnTo>
                      <a:lnTo>
                        <a:pt x="9656" y="5966"/>
                      </a:lnTo>
                      <a:lnTo>
                        <a:pt x="9856" y="6166"/>
                      </a:lnTo>
                      <a:lnTo>
                        <a:pt x="10045" y="6390"/>
                      </a:lnTo>
                      <a:lnTo>
                        <a:pt x="10234" y="6614"/>
                      </a:lnTo>
                      <a:lnTo>
                        <a:pt x="10399" y="6850"/>
                      </a:lnTo>
                      <a:lnTo>
                        <a:pt x="10552" y="7098"/>
                      </a:lnTo>
                      <a:lnTo>
                        <a:pt x="10693" y="7357"/>
                      </a:lnTo>
                      <a:lnTo>
                        <a:pt x="10835" y="7616"/>
                      </a:lnTo>
                      <a:lnTo>
                        <a:pt x="10953" y="7876"/>
                      </a:lnTo>
                      <a:lnTo>
                        <a:pt x="11059" y="8159"/>
                      </a:lnTo>
                      <a:lnTo>
                        <a:pt x="11153" y="8430"/>
                      </a:lnTo>
                      <a:lnTo>
                        <a:pt x="11236" y="8724"/>
                      </a:lnTo>
                      <a:lnTo>
                        <a:pt x="11306" y="9007"/>
                      </a:lnTo>
                      <a:lnTo>
                        <a:pt x="11354" y="9314"/>
                      </a:lnTo>
                      <a:lnTo>
                        <a:pt x="11401" y="9609"/>
                      </a:lnTo>
                      <a:lnTo>
                        <a:pt x="11424" y="9915"/>
                      </a:lnTo>
                      <a:lnTo>
                        <a:pt x="11424" y="10222"/>
                      </a:lnTo>
                      <a:lnTo>
                        <a:pt x="11424" y="10540"/>
                      </a:lnTo>
                      <a:lnTo>
                        <a:pt x="11401" y="10847"/>
                      </a:lnTo>
                      <a:lnTo>
                        <a:pt x="11354" y="11141"/>
                      </a:lnTo>
                      <a:lnTo>
                        <a:pt x="11306" y="11448"/>
                      </a:lnTo>
                      <a:lnTo>
                        <a:pt x="11236" y="11731"/>
                      </a:lnTo>
                      <a:lnTo>
                        <a:pt x="11153" y="12025"/>
                      </a:lnTo>
                      <a:lnTo>
                        <a:pt x="11059" y="12297"/>
                      </a:lnTo>
                      <a:lnTo>
                        <a:pt x="10953" y="12580"/>
                      </a:lnTo>
                      <a:lnTo>
                        <a:pt x="10835" y="12839"/>
                      </a:lnTo>
                      <a:lnTo>
                        <a:pt x="10693" y="13098"/>
                      </a:lnTo>
                      <a:lnTo>
                        <a:pt x="10552" y="13358"/>
                      </a:lnTo>
                      <a:lnTo>
                        <a:pt x="10399" y="13605"/>
                      </a:lnTo>
                      <a:lnTo>
                        <a:pt x="10234" y="13841"/>
                      </a:lnTo>
                      <a:lnTo>
                        <a:pt x="10045" y="14065"/>
                      </a:lnTo>
                      <a:lnTo>
                        <a:pt x="9856" y="14289"/>
                      </a:lnTo>
                      <a:lnTo>
                        <a:pt x="9656" y="14489"/>
                      </a:lnTo>
                      <a:lnTo>
                        <a:pt x="9444" y="14690"/>
                      </a:lnTo>
                      <a:lnTo>
                        <a:pt x="9231" y="14878"/>
                      </a:lnTo>
                      <a:lnTo>
                        <a:pt x="9007" y="15067"/>
                      </a:lnTo>
                      <a:lnTo>
                        <a:pt x="8760" y="15232"/>
                      </a:lnTo>
                      <a:lnTo>
                        <a:pt x="8524" y="15385"/>
                      </a:lnTo>
                      <a:lnTo>
                        <a:pt x="8265" y="15539"/>
                      </a:lnTo>
                      <a:lnTo>
                        <a:pt x="8005" y="15668"/>
                      </a:lnTo>
                      <a:lnTo>
                        <a:pt x="7734" y="15786"/>
                      </a:lnTo>
                      <a:lnTo>
                        <a:pt x="7463" y="15892"/>
                      </a:lnTo>
                      <a:lnTo>
                        <a:pt x="7180" y="15987"/>
                      </a:lnTo>
                      <a:lnTo>
                        <a:pt x="6897" y="16069"/>
                      </a:lnTo>
                      <a:lnTo>
                        <a:pt x="6602" y="16140"/>
                      </a:lnTo>
                      <a:lnTo>
                        <a:pt x="6308" y="16199"/>
                      </a:lnTo>
                      <a:lnTo>
                        <a:pt x="6013" y="16234"/>
                      </a:lnTo>
                      <a:lnTo>
                        <a:pt x="5706" y="16258"/>
                      </a:lnTo>
                      <a:lnTo>
                        <a:pt x="5388" y="16270"/>
                      </a:lnTo>
                      <a:lnTo>
                        <a:pt x="5164" y="16258"/>
                      </a:lnTo>
                      <a:lnTo>
                        <a:pt x="4952" y="16246"/>
                      </a:lnTo>
                      <a:lnTo>
                        <a:pt x="4728" y="16222"/>
                      </a:lnTo>
                      <a:lnTo>
                        <a:pt x="4516" y="16199"/>
                      </a:lnTo>
                      <a:lnTo>
                        <a:pt x="4304" y="16163"/>
                      </a:lnTo>
                      <a:lnTo>
                        <a:pt x="4091" y="16116"/>
                      </a:lnTo>
                      <a:lnTo>
                        <a:pt x="3879" y="16069"/>
                      </a:lnTo>
                      <a:lnTo>
                        <a:pt x="3679" y="16010"/>
                      </a:lnTo>
                      <a:lnTo>
                        <a:pt x="3467" y="15951"/>
                      </a:lnTo>
                      <a:lnTo>
                        <a:pt x="3266" y="15880"/>
                      </a:lnTo>
                      <a:lnTo>
                        <a:pt x="3077" y="15798"/>
                      </a:lnTo>
                      <a:lnTo>
                        <a:pt x="2877" y="15715"/>
                      </a:lnTo>
                      <a:lnTo>
                        <a:pt x="2688" y="15621"/>
                      </a:lnTo>
                      <a:lnTo>
                        <a:pt x="2512" y="15527"/>
                      </a:lnTo>
                      <a:lnTo>
                        <a:pt x="2323" y="15421"/>
                      </a:lnTo>
                      <a:lnTo>
                        <a:pt x="2146" y="15315"/>
                      </a:lnTo>
                      <a:lnTo>
                        <a:pt x="213" y="15315"/>
                      </a:lnTo>
                      <a:lnTo>
                        <a:pt x="460" y="15562"/>
                      </a:lnTo>
                      <a:lnTo>
                        <a:pt x="731" y="15798"/>
                      </a:lnTo>
                      <a:lnTo>
                        <a:pt x="1003" y="16010"/>
                      </a:lnTo>
                      <a:lnTo>
                        <a:pt x="1285" y="16222"/>
                      </a:lnTo>
                      <a:lnTo>
                        <a:pt x="1592" y="16411"/>
                      </a:lnTo>
                      <a:lnTo>
                        <a:pt x="1899" y="16600"/>
                      </a:lnTo>
                      <a:lnTo>
                        <a:pt x="2205" y="16753"/>
                      </a:lnTo>
                      <a:lnTo>
                        <a:pt x="2535" y="16906"/>
                      </a:lnTo>
                      <a:lnTo>
                        <a:pt x="2865" y="17036"/>
                      </a:lnTo>
                      <a:lnTo>
                        <a:pt x="3207" y="17154"/>
                      </a:lnTo>
                      <a:lnTo>
                        <a:pt x="3561" y="17260"/>
                      </a:lnTo>
                      <a:lnTo>
                        <a:pt x="3915" y="17342"/>
                      </a:lnTo>
                      <a:lnTo>
                        <a:pt x="4268" y="17413"/>
                      </a:lnTo>
                      <a:lnTo>
                        <a:pt x="4645" y="17460"/>
                      </a:lnTo>
                      <a:lnTo>
                        <a:pt x="5011" y="17484"/>
                      </a:lnTo>
                      <a:lnTo>
                        <a:pt x="5388" y="17496"/>
                      </a:lnTo>
                      <a:lnTo>
                        <a:pt x="5765" y="17484"/>
                      </a:lnTo>
                      <a:lnTo>
                        <a:pt x="6131" y="17460"/>
                      </a:lnTo>
                      <a:lnTo>
                        <a:pt x="6496" y="17413"/>
                      </a:lnTo>
                      <a:lnTo>
                        <a:pt x="6850" y="17342"/>
                      </a:lnTo>
                      <a:lnTo>
                        <a:pt x="7204" y="17260"/>
                      </a:lnTo>
                      <a:lnTo>
                        <a:pt x="7546" y="17166"/>
                      </a:lnTo>
                      <a:lnTo>
                        <a:pt x="7888" y="17048"/>
                      </a:lnTo>
                      <a:lnTo>
                        <a:pt x="8218" y="16918"/>
                      </a:lnTo>
                      <a:lnTo>
                        <a:pt x="8536" y="16776"/>
                      </a:lnTo>
                      <a:lnTo>
                        <a:pt x="8854" y="16611"/>
                      </a:lnTo>
                      <a:lnTo>
                        <a:pt x="9161" y="16435"/>
                      </a:lnTo>
                      <a:lnTo>
                        <a:pt x="9455" y="16246"/>
                      </a:lnTo>
                      <a:lnTo>
                        <a:pt x="9738" y="16046"/>
                      </a:lnTo>
                      <a:lnTo>
                        <a:pt x="10010" y="15833"/>
                      </a:lnTo>
                      <a:lnTo>
                        <a:pt x="10281" y="15609"/>
                      </a:lnTo>
                      <a:lnTo>
                        <a:pt x="10528" y="15362"/>
                      </a:lnTo>
                      <a:lnTo>
                        <a:pt x="10764" y="15114"/>
                      </a:lnTo>
                      <a:lnTo>
                        <a:pt x="11000" y="14843"/>
                      </a:lnTo>
                      <a:lnTo>
                        <a:pt x="11212" y="14572"/>
                      </a:lnTo>
                      <a:lnTo>
                        <a:pt x="11413" y="14289"/>
                      </a:lnTo>
                      <a:lnTo>
                        <a:pt x="11601" y="13994"/>
                      </a:lnTo>
                      <a:lnTo>
                        <a:pt x="11778" y="13688"/>
                      </a:lnTo>
                      <a:lnTo>
                        <a:pt x="11943" y="13369"/>
                      </a:lnTo>
                      <a:lnTo>
                        <a:pt x="12085" y="13051"/>
                      </a:lnTo>
                      <a:lnTo>
                        <a:pt x="12214" y="12721"/>
                      </a:lnTo>
                      <a:lnTo>
                        <a:pt x="12332" y="12391"/>
                      </a:lnTo>
                      <a:lnTo>
                        <a:pt x="12426" y="12037"/>
                      </a:lnTo>
                      <a:lnTo>
                        <a:pt x="12509" y="11695"/>
                      </a:lnTo>
                      <a:lnTo>
                        <a:pt x="12580" y="11330"/>
                      </a:lnTo>
                      <a:lnTo>
                        <a:pt x="12627" y="10964"/>
                      </a:lnTo>
                      <a:lnTo>
                        <a:pt x="12650" y="10599"/>
                      </a:lnTo>
                      <a:lnTo>
                        <a:pt x="12662" y="10222"/>
                      </a:lnTo>
                      <a:lnTo>
                        <a:pt x="12650" y="9856"/>
                      </a:lnTo>
                      <a:lnTo>
                        <a:pt x="12627" y="9491"/>
                      </a:lnTo>
                      <a:lnTo>
                        <a:pt x="12580" y="9125"/>
                      </a:lnTo>
                      <a:lnTo>
                        <a:pt x="12509" y="8760"/>
                      </a:lnTo>
                      <a:lnTo>
                        <a:pt x="12426" y="8418"/>
                      </a:lnTo>
                      <a:lnTo>
                        <a:pt x="12332" y="8064"/>
                      </a:lnTo>
                      <a:lnTo>
                        <a:pt x="12214" y="7734"/>
                      </a:lnTo>
                      <a:lnTo>
                        <a:pt x="12085" y="7404"/>
                      </a:lnTo>
                      <a:lnTo>
                        <a:pt x="11943" y="7086"/>
                      </a:lnTo>
                      <a:lnTo>
                        <a:pt x="11778" y="6767"/>
                      </a:lnTo>
                      <a:lnTo>
                        <a:pt x="11601" y="6461"/>
                      </a:lnTo>
                      <a:lnTo>
                        <a:pt x="11413" y="6166"/>
                      </a:lnTo>
                      <a:lnTo>
                        <a:pt x="11212" y="5883"/>
                      </a:lnTo>
                      <a:lnTo>
                        <a:pt x="11000" y="5612"/>
                      </a:lnTo>
                      <a:lnTo>
                        <a:pt x="10764" y="5341"/>
                      </a:lnTo>
                      <a:lnTo>
                        <a:pt x="10528" y="5093"/>
                      </a:lnTo>
                      <a:lnTo>
                        <a:pt x="10281" y="4846"/>
                      </a:lnTo>
                      <a:lnTo>
                        <a:pt x="10010" y="4622"/>
                      </a:lnTo>
                      <a:lnTo>
                        <a:pt x="9738" y="4410"/>
                      </a:lnTo>
                      <a:lnTo>
                        <a:pt x="9455" y="4209"/>
                      </a:lnTo>
                      <a:lnTo>
                        <a:pt x="9161" y="4009"/>
                      </a:lnTo>
                      <a:lnTo>
                        <a:pt x="8854" y="3844"/>
                      </a:lnTo>
                      <a:lnTo>
                        <a:pt x="8536" y="3679"/>
                      </a:lnTo>
                      <a:lnTo>
                        <a:pt x="8218" y="3537"/>
                      </a:lnTo>
                      <a:lnTo>
                        <a:pt x="7888" y="3408"/>
                      </a:lnTo>
                      <a:lnTo>
                        <a:pt x="7546" y="3290"/>
                      </a:lnTo>
                      <a:lnTo>
                        <a:pt x="7204" y="3195"/>
                      </a:lnTo>
                      <a:lnTo>
                        <a:pt x="6850" y="3113"/>
                      </a:lnTo>
                      <a:lnTo>
                        <a:pt x="6496" y="3042"/>
                      </a:lnTo>
                      <a:lnTo>
                        <a:pt x="6131" y="2995"/>
                      </a:lnTo>
                      <a:lnTo>
                        <a:pt x="5765" y="2971"/>
                      </a:lnTo>
                      <a:lnTo>
                        <a:pt x="5388" y="296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46280" tIns="146280" rIns="146280" bIns="146280" anchor="ctr" anchorCtr="0">
                  <a:noAutofit/>
                </a:bodyPr>
                <a:lstStyle/>
                <a:p>
                  <a:endParaRPr sz="2880"/>
                </a:p>
              </p:txBody>
            </p:sp>
          </p:grpSp>
          <p:sp>
            <p:nvSpPr>
              <p:cNvPr id="1202" name="Google Shape;1202;p61"/>
              <p:cNvSpPr/>
              <p:nvPr/>
            </p:nvSpPr>
            <p:spPr>
              <a:xfrm>
                <a:off x="6162189" y="4344350"/>
                <a:ext cx="167700" cy="76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203" name="Google Shape;1203;p61"/>
              <p:cNvSpPr/>
              <p:nvPr/>
            </p:nvSpPr>
            <p:spPr>
              <a:xfrm>
                <a:off x="6161350" y="4515800"/>
                <a:ext cx="89700" cy="76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  <p:sp>
            <p:nvSpPr>
              <p:cNvPr id="1204" name="Google Shape;1204;p61"/>
              <p:cNvSpPr/>
              <p:nvPr/>
            </p:nvSpPr>
            <p:spPr>
              <a:xfrm>
                <a:off x="6161589" y="4686050"/>
                <a:ext cx="171000" cy="76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46280" tIns="146280" rIns="146280" bIns="146280" anchor="ctr" anchorCtr="0">
                <a:noAutofit/>
              </a:bodyPr>
              <a:lstStyle/>
              <a:p>
                <a:endParaRPr sz="2880"/>
              </a:p>
            </p:txBody>
          </p:sp>
        </p:grpSp>
        <p:sp>
          <p:nvSpPr>
            <p:cNvPr id="30" name="Google Shape;1163;p61">
              <a:extLst>
                <a:ext uri="{FF2B5EF4-FFF2-40B4-BE49-F238E27FC236}">
                  <a16:creationId xmlns:a16="http://schemas.microsoft.com/office/drawing/2014/main" id="{5D6FD2C3-ABCF-7942-133C-F2BE1DA337E8}"/>
                </a:ext>
              </a:extLst>
            </p:cNvPr>
            <p:cNvSpPr txBox="1"/>
            <p:nvPr/>
          </p:nvSpPr>
          <p:spPr>
            <a:xfrm flipH="1">
              <a:off x="9928777" y="3033541"/>
              <a:ext cx="3698400" cy="3742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2000" b="1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End-to-End Orchestration</a:t>
              </a:r>
            </a:p>
            <a:p>
              <a:pPr>
                <a:lnSpc>
                  <a:spcPct val="90000"/>
                </a:lnSpc>
                <a:spcBef>
                  <a:spcPts val="160"/>
                </a:spcBef>
              </a:pPr>
              <a:endParaRPr lang="en-US"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Standards-based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Collaboration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Developer-Friendly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Open Architecture</a:t>
              </a: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endParaRPr lang="en-US"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457200" indent="-457200">
                <a:lnSpc>
                  <a:spcPct val="90000"/>
                </a:lnSpc>
                <a:spcBef>
                  <a:spcPts val="160"/>
                </a:spcBef>
                <a:buFont typeface="Wingdings" panose="05000000000000000000" pitchFamily="2" charset="2"/>
                <a:buChar char="§"/>
              </a:pPr>
              <a:r>
                <a:rPr lang="en-US" sz="3200" baseline="30000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Cost-Effective</a:t>
              </a:r>
              <a:endParaRPr sz="3200" baseline="30000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3616C3-54E7-BAE1-2980-A576E17B969B}"/>
                </a:ext>
              </a:extLst>
            </p:cNvPr>
            <p:cNvSpPr txBox="1"/>
            <p:nvPr/>
          </p:nvSpPr>
          <p:spPr>
            <a:xfrm>
              <a:off x="10001680" y="2426258"/>
              <a:ext cx="3191167" cy="387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ts val="160"/>
                </a:spcBef>
              </a:pPr>
              <a:r>
                <a:rPr lang="en" sz="3200" b="1" baseline="30000" dirty="0">
                  <a:solidFill>
                    <a:schemeClr val="bg1"/>
                  </a:solidFill>
                  <a:latin typeface="IBM Plex Sans"/>
                  <a:sym typeface="IBM Plex Sans"/>
                </a:rPr>
                <a:t>Why CAMUNDA?</a:t>
              </a:r>
            </a:p>
          </p:txBody>
        </p:sp>
      </p:grpSp>
      <p:pic>
        <p:nvPicPr>
          <p:cNvPr id="14" name="Picture 13" descr="CAT Logo and symbol, meaning, history, PNG, brand">
            <a:extLst>
              <a:ext uri="{FF2B5EF4-FFF2-40B4-BE49-F238E27FC236}">
                <a16:creationId xmlns:a16="http://schemas.microsoft.com/office/drawing/2014/main" id="{51A2DB7B-6484-0562-5E90-87699E942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356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304800" y="326410"/>
            <a:ext cx="9372600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4050" kern="0" spc="-114" dirty="0">
                <a:solidFill>
                  <a:schemeClr val="tx1"/>
                </a:solidFill>
                <a:latin typeface="IBM Plex Sans" panose="020B0503050203000203" pitchFamily="34" charset="0"/>
              </a:rPr>
              <a:t>EXISTING SOLUTION</a:t>
            </a:r>
            <a:endParaRPr lang="en-IN" sz="335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5" name="Picture 14" descr="CAT Logo and symbol, meaning, history, PNG, brand">
            <a:extLst>
              <a:ext uri="{FF2B5EF4-FFF2-40B4-BE49-F238E27FC236}">
                <a16:creationId xmlns:a16="http://schemas.microsoft.com/office/drawing/2014/main" id="{863212E0-535E-959B-D1E6-9A8F65E7C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00200"/>
            <a:ext cx="8229600" cy="5158276"/>
          </a:xfrm>
          <a:prstGeom prst="rect">
            <a:avLst/>
          </a:prstGeom>
        </p:spPr>
      </p:pic>
      <p:sp>
        <p:nvSpPr>
          <p:cNvPr id="6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8962977" y="1414729"/>
            <a:ext cx="4113279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3600" kern="0" dirty="0">
                <a:solidFill>
                  <a:schemeClr val="tx1"/>
                </a:solidFill>
                <a:latin typeface="IBM Plex Sans" panose="020B0503050203000203" pitchFamily="34" charset="0"/>
                <a:cs typeface="D-DIN Condensed"/>
              </a:rPr>
              <a:t>Background</a:t>
            </a:r>
            <a:endParaRPr lang="en-IN" sz="360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199286" y="2881887"/>
            <a:ext cx="4619695" cy="121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Complex Custom Java Solution to aggregate, transform data and generating Reports</a:t>
            </a:r>
            <a:endParaRPr sz="2000" baseline="300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199286" y="1929990"/>
            <a:ext cx="4745313" cy="91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Report Templates and Attribute Configured in Static way.</a:t>
            </a:r>
            <a:endParaRPr sz="3200" baseline="30000" dirty="0">
              <a:latin typeface="IBM Plex Sans"/>
              <a:sym typeface="IBM Plex Sans"/>
            </a:endParaRPr>
          </a:p>
        </p:txBody>
      </p:sp>
      <p:sp>
        <p:nvSpPr>
          <p:cNvPr id="10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35381" y="4344176"/>
            <a:ext cx="4745313" cy="61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Development time to built new Reports is considerable high</a:t>
            </a:r>
            <a:endParaRPr sz="3200" baseline="30000" dirty="0"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2787930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304800" y="326410"/>
            <a:ext cx="9372600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IN" sz="4050" kern="0" spc="-114" dirty="0">
                <a:solidFill>
                  <a:schemeClr val="tx1"/>
                </a:solidFill>
                <a:latin typeface="IBM Plex Sans" panose="020B0503050203000203" pitchFamily="34" charset="0"/>
              </a:rPr>
              <a:t>SOLUTION IMPLEMENTED</a:t>
            </a:r>
            <a:endParaRPr lang="en-IN" sz="335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5" name="Picture 14" descr="CAT Logo and symbol, meaning, history, PNG, brand">
            <a:extLst>
              <a:ext uri="{FF2B5EF4-FFF2-40B4-BE49-F238E27FC236}">
                <a16:creationId xmlns:a16="http://schemas.microsoft.com/office/drawing/2014/main" id="{863212E0-535E-959B-D1E6-9A8F65E7C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8962977" y="1414729"/>
            <a:ext cx="4113279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3600" kern="0" dirty="0">
                <a:solidFill>
                  <a:schemeClr val="tx1"/>
                </a:solidFill>
                <a:latin typeface="IBM Plex Sans" panose="020B0503050203000203" pitchFamily="34" charset="0"/>
                <a:cs typeface="D-DIN Condensed"/>
              </a:rPr>
              <a:t>Benefits</a:t>
            </a:r>
            <a:endParaRPr lang="en-IN" sz="360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35678" y="3144682"/>
            <a:ext cx="4619695" cy="121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Re-Usable Components via Custom Connectors reduced 60% development time</a:t>
            </a:r>
            <a:endParaRPr sz="2000" baseline="300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28800"/>
            <a:ext cx="8326601" cy="55194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45228" y="5871192"/>
            <a:ext cx="4745313" cy="1528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3200" baseline="30000" dirty="0">
              <a:latin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3200" baseline="30000" dirty="0"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199286" y="1929990"/>
            <a:ext cx="4745313" cy="121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Process Orchestration made easy to gather data from multiple applications </a:t>
            </a:r>
            <a:endParaRPr sz="3200" baseline="30000" dirty="0"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10305" y="4434071"/>
            <a:ext cx="4745313" cy="136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Rule Engine (DMN) As a Service help</a:t>
            </a:r>
            <a:r>
              <a:rPr lang="en-US" sz="3200" dirty="0">
                <a:latin typeface="IBM Plex Sans"/>
                <a:sym typeface="IBM Plex Sans"/>
              </a:rPr>
              <a:t> </a:t>
            </a:r>
            <a:r>
              <a:rPr lang="en-US" sz="3200" baseline="30000" dirty="0">
                <a:latin typeface="IBM Plex Sans"/>
                <a:sym typeface="IBM Plex Sans"/>
              </a:rPr>
              <a:t>the business to configure the Report and Report Attributes</a:t>
            </a:r>
            <a:endParaRPr sz="3200" baseline="30000" dirty="0"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87421474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5">
            <a:extLst>
              <a:ext uri="{FF2B5EF4-FFF2-40B4-BE49-F238E27FC236}">
                <a16:creationId xmlns:a16="http://schemas.microsoft.com/office/drawing/2014/main" id="{2803BF1E-E7D0-4D82-B01B-9E0EB18B7B72}"/>
              </a:ext>
            </a:extLst>
          </p:cNvPr>
          <p:cNvSpPr txBox="1">
            <a:spLocks/>
          </p:cNvSpPr>
          <p:nvPr/>
        </p:nvSpPr>
        <p:spPr>
          <a:xfrm>
            <a:off x="14350725" y="7683693"/>
            <a:ext cx="321309" cy="3071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35"/>
              </a:spcBef>
            </a:pPr>
            <a:fld id="{81D60167-4931-47E6-BA6A-407CBD079E47}" type="slidenum">
              <a:rPr lang="en-US" smtClean="0">
                <a:solidFill>
                  <a:schemeClr val="bg1"/>
                </a:solidFill>
                <a:latin typeface="IBM Plex Sans" panose="020B0503050203000203" pitchFamily="34" charset="0"/>
              </a:rPr>
              <a:pPr marL="38100">
                <a:spcBef>
                  <a:spcPts val="235"/>
                </a:spcBef>
              </a:pPr>
              <a:t>7</a:t>
            </a:fld>
            <a:endParaRPr lang="en-US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5" name="object 11"/>
          <p:cNvSpPr txBox="1">
            <a:spLocks/>
          </p:cNvSpPr>
          <p:nvPr/>
        </p:nvSpPr>
        <p:spPr>
          <a:xfrm>
            <a:off x="-914400" y="3152164"/>
            <a:ext cx="5029200" cy="19252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579120" lvl="1" algn="r">
              <a:lnSpc>
                <a:spcPts val="4815"/>
              </a:lnSpc>
              <a:spcBef>
                <a:spcPts val="90"/>
              </a:spcBef>
            </a:pPr>
            <a:r>
              <a:rPr lang="en-IN" sz="6000" kern="0" spc="-170" dirty="0">
                <a:solidFill>
                  <a:srgbClr val="F6D33C"/>
                </a:solidFill>
                <a:latin typeface="IBM Plex Sans" panose="020B0503050203000203" pitchFamily="34" charset="0"/>
              </a:rPr>
              <a:t>CAMUNDA </a:t>
            </a:r>
          </a:p>
          <a:p>
            <a:pPr marL="579120" lvl="1" algn="r">
              <a:lnSpc>
                <a:spcPts val="4815"/>
              </a:lnSpc>
              <a:spcBef>
                <a:spcPts val="90"/>
              </a:spcBef>
            </a:pPr>
            <a:r>
              <a:rPr lang="en-IN" sz="6000" kern="0" spc="-170" dirty="0">
                <a:solidFill>
                  <a:srgbClr val="F6D33C"/>
                </a:solidFill>
                <a:latin typeface="IBM Plex Sans" panose="020B0503050203000203" pitchFamily="34" charset="0"/>
              </a:rPr>
              <a:t>SOLUTION </a:t>
            </a:r>
          </a:p>
          <a:p>
            <a:pPr marL="579120" lvl="1" algn="r">
              <a:lnSpc>
                <a:spcPts val="4815"/>
              </a:lnSpc>
              <a:spcBef>
                <a:spcPts val="90"/>
              </a:spcBef>
            </a:pPr>
            <a:r>
              <a:rPr lang="en-IN" sz="6000" kern="0" spc="-170" dirty="0">
                <a:solidFill>
                  <a:srgbClr val="F6D33C"/>
                </a:solidFill>
                <a:latin typeface="IBM Plex Sans" panose="020B0503050203000203" pitchFamily="34" charset="0"/>
              </a:rPr>
              <a:t>DEMO</a:t>
            </a:r>
            <a:endParaRPr lang="en-IN" sz="7200" kern="0" dirty="0">
              <a:solidFill>
                <a:srgbClr val="F6D33C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4" name="Picture 3" descr="CAT Logo and symbol, meaning, history, PNG, brand">
            <a:extLst>
              <a:ext uri="{FF2B5EF4-FFF2-40B4-BE49-F238E27FC236}">
                <a16:creationId xmlns:a16="http://schemas.microsoft.com/office/drawing/2014/main" id="{16AEA647-EBB7-EBA3-1459-19099C305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11">
            <a:extLst>
              <a:ext uri="{FF2B5EF4-FFF2-40B4-BE49-F238E27FC236}">
                <a16:creationId xmlns:a16="http://schemas.microsoft.com/office/drawing/2014/main" id="{B95285EF-715D-382C-70C6-5DAB3E6B1439}"/>
              </a:ext>
            </a:extLst>
          </p:cNvPr>
          <p:cNvSpPr txBox="1">
            <a:spLocks/>
          </p:cNvSpPr>
          <p:nvPr/>
        </p:nvSpPr>
        <p:spPr>
          <a:xfrm>
            <a:off x="3886200" y="3152164"/>
            <a:ext cx="4191000" cy="18862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579120" lvl="1">
              <a:lnSpc>
                <a:spcPts val="4815"/>
              </a:lnSpc>
              <a:spcBef>
                <a:spcPts val="90"/>
              </a:spcBef>
            </a:pPr>
            <a:r>
              <a:rPr lang="en-IN" sz="4800" kern="0" spc="-170" dirty="0">
                <a:latin typeface="IBM Plex Sans" panose="020B0503050203000203" pitchFamily="34" charset="0"/>
              </a:rPr>
              <a:t>Equipment </a:t>
            </a:r>
          </a:p>
          <a:p>
            <a:pPr marL="579120" lvl="1">
              <a:lnSpc>
                <a:spcPts val="4815"/>
              </a:lnSpc>
              <a:spcBef>
                <a:spcPts val="90"/>
              </a:spcBef>
            </a:pPr>
            <a:r>
              <a:rPr lang="en-IN" sz="4800" kern="0" spc="-170" dirty="0">
                <a:latin typeface="IBM Plex Sans" panose="020B0503050203000203" pitchFamily="34" charset="0"/>
              </a:rPr>
              <a:t>Management </a:t>
            </a:r>
          </a:p>
          <a:p>
            <a:pPr marL="579120" lvl="1">
              <a:lnSpc>
                <a:spcPts val="4815"/>
              </a:lnSpc>
              <a:spcBef>
                <a:spcPts val="90"/>
              </a:spcBef>
            </a:pPr>
            <a:r>
              <a:rPr lang="en-IN" sz="4800" kern="0" spc="-170" dirty="0">
                <a:latin typeface="IBM Plex Sans" panose="020B0503050203000203" pitchFamily="34" charset="0"/>
              </a:rPr>
              <a:t>Report</a:t>
            </a:r>
            <a:endParaRPr lang="en-IN" sz="6000" kern="0" dirty="0">
              <a:latin typeface="IBM Plex Sans" panose="020B0503050203000203" pitchFamily="34" charset="0"/>
              <a:cs typeface="D-DIN Condensed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9793D40-ED4E-E15C-2003-44DA283F96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0106759"/>
              </p:ext>
            </p:extLst>
          </p:nvPr>
        </p:nvGraphicFramePr>
        <p:xfrm>
          <a:off x="5981699" y="17585"/>
          <a:ext cx="8620705" cy="8194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AA1592C2-5F0D-0362-E93D-7694B0FE082C}"/>
              </a:ext>
            </a:extLst>
          </p:cNvPr>
          <p:cNvSpPr/>
          <p:nvPr/>
        </p:nvSpPr>
        <p:spPr>
          <a:xfrm>
            <a:off x="8648698" y="304800"/>
            <a:ext cx="495301" cy="495300"/>
          </a:xfrm>
          <a:prstGeom prst="ellipse">
            <a:avLst/>
          </a:prstGeom>
          <a:solidFill>
            <a:srgbClr val="F6D33C"/>
          </a:solidFill>
          <a:ln>
            <a:solidFill>
              <a:srgbClr val="F6D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80B489-D498-48BE-B1DD-D1C4F8BFECA8}"/>
              </a:ext>
            </a:extLst>
          </p:cNvPr>
          <p:cNvCxnSpPr>
            <a:cxnSpLocks/>
          </p:cNvCxnSpPr>
          <p:nvPr/>
        </p:nvCxnSpPr>
        <p:spPr>
          <a:xfrm>
            <a:off x="9192125" y="552450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77CA886-FE19-9F7F-4B75-295FA5FE14D9}"/>
              </a:ext>
            </a:extLst>
          </p:cNvPr>
          <p:cNvSpPr/>
          <p:nvPr/>
        </p:nvSpPr>
        <p:spPr>
          <a:xfrm>
            <a:off x="12039600" y="7315200"/>
            <a:ext cx="495301" cy="495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7A2764-7835-E697-27A4-07B1B61BC608}"/>
              </a:ext>
            </a:extLst>
          </p:cNvPr>
          <p:cNvCxnSpPr>
            <a:cxnSpLocks/>
          </p:cNvCxnSpPr>
          <p:nvPr/>
        </p:nvCxnSpPr>
        <p:spPr>
          <a:xfrm>
            <a:off x="11430000" y="7543800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1574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 idx="4294967295"/>
          </p:nvPr>
        </p:nvSpPr>
        <p:spPr>
          <a:xfrm>
            <a:off x="762000" y="354601"/>
            <a:ext cx="10363200" cy="12426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" algn="l">
              <a:lnSpc>
                <a:spcPts val="4815"/>
              </a:lnSpc>
              <a:spcBef>
                <a:spcPts val="90"/>
              </a:spcBef>
            </a:pPr>
            <a:r>
              <a:rPr lang="en-IN" sz="4050" spc="-114" dirty="0">
                <a:solidFill>
                  <a:schemeClr val="tx1"/>
                </a:solidFill>
                <a:latin typeface="IBM Plex Sans" panose="020B0503050203000203" pitchFamily="34" charset="0"/>
              </a:rPr>
              <a:t>Overall Benefits – </a:t>
            </a:r>
            <a:r>
              <a:rPr lang="en-US" sz="2800" spc="-114" dirty="0">
                <a:solidFill>
                  <a:schemeClr val="tx1"/>
                </a:solidFill>
                <a:latin typeface="IBM Plex Sans" panose="020B0503050203000203" pitchFamily="34" charset="0"/>
                <a:cs typeface="D-DIN Condensed"/>
              </a:rPr>
              <a:t>Design, Development &amp; Effort</a:t>
            </a:r>
            <a:br>
              <a:rPr lang="en-US" sz="3600" b="1" dirty="0">
                <a:solidFill>
                  <a:schemeClr val="tx1"/>
                </a:solidFill>
                <a:latin typeface="IBM Plex Sans" panose="020B0503050203000203" pitchFamily="34" charset="0"/>
                <a:cs typeface="D-DIN Condensed"/>
              </a:rPr>
            </a:br>
            <a:endParaRPr sz="335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2803BF1E-E7D0-4D82-B01B-9E0EB18B7B72}"/>
              </a:ext>
            </a:extLst>
          </p:cNvPr>
          <p:cNvSpPr txBox="1">
            <a:spLocks/>
          </p:cNvSpPr>
          <p:nvPr/>
        </p:nvSpPr>
        <p:spPr>
          <a:xfrm>
            <a:off x="14350725" y="7683693"/>
            <a:ext cx="321309" cy="3071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35"/>
              </a:spcBef>
            </a:pPr>
            <a:fld id="{81D60167-4931-47E6-BA6A-407CBD079E47}" type="slidenum">
              <a:rPr lang="en-US" smtClean="0">
                <a:solidFill>
                  <a:schemeClr val="bg1"/>
                </a:solidFill>
                <a:latin typeface="IBM Plex Sans" panose="020B0503050203000203" pitchFamily="34" charset="0"/>
              </a:rPr>
              <a:pPr marL="38100">
                <a:spcBef>
                  <a:spcPts val="235"/>
                </a:spcBef>
              </a:pPr>
              <a:t>8</a:t>
            </a:fld>
            <a:endParaRPr lang="en-US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602B8779-B74B-DDA1-2423-FF13C117D41C}"/>
              </a:ext>
            </a:extLst>
          </p:cNvPr>
          <p:cNvSpPr txBox="1">
            <a:spLocks/>
          </p:cNvSpPr>
          <p:nvPr/>
        </p:nvSpPr>
        <p:spPr>
          <a:xfrm>
            <a:off x="914400" y="1219200"/>
            <a:ext cx="9144000" cy="44794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lvl="1">
              <a:spcBef>
                <a:spcPts val="90"/>
              </a:spcBef>
            </a:pPr>
            <a:r>
              <a:rPr lang="en-IN" sz="2800" dirty="0">
                <a:solidFill>
                  <a:srgbClr val="FFC000"/>
                </a:solidFill>
                <a:latin typeface="IBM Plex Sans"/>
              </a:rPr>
              <a:t>40% </a:t>
            </a:r>
            <a:r>
              <a:rPr lang="en-IN" dirty="0">
                <a:latin typeface="IBM Plex Sans"/>
              </a:rPr>
              <a:t>of logic has been moved as reusable components (Connectors) which can be used across the reports &amp; developers has the flexibility to drag &amp; drop the connectors while designing the process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Data Set download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Data Merging Component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Report generation based on template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Data upload to storage</a:t>
            </a:r>
          </a:p>
          <a:p>
            <a:pPr marL="0" lvl="1">
              <a:spcBef>
                <a:spcPts val="90"/>
              </a:spcBef>
            </a:pPr>
            <a:r>
              <a:rPr lang="en-IN" sz="2800" dirty="0">
                <a:solidFill>
                  <a:srgbClr val="FFC000"/>
                </a:solidFill>
                <a:latin typeface="IBM Plex Sans"/>
              </a:rPr>
              <a:t>10% </a:t>
            </a:r>
            <a:r>
              <a:rPr lang="en-IN" dirty="0">
                <a:latin typeface="IBM Plex Sans"/>
              </a:rPr>
              <a:t>of the static business key attributes are moved into configurable business rules (DMN) &amp; Business users has the flexibility to update the business rules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Template configurations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Service end points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Request attributes to download the data via endpoints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IBM Plex Sans"/>
              </a:rPr>
              <a:t>Attributes for report sections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  <a:latin typeface="IBM Plex Sans"/>
              </a:rPr>
              <a:t>60% </a:t>
            </a:r>
            <a:r>
              <a:rPr lang="en-IN" dirty="0">
                <a:latin typeface="IBM Plex Sans"/>
              </a:rPr>
              <a:t>of Total effort has been reduced in development effort</a:t>
            </a:r>
          </a:p>
        </p:txBody>
      </p:sp>
      <p:pic>
        <p:nvPicPr>
          <p:cNvPr id="10" name="Picture 9" descr="CAT Logo and symbol, meaning, history, PNG, brand">
            <a:extLst>
              <a:ext uri="{FF2B5EF4-FFF2-40B4-BE49-F238E27FC236}">
                <a16:creationId xmlns:a16="http://schemas.microsoft.com/office/drawing/2014/main" id="{7149BF8C-8A62-5AC3-551D-9DC65E48D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257" y="17585"/>
            <a:ext cx="1526148" cy="91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lobal Settings Transparent Icon | Icon, Stranger things wallpaper, Global">
            <a:extLst>
              <a:ext uri="{FF2B5EF4-FFF2-40B4-BE49-F238E27FC236}">
                <a16:creationId xmlns:a16="http://schemas.microsoft.com/office/drawing/2014/main" id="{465C57C7-180B-804D-BEC5-9B9B42704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634" y="1440915"/>
            <a:ext cx="34290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53667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47"/>
          <p:cNvSpPr/>
          <p:nvPr/>
        </p:nvSpPr>
        <p:spPr>
          <a:xfrm>
            <a:off x="1371600" y="1389538"/>
            <a:ext cx="12801600" cy="65532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7" name="Group 146"/>
          <p:cNvGrpSpPr/>
          <p:nvPr/>
        </p:nvGrpSpPr>
        <p:grpSpPr>
          <a:xfrm>
            <a:off x="1670834" y="1610166"/>
            <a:ext cx="11844880" cy="5572913"/>
            <a:chOff x="1670834" y="1610166"/>
            <a:chExt cx="11844880" cy="5572913"/>
          </a:xfrm>
        </p:grpSpPr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43273" y="6104068"/>
              <a:ext cx="1386554" cy="1079011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6" name="Group 25"/>
            <p:cNvGrpSpPr/>
            <p:nvPr/>
          </p:nvGrpSpPr>
          <p:grpSpPr>
            <a:xfrm>
              <a:off x="1670834" y="3584236"/>
              <a:ext cx="3454080" cy="2782522"/>
              <a:chOff x="6477000" y="3097188"/>
              <a:chExt cx="5711972" cy="2938475"/>
            </a:xfrm>
          </p:grpSpPr>
          <p:sp>
            <p:nvSpPr>
              <p:cNvPr id="68" name="Rounded Rectangle 67"/>
              <p:cNvSpPr/>
              <p:nvPr/>
            </p:nvSpPr>
            <p:spPr>
              <a:xfrm>
                <a:off x="6477000" y="3097188"/>
                <a:ext cx="5711972" cy="2938475"/>
              </a:xfrm>
              <a:prstGeom prst="roundRect">
                <a:avLst/>
              </a:prstGeom>
              <a:solidFill>
                <a:srgbClr val="E7E6E6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78701" y="3916447"/>
                <a:ext cx="1405471" cy="1329590"/>
              </a:xfrm>
              <a:prstGeom prst="rect">
                <a:avLst/>
              </a:prstGeom>
            </p:spPr>
          </p:pic>
          <p:pic>
            <p:nvPicPr>
              <p:cNvPr id="108" name="Picture 10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6528" y="4626535"/>
                <a:ext cx="1428750" cy="1409128"/>
              </a:xfrm>
              <a:prstGeom prst="rect">
                <a:avLst/>
              </a:prstGeom>
            </p:spPr>
          </p:pic>
          <p:pic>
            <p:nvPicPr>
              <p:cNvPr id="109" name="Picture 10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1172" y="3259027"/>
                <a:ext cx="850475" cy="98070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10" name="Rounded Rectangle 9"/>
              <p:cNvSpPr/>
              <p:nvPr/>
            </p:nvSpPr>
            <p:spPr>
              <a:xfrm>
                <a:off x="8759972" y="4136471"/>
                <a:ext cx="1295400" cy="798956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Report Manager</a:t>
                </a:r>
                <a:endParaRPr lang="en-IN" sz="1400" dirty="0"/>
              </a:p>
            </p:txBody>
          </p:sp>
          <p:cxnSp>
            <p:nvCxnSpPr>
              <p:cNvPr id="12" name="Elbow Connector 11"/>
              <p:cNvCxnSpPr>
                <a:endCxn id="10" idx="0"/>
              </p:cNvCxnSpPr>
              <p:nvPr/>
            </p:nvCxnSpPr>
            <p:spPr>
              <a:xfrm>
                <a:off x="7886284" y="3646121"/>
                <a:ext cx="1521388" cy="490350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Elbow Connector 13"/>
              <p:cNvCxnSpPr>
                <a:endCxn id="10" idx="2"/>
              </p:cNvCxnSpPr>
              <p:nvPr/>
            </p:nvCxnSpPr>
            <p:spPr>
              <a:xfrm flipV="1">
                <a:off x="8068705" y="4935427"/>
                <a:ext cx="1338967" cy="395672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stCxn id="10" idx="3"/>
              </p:cNvCxnSpPr>
              <p:nvPr/>
            </p:nvCxnSpPr>
            <p:spPr>
              <a:xfrm>
                <a:off x="10055372" y="4535949"/>
                <a:ext cx="457200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39959" y="4759967"/>
              <a:ext cx="1004719" cy="913381"/>
            </a:xfrm>
            <a:prstGeom prst="rect">
              <a:avLst/>
            </a:prstGeom>
          </p:spPr>
        </p:pic>
        <p:grpSp>
          <p:nvGrpSpPr>
            <p:cNvPr id="35" name="Group 34"/>
            <p:cNvGrpSpPr/>
            <p:nvPr/>
          </p:nvGrpSpPr>
          <p:grpSpPr>
            <a:xfrm rot="5400000">
              <a:off x="11554468" y="426532"/>
              <a:ext cx="777611" cy="3144880"/>
              <a:chOff x="8907082" y="1076408"/>
              <a:chExt cx="777611" cy="3144880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8907082" y="1076408"/>
                <a:ext cx="777611" cy="3144880"/>
              </a:xfrm>
              <a:prstGeom prst="round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17" name="Picture 11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8460" y="2899174"/>
                <a:ext cx="529695" cy="566366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pic>
            <p:nvPicPr>
              <p:cNvPr id="118" name="Picture 11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8460" y="1704572"/>
                <a:ext cx="529695" cy="566366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pic>
            <p:nvPicPr>
              <p:cNvPr id="120" name="Picture 11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5657" y="3633025"/>
                <a:ext cx="437524" cy="437524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68789" y="2395181"/>
                <a:ext cx="379749" cy="379749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  <p:pic>
            <p:nvPicPr>
              <p:cNvPr id="123" name="Picture 12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80062" y="1188632"/>
                <a:ext cx="379749" cy="379749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pic>
        </p:grpSp>
        <p:grpSp>
          <p:nvGrpSpPr>
            <p:cNvPr id="43" name="Group 42"/>
            <p:cNvGrpSpPr/>
            <p:nvPr/>
          </p:nvGrpSpPr>
          <p:grpSpPr>
            <a:xfrm>
              <a:off x="6069812" y="2917322"/>
              <a:ext cx="4598188" cy="4058629"/>
              <a:chOff x="6854136" y="3027969"/>
              <a:chExt cx="4598188" cy="4058629"/>
            </a:xfrm>
          </p:grpSpPr>
          <p:sp>
            <p:nvSpPr>
              <p:cNvPr id="37" name="Rounded Rectangle 36"/>
              <p:cNvSpPr/>
              <p:nvPr/>
            </p:nvSpPr>
            <p:spPr>
              <a:xfrm>
                <a:off x="6854136" y="3361697"/>
                <a:ext cx="4598188" cy="372490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Ja</a:t>
                </a:r>
                <a:endParaRPr lang="en-IN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7408699" y="3027969"/>
                <a:ext cx="3395170" cy="30777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defTabSz="914364"/>
                <a:r>
                  <a:rPr lang="en-IN" sz="1400" b="1" dirty="0">
                    <a:solidFill>
                      <a:prstClr val="black"/>
                    </a:solidFill>
                    <a:latin typeface="Calibri"/>
                  </a:rPr>
                  <a:t>JAVA CUSTOM SERVICE ORCHESTRATOR</a:t>
                </a:r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7433988" y="5658651"/>
                <a:ext cx="1380221" cy="8382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3BF1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Message Listener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ounded Rectangle 115"/>
              <p:cNvSpPr/>
              <p:nvPr/>
            </p:nvSpPr>
            <p:spPr>
              <a:xfrm>
                <a:off x="7181823" y="4151679"/>
                <a:ext cx="2209800" cy="1145444"/>
              </a:xfrm>
              <a:prstGeom prst="roundRect">
                <a:avLst/>
              </a:prstGeom>
              <a:solidFill>
                <a:srgbClr val="FF7C80"/>
              </a:solidFill>
              <a:ln>
                <a:solidFill>
                  <a:srgbClr val="FF7C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Configuration: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Business Rules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Template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Request Attributes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tx1"/>
                    </a:solidFill>
                  </a:rPr>
                  <a:t>Service Address</a:t>
                </a:r>
              </a:p>
              <a:p>
                <a:endParaRPr lang="en-I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9745984" y="4961084"/>
                <a:ext cx="1219200" cy="608479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Aggregator</a:t>
                </a:r>
                <a:endParaRPr lang="en-IN" sz="1400" dirty="0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9742174" y="5837929"/>
                <a:ext cx="1219200" cy="60847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Report Generator</a:t>
                </a:r>
                <a:endParaRPr lang="en-I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9745984" y="4115922"/>
                <a:ext cx="1219200" cy="608479"/>
              </a:xfrm>
              <a:prstGeom prst="rect">
                <a:avLst/>
              </a:prstGeom>
              <a:solidFill>
                <a:srgbClr val="13DFF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Service Invoker</a:t>
                </a:r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7" name="Right Arrow 136"/>
            <p:cNvSpPr/>
            <p:nvPr/>
          </p:nvSpPr>
          <p:spPr>
            <a:xfrm>
              <a:off x="5124915" y="4865670"/>
              <a:ext cx="915352" cy="45924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1" name="Straight Arrow Connector 140"/>
            <p:cNvCxnSpPr>
              <a:stCxn id="37" idx="3"/>
            </p:cNvCxnSpPr>
            <p:nvPr/>
          </p:nvCxnSpPr>
          <p:spPr>
            <a:xfrm flipV="1">
              <a:off x="10668000" y="5095291"/>
              <a:ext cx="1528941" cy="182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Elbow Connector 142"/>
            <p:cNvCxnSpPr>
              <a:endCxn id="34" idx="3"/>
            </p:cNvCxnSpPr>
            <p:nvPr/>
          </p:nvCxnSpPr>
          <p:spPr>
            <a:xfrm rot="5400000" flipH="1" flipV="1">
              <a:off x="10099294" y="2465534"/>
              <a:ext cx="1921736" cy="1766224"/>
            </a:xfrm>
            <a:prstGeom prst="bentConnector3">
              <a:avLst>
                <a:gd name="adj1" fmla="val 3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lbow Connector 145"/>
            <p:cNvCxnSpPr>
              <a:endCxn id="71" idx="1"/>
            </p:cNvCxnSpPr>
            <p:nvPr/>
          </p:nvCxnSpPr>
          <p:spPr>
            <a:xfrm>
              <a:off x="10177050" y="5967104"/>
              <a:ext cx="1766223" cy="676470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292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54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mund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7F7F7"/>
      </a:lt2>
      <a:accent1>
        <a:srgbClr val="FC5D0D"/>
      </a:accent1>
      <a:accent2>
        <a:srgbClr val="26D07C"/>
      </a:accent2>
      <a:accent3>
        <a:srgbClr val="00A7B5"/>
      </a:accent3>
      <a:accent4>
        <a:srgbClr val="888B8D"/>
      </a:accent4>
      <a:accent5>
        <a:srgbClr val="BBBCBC"/>
      </a:accent5>
      <a:accent6>
        <a:srgbClr val="0072CE"/>
      </a:accent6>
      <a:hlink>
        <a:srgbClr val="0072C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3729</TotalTime>
  <Words>518</Words>
  <Application>Microsoft Office PowerPoint</Application>
  <PresentationFormat>Custom</PresentationFormat>
  <Paragraphs>113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IBM Plex Sans</vt:lpstr>
      <vt:lpstr>Arial</vt:lpstr>
      <vt:lpstr>Verdana</vt:lpstr>
      <vt:lpstr>IBM Plex Sans SemiBold</vt:lpstr>
      <vt:lpstr>Trebuchet MS</vt:lpstr>
      <vt:lpstr>IBM Plex Mono SemiBold</vt:lpstr>
      <vt:lpstr>Calibri</vt:lpstr>
      <vt:lpstr>IBM Plex Sans Medium</vt:lpstr>
      <vt:lpstr>IBM Plex Sans Light</vt:lpstr>
      <vt:lpstr>Wingdings</vt:lpstr>
      <vt:lpstr>Office Theme</vt:lpstr>
      <vt:lpstr>Camunda</vt:lpstr>
      <vt:lpstr>Camunda 8 Self-Managed Deployment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Benefits – Design, Development &amp; Effort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SURGE_V7A.cdr</dc:title>
  <dc:creator>Pradeep</dc:creator>
  <cp:lastModifiedBy>Muralibabu Muthukrishnan</cp:lastModifiedBy>
  <cp:revision>190</cp:revision>
  <dcterms:created xsi:type="dcterms:W3CDTF">2022-02-19T13:03:16Z</dcterms:created>
  <dcterms:modified xsi:type="dcterms:W3CDTF">2025-03-12T15:09:14Z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2022-02-19T00:00:00Z</vt:filetime>
  </property>
  <property fmtid="{D5CDD505-2E9C-101B-9397-08002B2CF9AE}" pid="3" name="Creator">
    <vt:lpwstr>CorelDRAW 2017</vt:lpwstr>
  </property>
  <property fmtid="{D5CDD505-2E9C-101B-9397-08002B2CF9AE}" pid="4" name="LastSaved">
    <vt:filetime>2022-02-19T00:00:00Z</vt:filetime>
  </property>
</Properties>
</file>