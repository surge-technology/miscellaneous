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75.jpg" ContentType="image/jp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7" r:id="rId2"/>
  </p:sldMasterIdLst>
  <p:notesMasterIdLst>
    <p:notesMasterId r:id="rId21"/>
  </p:notesMasterIdLst>
  <p:sldIdLst>
    <p:sldId id="256" r:id="rId3"/>
    <p:sldId id="258" r:id="rId4"/>
    <p:sldId id="294" r:id="rId5"/>
    <p:sldId id="261" r:id="rId6"/>
    <p:sldId id="301" r:id="rId7"/>
    <p:sldId id="302" r:id="rId8"/>
    <p:sldId id="295" r:id="rId9"/>
    <p:sldId id="273" r:id="rId10"/>
    <p:sldId id="292" r:id="rId11"/>
    <p:sldId id="298" r:id="rId12"/>
    <p:sldId id="269" r:id="rId13"/>
    <p:sldId id="284" r:id="rId14"/>
    <p:sldId id="285" r:id="rId15"/>
    <p:sldId id="286" r:id="rId16"/>
    <p:sldId id="262" r:id="rId17"/>
    <p:sldId id="289" r:id="rId18"/>
    <p:sldId id="290" r:id="rId19"/>
    <p:sldId id="291" r:id="rId20"/>
  </p:sldIdLst>
  <p:sldSz cx="14630400" cy="8229600"/>
  <p:notesSz cx="14630400" cy="8229600"/>
  <p:embeddedFontLst>
    <p:embeddedFont>
      <p:font typeface="IBM Plex Sans SemiBold" panose="020B0604020202020204" charset="0"/>
      <p:regular r:id="rId22"/>
      <p:bold r:id="rId23"/>
      <p:italic r:id="rId24"/>
      <p:boldItalic r:id="rId25"/>
    </p:embeddedFont>
    <p:embeddedFont>
      <p:font typeface="DIN" panose="020B0604020202020204" charset="0"/>
      <p:regular r:id="rId26"/>
      <p:bold r:id="rId27"/>
      <p:italic r:id="rId28"/>
      <p:boldItalic r:id="rId29"/>
    </p:embeddedFont>
    <p:embeddedFont>
      <p:font typeface="IBM Plex Sans Light" panose="020B0604020202020204" charset="0"/>
      <p:regular r:id="rId30"/>
      <p:bold r:id="rId31"/>
      <p:italic r:id="rId32"/>
      <p:boldItalic r:id="rId33"/>
    </p:embeddedFont>
    <p:embeddedFont>
      <p:font typeface="IBM Plex Sans Medium" panose="020B0604020202020204" charset="0"/>
      <p:regular r:id="rId34"/>
      <p:bold r:id="rId35"/>
      <p:italic r:id="rId36"/>
      <p:boldItalic r:id="rId37"/>
    </p:embeddedFont>
    <p:embeddedFont>
      <p:font typeface="Calibri" panose="020F0502020204030204" pitchFamily="34" charset="0"/>
      <p:regular r:id="rId38"/>
      <p:bold r:id="rId39"/>
      <p:italic r:id="rId40"/>
      <p:boldItalic r:id="rId41"/>
    </p:embeddedFont>
    <p:embeddedFont>
      <p:font typeface="IBM Plex Mono SemiBold" panose="020B0604020202020204" charset="0"/>
      <p:regular r:id="rId42"/>
      <p:bold r:id="rId43"/>
      <p:italic r:id="rId44"/>
      <p:boldItalic r:id="rId45"/>
    </p:embeddedFont>
    <p:embeddedFont>
      <p:font typeface="IBM Plex Sans" panose="020B060402020202020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33C"/>
    <a:srgbClr val="7B9DAB"/>
    <a:srgbClr val="ED5A1F"/>
    <a:srgbClr val="DDDDDD"/>
    <a:srgbClr val="3BF185"/>
    <a:srgbClr val="FF66CC"/>
    <a:srgbClr val="82C7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ED01E6-9351-4CE8-8266-B094E59D9E7D}" v="43" dt="2023-03-06T16:20:25.28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3883" autoAdjust="0"/>
  </p:normalViewPr>
  <p:slideViewPr>
    <p:cSldViewPr>
      <p:cViewPr varScale="1">
        <p:scale>
          <a:sx n="56" d="100"/>
          <a:sy n="56" d="100"/>
        </p:scale>
        <p:origin x="964"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8.fntdata"/><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slide" Target="slides/slide18.xml"/><Relationship Id="rId41" Type="http://schemas.openxmlformats.org/officeDocument/2006/relationships/font" Target="fonts/font20.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hekar Atchi" userId="2ebe584e-20f3-4d5b-9cd4-f56557b1c32b" providerId="ADAL" clId="{70ED01E6-9351-4CE8-8266-B094E59D9E7D}"/>
    <pc:docChg chg="undo custSel addSld delSld modSld sldOrd modMainMaster">
      <pc:chgData name="Rajashekar Atchi" userId="2ebe584e-20f3-4d5b-9cd4-f56557b1c32b" providerId="ADAL" clId="{70ED01E6-9351-4CE8-8266-B094E59D9E7D}" dt="2023-03-06T16:20:25.284" v="2118"/>
      <pc:docMkLst>
        <pc:docMk/>
      </pc:docMkLst>
      <pc:sldChg chg="modSp mod">
        <pc:chgData name="Rajashekar Atchi" userId="2ebe584e-20f3-4d5b-9cd4-f56557b1c32b" providerId="ADAL" clId="{70ED01E6-9351-4CE8-8266-B094E59D9E7D}" dt="2023-03-06T15:53:34.700" v="1969" actId="20577"/>
        <pc:sldMkLst>
          <pc:docMk/>
          <pc:sldMk cId="0" sldId="258"/>
        </pc:sldMkLst>
        <pc:spChg chg="mod">
          <ac:chgData name="Rajashekar Atchi" userId="2ebe584e-20f3-4d5b-9cd4-f56557b1c32b" providerId="ADAL" clId="{70ED01E6-9351-4CE8-8266-B094E59D9E7D}" dt="2023-03-06T15:53:34.700" v="1969" actId="20577"/>
          <ac:spMkLst>
            <pc:docMk/>
            <pc:sldMk cId="0" sldId="258"/>
            <ac:spMk id="23" creationId="{49D81003-121D-D3EB-D054-3F20B5006966}"/>
          </ac:spMkLst>
        </pc:spChg>
        <pc:spChg chg="mod">
          <ac:chgData name="Rajashekar Atchi" userId="2ebe584e-20f3-4d5b-9cd4-f56557b1c32b" providerId="ADAL" clId="{70ED01E6-9351-4CE8-8266-B094E59D9E7D}" dt="2023-03-06T15:53:26.733" v="1967" actId="14100"/>
          <ac:spMkLst>
            <pc:docMk/>
            <pc:sldMk cId="0" sldId="258"/>
            <ac:spMk id="1191" creationId="{12BE68F4-17D4-8376-B736-B8B038B02D33}"/>
          </ac:spMkLst>
        </pc:spChg>
      </pc:sldChg>
      <pc:sldChg chg="modSp mod">
        <pc:chgData name="Rajashekar Atchi" userId="2ebe584e-20f3-4d5b-9cd4-f56557b1c32b" providerId="ADAL" clId="{70ED01E6-9351-4CE8-8266-B094E59D9E7D}" dt="2023-03-06T15:05:40.447" v="131" actId="20577"/>
        <pc:sldMkLst>
          <pc:docMk/>
          <pc:sldMk cId="0" sldId="261"/>
        </pc:sldMkLst>
        <pc:spChg chg="mod">
          <ac:chgData name="Rajashekar Atchi" userId="2ebe584e-20f3-4d5b-9cd4-f56557b1c32b" providerId="ADAL" clId="{70ED01E6-9351-4CE8-8266-B094E59D9E7D}" dt="2023-03-06T15:05:40.447" v="131" actId="20577"/>
          <ac:spMkLst>
            <pc:docMk/>
            <pc:sldMk cId="0" sldId="261"/>
            <ac:spMk id="1279" creationId="{00000000-0000-0000-0000-000000000000}"/>
          </ac:spMkLst>
        </pc:spChg>
      </pc:sldChg>
      <pc:sldChg chg="del">
        <pc:chgData name="Rajashekar Atchi" userId="2ebe584e-20f3-4d5b-9cd4-f56557b1c32b" providerId="ADAL" clId="{70ED01E6-9351-4CE8-8266-B094E59D9E7D}" dt="2023-03-06T15:12:28.051" v="297" actId="47"/>
        <pc:sldMkLst>
          <pc:docMk/>
          <pc:sldMk cId="836565125" sldId="271"/>
        </pc:sldMkLst>
      </pc:sldChg>
      <pc:sldChg chg="addSp delSp modSp mod ord">
        <pc:chgData name="Rajashekar Atchi" userId="2ebe584e-20f3-4d5b-9cd4-f56557b1c32b" providerId="ADAL" clId="{70ED01E6-9351-4CE8-8266-B094E59D9E7D}" dt="2023-03-06T16:19:13.111" v="2117" actId="1076"/>
        <pc:sldMkLst>
          <pc:docMk/>
          <pc:sldMk cId="3775536675" sldId="273"/>
        </pc:sldMkLst>
        <pc:spChg chg="add del">
          <ac:chgData name="Rajashekar Atchi" userId="2ebe584e-20f3-4d5b-9cd4-f56557b1c32b" providerId="ADAL" clId="{70ED01E6-9351-4CE8-8266-B094E59D9E7D}" dt="2023-03-06T14:55:59.905" v="34" actId="478"/>
          <ac:spMkLst>
            <pc:docMk/>
            <pc:sldMk cId="3775536675" sldId="273"/>
            <ac:spMk id="2" creationId="{ED82EDF6-6EB7-D5CD-23CD-3DA5353F2FAE}"/>
          </ac:spMkLst>
        </pc:spChg>
        <pc:spChg chg="mod">
          <ac:chgData name="Rajashekar Atchi" userId="2ebe584e-20f3-4d5b-9cd4-f56557b1c32b" providerId="ADAL" clId="{70ED01E6-9351-4CE8-8266-B094E59D9E7D}" dt="2023-03-06T15:49:25.780" v="1881" actId="108"/>
          <ac:spMkLst>
            <pc:docMk/>
            <pc:sldMk cId="3775536675" sldId="273"/>
            <ac:spMk id="3" creationId="{602B8779-B74B-DDA1-2423-FF13C117D41C}"/>
          </ac:spMkLst>
        </pc:spChg>
        <pc:spChg chg="del">
          <ac:chgData name="Rajashekar Atchi" userId="2ebe584e-20f3-4d5b-9cd4-f56557b1c32b" providerId="ADAL" clId="{70ED01E6-9351-4CE8-8266-B094E59D9E7D}" dt="2023-03-06T15:29:49.868" v="982" actId="478"/>
          <ac:spMkLst>
            <pc:docMk/>
            <pc:sldMk cId="3775536675" sldId="273"/>
            <ac:spMk id="7" creationId="{F683F824-0F47-F6CE-A2FA-F40C8607446D}"/>
          </ac:spMkLst>
        </pc:spChg>
        <pc:spChg chg="mod">
          <ac:chgData name="Rajashekar Atchi" userId="2ebe584e-20f3-4d5b-9cd4-f56557b1c32b" providerId="ADAL" clId="{70ED01E6-9351-4CE8-8266-B094E59D9E7D}" dt="2023-03-06T15:47:16.857" v="1829" actId="20577"/>
          <ac:spMkLst>
            <pc:docMk/>
            <pc:sldMk cId="3775536675" sldId="273"/>
            <ac:spMk id="8" creationId="{692A0C3A-4A94-7653-ACB6-E7F1288BC918}"/>
          </ac:spMkLst>
        </pc:spChg>
        <pc:spChg chg="del">
          <ac:chgData name="Rajashekar Atchi" userId="2ebe584e-20f3-4d5b-9cd4-f56557b1c32b" providerId="ADAL" clId="{70ED01E6-9351-4CE8-8266-B094E59D9E7D}" dt="2023-03-06T15:29:52.823" v="983" actId="478"/>
          <ac:spMkLst>
            <pc:docMk/>
            <pc:sldMk cId="3775536675" sldId="273"/>
            <ac:spMk id="9" creationId="{919468E3-E815-202F-EAEB-0E4F650B5246}"/>
          </ac:spMkLst>
        </pc:spChg>
        <pc:spChg chg="mod">
          <ac:chgData name="Rajashekar Atchi" userId="2ebe584e-20f3-4d5b-9cd4-f56557b1c32b" providerId="ADAL" clId="{70ED01E6-9351-4CE8-8266-B094E59D9E7D}" dt="2023-03-06T15:13:47.768" v="322" actId="6549"/>
          <ac:spMkLst>
            <pc:docMk/>
            <pc:sldMk cId="3775536675" sldId="273"/>
            <ac:spMk id="11" creationId="{00000000-0000-0000-0000-000000000000}"/>
          </ac:spMkLst>
        </pc:spChg>
        <pc:picChg chg="del">
          <ac:chgData name="Rajashekar Atchi" userId="2ebe584e-20f3-4d5b-9cd4-f56557b1c32b" providerId="ADAL" clId="{70ED01E6-9351-4CE8-8266-B094E59D9E7D}" dt="2023-03-06T14:55:56.071" v="32" actId="478"/>
          <ac:picMkLst>
            <pc:docMk/>
            <pc:sldMk cId="3775536675" sldId="273"/>
            <ac:picMk id="4" creationId="{996EA312-BA7A-41FF-417E-81D8EEF6A5B9}"/>
          </ac:picMkLst>
        </pc:picChg>
        <pc:picChg chg="add del mod">
          <ac:chgData name="Rajashekar Atchi" userId="2ebe584e-20f3-4d5b-9cd4-f56557b1c32b" providerId="ADAL" clId="{70ED01E6-9351-4CE8-8266-B094E59D9E7D}" dt="2023-03-06T15:51:13.948" v="1909" actId="21"/>
          <ac:picMkLst>
            <pc:docMk/>
            <pc:sldMk cId="3775536675" sldId="273"/>
            <ac:picMk id="6" creationId="{08C55CF9-ACD8-8347-C06B-EE12277EBEF1}"/>
          </ac:picMkLst>
        </pc:picChg>
        <pc:picChg chg="add mod">
          <ac:chgData name="Rajashekar Atchi" userId="2ebe584e-20f3-4d5b-9cd4-f56557b1c32b" providerId="ADAL" clId="{70ED01E6-9351-4CE8-8266-B094E59D9E7D}" dt="2023-03-06T16:19:13.111" v="2117" actId="1076"/>
          <ac:picMkLst>
            <pc:docMk/>
            <pc:sldMk cId="3775536675" sldId="273"/>
            <ac:picMk id="1028" creationId="{465C57C7-180B-804D-BEC5-9B9B42704F7C}"/>
          </ac:picMkLst>
        </pc:picChg>
      </pc:sldChg>
      <pc:sldChg chg="del">
        <pc:chgData name="Rajashekar Atchi" userId="2ebe584e-20f3-4d5b-9cd4-f56557b1c32b" providerId="ADAL" clId="{70ED01E6-9351-4CE8-8266-B094E59D9E7D}" dt="2023-03-06T15:55:05.678" v="1988" actId="47"/>
        <pc:sldMkLst>
          <pc:docMk/>
          <pc:sldMk cId="2843431937" sldId="275"/>
        </pc:sldMkLst>
      </pc:sldChg>
      <pc:sldChg chg="del">
        <pc:chgData name="Rajashekar Atchi" userId="2ebe584e-20f3-4d5b-9cd4-f56557b1c32b" providerId="ADAL" clId="{70ED01E6-9351-4CE8-8266-B094E59D9E7D}" dt="2023-03-06T15:55:06.582" v="1989" actId="47"/>
        <pc:sldMkLst>
          <pc:docMk/>
          <pc:sldMk cId="4128688370" sldId="276"/>
        </pc:sldMkLst>
      </pc:sldChg>
      <pc:sldChg chg="del">
        <pc:chgData name="Rajashekar Atchi" userId="2ebe584e-20f3-4d5b-9cd4-f56557b1c32b" providerId="ADAL" clId="{70ED01E6-9351-4CE8-8266-B094E59D9E7D}" dt="2023-03-06T15:55:07.483" v="1990" actId="47"/>
        <pc:sldMkLst>
          <pc:docMk/>
          <pc:sldMk cId="2987681781" sldId="277"/>
        </pc:sldMkLst>
      </pc:sldChg>
      <pc:sldChg chg="del">
        <pc:chgData name="Rajashekar Atchi" userId="2ebe584e-20f3-4d5b-9cd4-f56557b1c32b" providerId="ADAL" clId="{70ED01E6-9351-4CE8-8266-B094E59D9E7D}" dt="2023-03-06T15:55:09.173" v="1991" actId="47"/>
        <pc:sldMkLst>
          <pc:docMk/>
          <pc:sldMk cId="2787577456" sldId="278"/>
        </pc:sldMkLst>
      </pc:sldChg>
      <pc:sldChg chg="addSp modSp mod">
        <pc:chgData name="Rajashekar Atchi" userId="2ebe584e-20f3-4d5b-9cd4-f56557b1c32b" providerId="ADAL" clId="{70ED01E6-9351-4CE8-8266-B094E59D9E7D}" dt="2023-03-06T15:54:49.453" v="1987" actId="1076"/>
        <pc:sldMkLst>
          <pc:docMk/>
          <pc:sldMk cId="1837185926" sldId="292"/>
        </pc:sldMkLst>
        <pc:spChg chg="add mod">
          <ac:chgData name="Rajashekar Atchi" userId="2ebe584e-20f3-4d5b-9cd4-f56557b1c32b" providerId="ADAL" clId="{70ED01E6-9351-4CE8-8266-B094E59D9E7D}" dt="2023-03-06T15:54:49.453" v="1987" actId="1076"/>
          <ac:spMkLst>
            <pc:docMk/>
            <pc:sldMk cId="1837185926" sldId="292"/>
            <ac:spMk id="2" creationId="{E36EDF5F-90B1-AB48-D224-38749FFF23AF}"/>
          </ac:spMkLst>
        </pc:spChg>
        <pc:spChg chg="mod">
          <ac:chgData name="Rajashekar Atchi" userId="2ebe584e-20f3-4d5b-9cd4-f56557b1c32b" providerId="ADAL" clId="{70ED01E6-9351-4CE8-8266-B094E59D9E7D}" dt="2023-03-06T15:54:32.939" v="1983" actId="1076"/>
          <ac:spMkLst>
            <pc:docMk/>
            <pc:sldMk cId="1837185926" sldId="292"/>
            <ac:spMk id="16" creationId="{00000000-0000-0000-0000-000000000000}"/>
          </ac:spMkLst>
        </pc:spChg>
        <pc:spChg chg="mod">
          <ac:chgData name="Rajashekar Atchi" userId="2ebe584e-20f3-4d5b-9cd4-f56557b1c32b" providerId="ADAL" clId="{70ED01E6-9351-4CE8-8266-B094E59D9E7D}" dt="2023-03-06T15:54:23.701" v="1979" actId="1076"/>
          <ac:spMkLst>
            <pc:docMk/>
            <pc:sldMk cId="1837185926" sldId="292"/>
            <ac:spMk id="44" creationId="{00000000-0000-0000-0000-000000000000}"/>
          </ac:spMkLst>
        </pc:spChg>
        <pc:grpChg chg="mod">
          <ac:chgData name="Rajashekar Atchi" userId="2ebe584e-20f3-4d5b-9cd4-f56557b1c32b" providerId="ADAL" clId="{70ED01E6-9351-4CE8-8266-B094E59D9E7D}" dt="2023-03-06T15:54:42.069" v="1985" actId="1076"/>
          <ac:grpSpMkLst>
            <pc:docMk/>
            <pc:sldMk cId="1837185926" sldId="292"/>
            <ac:grpSpMk id="8" creationId="{00000000-0000-0000-0000-000000000000}"/>
          </ac:grpSpMkLst>
        </pc:grpChg>
        <pc:picChg chg="mod">
          <ac:chgData name="Rajashekar Atchi" userId="2ebe584e-20f3-4d5b-9cd4-f56557b1c32b" providerId="ADAL" clId="{70ED01E6-9351-4CE8-8266-B094E59D9E7D}" dt="2023-03-06T15:54:16.623" v="1977" actId="1076"/>
          <ac:picMkLst>
            <pc:docMk/>
            <pc:sldMk cId="1837185926" sldId="292"/>
            <ac:picMk id="4" creationId="{8E611218-B8C2-095F-DA29-2FFEC0BB15DA}"/>
          </ac:picMkLst>
        </pc:picChg>
        <pc:picChg chg="mod">
          <ac:chgData name="Rajashekar Atchi" userId="2ebe584e-20f3-4d5b-9cd4-f56557b1c32b" providerId="ADAL" clId="{70ED01E6-9351-4CE8-8266-B094E59D9E7D}" dt="2023-03-06T15:54:14.726" v="1976" actId="1076"/>
          <ac:picMkLst>
            <pc:docMk/>
            <pc:sldMk cId="1837185926" sldId="292"/>
            <ac:picMk id="45" creationId="{1AC5D8D3-1461-C925-F9EB-896EBF204716}"/>
          </ac:picMkLst>
        </pc:picChg>
      </pc:sldChg>
      <pc:sldChg chg="modSp mod">
        <pc:chgData name="Rajashekar Atchi" userId="2ebe584e-20f3-4d5b-9cd4-f56557b1c32b" providerId="ADAL" clId="{70ED01E6-9351-4CE8-8266-B094E59D9E7D}" dt="2023-03-06T15:05:08.144" v="123" actId="20577"/>
        <pc:sldMkLst>
          <pc:docMk/>
          <pc:sldMk cId="382135687" sldId="294"/>
        </pc:sldMkLst>
        <pc:spChg chg="mod">
          <ac:chgData name="Rajashekar Atchi" userId="2ebe584e-20f3-4d5b-9cd4-f56557b1c32b" providerId="ADAL" clId="{70ED01E6-9351-4CE8-8266-B094E59D9E7D}" dt="2023-03-06T15:05:08.144" v="123" actId="20577"/>
          <ac:spMkLst>
            <pc:docMk/>
            <pc:sldMk cId="382135687" sldId="294"/>
            <ac:spMk id="10" creationId="{AD3616C3-54E7-BAE1-2980-A576E17B969B}"/>
          </ac:spMkLst>
        </pc:spChg>
        <pc:spChg chg="mod">
          <ac:chgData name="Rajashekar Atchi" userId="2ebe584e-20f3-4d5b-9cd4-f56557b1c32b" providerId="ADAL" clId="{70ED01E6-9351-4CE8-8266-B094E59D9E7D}" dt="2023-03-06T15:04:35.966" v="111" actId="20577"/>
          <ac:spMkLst>
            <pc:docMk/>
            <pc:sldMk cId="382135687" sldId="294"/>
            <ac:spMk id="30" creationId="{5D6FD2C3-ABCF-7942-133C-F2BE1DA337E8}"/>
          </ac:spMkLst>
        </pc:spChg>
      </pc:sldChg>
      <pc:sldChg chg="addSp delSp modSp mod">
        <pc:chgData name="Rajashekar Atchi" userId="2ebe584e-20f3-4d5b-9cd4-f56557b1c32b" providerId="ADAL" clId="{70ED01E6-9351-4CE8-8266-B094E59D9E7D}" dt="2023-03-06T16:17:30.697" v="2112" actId="14100"/>
        <pc:sldMkLst>
          <pc:docMk/>
          <pc:sldMk cId="2257515749" sldId="295"/>
        </pc:sldMkLst>
        <pc:spChg chg="add mod">
          <ac:chgData name="Rajashekar Atchi" userId="2ebe584e-20f3-4d5b-9cd4-f56557b1c32b" providerId="ADAL" clId="{70ED01E6-9351-4CE8-8266-B094E59D9E7D}" dt="2023-03-06T16:14:46.551" v="2073" actId="14100"/>
          <ac:spMkLst>
            <pc:docMk/>
            <pc:sldMk cId="2257515749" sldId="295"/>
            <ac:spMk id="3" creationId="{B95285EF-715D-382C-70C6-5DAB3E6B1439}"/>
          </ac:spMkLst>
        </pc:spChg>
        <pc:spChg chg="add del mod">
          <ac:chgData name="Rajashekar Atchi" userId="2ebe584e-20f3-4d5b-9cd4-f56557b1c32b" providerId="ADAL" clId="{70ED01E6-9351-4CE8-8266-B094E59D9E7D}" dt="2023-03-06T16:13:32.193" v="2050" actId="12084"/>
          <ac:spMkLst>
            <pc:docMk/>
            <pc:sldMk cId="2257515749" sldId="295"/>
            <ac:spMk id="8" creationId="{8CC98D36-AD1E-1FE8-599F-173756576936}"/>
          </ac:spMkLst>
        </pc:spChg>
        <pc:spChg chg="add mod">
          <ac:chgData name="Rajashekar Atchi" userId="2ebe584e-20f3-4d5b-9cd4-f56557b1c32b" providerId="ADAL" clId="{70ED01E6-9351-4CE8-8266-B094E59D9E7D}" dt="2023-03-06T16:16:10.594" v="2091" actId="208"/>
          <ac:spMkLst>
            <pc:docMk/>
            <pc:sldMk cId="2257515749" sldId="295"/>
            <ac:spMk id="10" creationId="{AA1592C2-5F0D-0362-E93D-7694B0FE082C}"/>
          </ac:spMkLst>
        </pc:spChg>
        <pc:spChg chg="mod">
          <ac:chgData name="Rajashekar Atchi" userId="2ebe584e-20f3-4d5b-9cd4-f56557b1c32b" providerId="ADAL" clId="{70ED01E6-9351-4CE8-8266-B094E59D9E7D}" dt="2023-03-06T16:14:39.078" v="2071" actId="1076"/>
          <ac:spMkLst>
            <pc:docMk/>
            <pc:sldMk cId="2257515749" sldId="295"/>
            <ac:spMk id="15" creationId="{00000000-0000-0000-0000-000000000000}"/>
          </ac:spMkLst>
        </pc:spChg>
        <pc:spChg chg="add mod">
          <ac:chgData name="Rajashekar Atchi" userId="2ebe584e-20f3-4d5b-9cd4-f56557b1c32b" providerId="ADAL" clId="{70ED01E6-9351-4CE8-8266-B094E59D9E7D}" dt="2023-03-06T16:17:16.780" v="2108" actId="208"/>
          <ac:spMkLst>
            <pc:docMk/>
            <pc:sldMk cId="2257515749" sldId="295"/>
            <ac:spMk id="19" creationId="{277CA886-FE19-9F7F-4B75-295FA5FE14D9}"/>
          </ac:spMkLst>
        </pc:spChg>
        <pc:graphicFrameChg chg="add mod modGraphic">
          <ac:chgData name="Rajashekar Atchi" userId="2ebe584e-20f3-4d5b-9cd4-f56557b1c32b" providerId="ADAL" clId="{70ED01E6-9351-4CE8-8266-B094E59D9E7D}" dt="2023-03-06T16:15:36.370" v="2086" actId="113"/>
          <ac:graphicFrameMkLst>
            <pc:docMk/>
            <pc:sldMk cId="2257515749" sldId="295"/>
            <ac:graphicFrameMk id="9" creationId="{C9793D40-ED4E-E15C-2003-44DA283F9613}"/>
          </ac:graphicFrameMkLst>
        </pc:graphicFrameChg>
        <pc:picChg chg="add del mod">
          <ac:chgData name="Rajashekar Atchi" userId="2ebe584e-20f3-4d5b-9cd4-f56557b1c32b" providerId="ADAL" clId="{70ED01E6-9351-4CE8-8266-B094E59D9E7D}" dt="2023-03-06T15:57:12.150" v="2037" actId="478"/>
          <ac:picMkLst>
            <pc:docMk/>
            <pc:sldMk cId="2257515749" sldId="295"/>
            <ac:picMk id="2" creationId="{2B5DE278-2D4C-54FB-C2E1-9D09AE99E1DE}"/>
          </ac:picMkLst>
        </pc:picChg>
        <pc:picChg chg="add del mod">
          <ac:chgData name="Rajashekar Atchi" userId="2ebe584e-20f3-4d5b-9cd4-f56557b1c32b" providerId="ADAL" clId="{70ED01E6-9351-4CE8-8266-B094E59D9E7D}" dt="2023-03-06T15:59:33.973" v="2047" actId="478"/>
          <ac:picMkLst>
            <pc:docMk/>
            <pc:sldMk cId="2257515749" sldId="295"/>
            <ac:picMk id="6" creationId="{1B0A0439-191A-A602-51BB-6AC103B97529}"/>
          </ac:picMkLst>
        </pc:picChg>
        <pc:cxnChg chg="add del mod">
          <ac:chgData name="Rajashekar Atchi" userId="2ebe584e-20f3-4d5b-9cd4-f56557b1c32b" providerId="ADAL" clId="{70ED01E6-9351-4CE8-8266-B094E59D9E7D}" dt="2023-03-06T16:16:21.289" v="2094" actId="478"/>
          <ac:cxnSpMkLst>
            <pc:docMk/>
            <pc:sldMk cId="2257515749" sldId="295"/>
            <ac:cxnSpMk id="12" creationId="{A0C75D50-30EC-4CEB-E271-0F0D96AC5189}"/>
          </ac:cxnSpMkLst>
        </pc:cxnChg>
        <pc:cxnChg chg="add mod">
          <ac:chgData name="Rajashekar Atchi" userId="2ebe584e-20f3-4d5b-9cd4-f56557b1c32b" providerId="ADAL" clId="{70ED01E6-9351-4CE8-8266-B094E59D9E7D}" dt="2023-03-06T16:16:47.337" v="2101" actId="13822"/>
          <ac:cxnSpMkLst>
            <pc:docMk/>
            <pc:sldMk cId="2257515749" sldId="295"/>
            <ac:cxnSpMk id="17" creationId="{9C80B489-D498-48BE-B1DD-D1C4F8BFECA8}"/>
          </ac:cxnSpMkLst>
        </pc:cxnChg>
        <pc:cxnChg chg="add mod">
          <ac:chgData name="Rajashekar Atchi" userId="2ebe584e-20f3-4d5b-9cd4-f56557b1c32b" providerId="ADAL" clId="{70ED01E6-9351-4CE8-8266-B094E59D9E7D}" dt="2023-03-06T16:17:30.697" v="2112" actId="14100"/>
          <ac:cxnSpMkLst>
            <pc:docMk/>
            <pc:sldMk cId="2257515749" sldId="295"/>
            <ac:cxnSpMk id="20" creationId="{9A7A2764-7835-E697-27A4-07B1B61BC608}"/>
          </ac:cxnSpMkLst>
        </pc:cxnChg>
      </pc:sldChg>
      <pc:sldChg chg="modSp add del mod">
        <pc:chgData name="Rajashekar Atchi" userId="2ebe584e-20f3-4d5b-9cd4-f56557b1c32b" providerId="ADAL" clId="{70ED01E6-9351-4CE8-8266-B094E59D9E7D}" dt="2023-03-06T14:57:53.840" v="50" actId="47"/>
        <pc:sldMkLst>
          <pc:docMk/>
          <pc:sldMk cId="1667766753" sldId="299"/>
        </pc:sldMkLst>
        <pc:picChg chg="mod modCrop">
          <ac:chgData name="Rajashekar Atchi" userId="2ebe584e-20f3-4d5b-9cd4-f56557b1c32b" providerId="ADAL" clId="{70ED01E6-9351-4CE8-8266-B094E59D9E7D}" dt="2023-03-06T14:57:49.896" v="49" actId="732"/>
          <ac:picMkLst>
            <pc:docMk/>
            <pc:sldMk cId="1667766753" sldId="299"/>
            <ac:picMk id="4" creationId="{83F41E14-21EF-365D-06EB-0539A3D8C199}"/>
          </ac:picMkLst>
        </pc:picChg>
      </pc:sldChg>
      <pc:sldChg chg="new del">
        <pc:chgData name="Rajashekar Atchi" userId="2ebe584e-20f3-4d5b-9cd4-f56557b1c32b" providerId="ADAL" clId="{70ED01E6-9351-4CE8-8266-B094E59D9E7D}" dt="2023-03-06T13:38:09.872" v="2" actId="47"/>
        <pc:sldMkLst>
          <pc:docMk/>
          <pc:sldMk cId="1230601441" sldId="300"/>
        </pc:sldMkLst>
      </pc:sldChg>
      <pc:sldChg chg="addSp delSp modSp new del mod">
        <pc:chgData name="Rajashekar Atchi" userId="2ebe584e-20f3-4d5b-9cd4-f56557b1c32b" providerId="ADAL" clId="{70ED01E6-9351-4CE8-8266-B094E59D9E7D}" dt="2023-03-06T15:12:31.296" v="298" actId="47"/>
        <pc:sldMkLst>
          <pc:docMk/>
          <pc:sldMk cId="2086780678" sldId="300"/>
        </pc:sldMkLst>
        <pc:spChg chg="del">
          <ac:chgData name="Rajashekar Atchi" userId="2ebe584e-20f3-4d5b-9cd4-f56557b1c32b" providerId="ADAL" clId="{70ED01E6-9351-4CE8-8266-B094E59D9E7D}" dt="2023-03-06T13:40:17.192" v="24" actId="478"/>
          <ac:spMkLst>
            <pc:docMk/>
            <pc:sldMk cId="2086780678" sldId="300"/>
            <ac:spMk id="2" creationId="{418700FF-CDA1-FC02-9A43-37B25F54737F}"/>
          </ac:spMkLst>
        </pc:spChg>
        <pc:spChg chg="del">
          <ac:chgData name="Rajashekar Atchi" userId="2ebe584e-20f3-4d5b-9cd4-f56557b1c32b" providerId="ADAL" clId="{70ED01E6-9351-4CE8-8266-B094E59D9E7D}" dt="2023-03-06T13:38:28.330" v="4" actId="478"/>
          <ac:spMkLst>
            <pc:docMk/>
            <pc:sldMk cId="2086780678" sldId="300"/>
            <ac:spMk id="3" creationId="{6F068ACC-A8AF-7400-2DC6-84422D15A4EC}"/>
          </ac:spMkLst>
        </pc:spChg>
        <pc:spChg chg="del">
          <ac:chgData name="Rajashekar Atchi" userId="2ebe584e-20f3-4d5b-9cd4-f56557b1c32b" providerId="ADAL" clId="{70ED01E6-9351-4CE8-8266-B094E59D9E7D}" dt="2023-03-06T14:58:59.537" v="62" actId="478"/>
          <ac:spMkLst>
            <pc:docMk/>
            <pc:sldMk cId="2086780678" sldId="300"/>
            <ac:spMk id="5" creationId="{0F6E6C7A-10BA-E8B5-AC8C-C0AF1690DC49}"/>
          </ac:spMkLst>
        </pc:spChg>
        <pc:spChg chg="add del mod">
          <ac:chgData name="Rajashekar Atchi" userId="2ebe584e-20f3-4d5b-9cd4-f56557b1c32b" providerId="ADAL" clId="{70ED01E6-9351-4CE8-8266-B094E59D9E7D}" dt="2023-03-06T14:57:59.230" v="51" actId="931"/>
          <ac:spMkLst>
            <pc:docMk/>
            <pc:sldMk cId="2086780678" sldId="300"/>
            <ac:spMk id="6" creationId="{DABF5A63-6933-79D2-1AAA-C1C76846836B}"/>
          </ac:spMkLst>
        </pc:spChg>
        <pc:spChg chg="del">
          <ac:chgData name="Rajashekar Atchi" userId="2ebe584e-20f3-4d5b-9cd4-f56557b1c32b" providerId="ADAL" clId="{70ED01E6-9351-4CE8-8266-B094E59D9E7D}" dt="2023-03-06T13:38:30.240" v="5" actId="478"/>
          <ac:spMkLst>
            <pc:docMk/>
            <pc:sldMk cId="2086780678" sldId="300"/>
            <ac:spMk id="7" creationId="{11E19614-0F88-F68B-8215-0CC3EFAB061B}"/>
          </ac:spMkLst>
        </pc:spChg>
        <pc:spChg chg="del">
          <ac:chgData name="Rajashekar Atchi" userId="2ebe584e-20f3-4d5b-9cd4-f56557b1c32b" providerId="ADAL" clId="{70ED01E6-9351-4CE8-8266-B094E59D9E7D}" dt="2023-03-06T13:38:31.159" v="6" actId="478"/>
          <ac:spMkLst>
            <pc:docMk/>
            <pc:sldMk cId="2086780678" sldId="300"/>
            <ac:spMk id="8" creationId="{57502A0D-5933-D7E8-73E4-8121CF87DF1C}"/>
          </ac:spMkLst>
        </pc:spChg>
        <pc:spChg chg="del">
          <ac:chgData name="Rajashekar Atchi" userId="2ebe584e-20f3-4d5b-9cd4-f56557b1c32b" providerId="ADAL" clId="{70ED01E6-9351-4CE8-8266-B094E59D9E7D}" dt="2023-03-06T13:38:32.016" v="7" actId="478"/>
          <ac:spMkLst>
            <pc:docMk/>
            <pc:sldMk cId="2086780678" sldId="300"/>
            <ac:spMk id="9" creationId="{E9DBDF8D-143A-0693-745C-2A3B92C7B677}"/>
          </ac:spMkLst>
        </pc:spChg>
        <pc:spChg chg="add mod">
          <ac:chgData name="Rajashekar Atchi" userId="2ebe584e-20f3-4d5b-9cd4-f56557b1c32b" providerId="ADAL" clId="{70ED01E6-9351-4CE8-8266-B094E59D9E7D}" dt="2023-03-06T13:40:18.983" v="25"/>
          <ac:spMkLst>
            <pc:docMk/>
            <pc:sldMk cId="2086780678" sldId="300"/>
            <ac:spMk id="14" creationId="{2380322B-2314-B1CE-E83A-1BE10A9A3214}"/>
          </ac:spMkLst>
        </pc:spChg>
        <pc:spChg chg="add mod">
          <ac:chgData name="Rajashekar Atchi" userId="2ebe584e-20f3-4d5b-9cd4-f56557b1c32b" providerId="ADAL" clId="{70ED01E6-9351-4CE8-8266-B094E59D9E7D}" dt="2023-03-06T14:59:18.107" v="81" actId="14100"/>
          <ac:spMkLst>
            <pc:docMk/>
            <pc:sldMk cId="2086780678" sldId="300"/>
            <ac:spMk id="20" creationId="{294DD057-B2A8-CD5F-5C51-595749F99C4C}"/>
          </ac:spMkLst>
        </pc:spChg>
        <pc:spChg chg="add mod">
          <ac:chgData name="Rajashekar Atchi" userId="2ebe584e-20f3-4d5b-9cd4-f56557b1c32b" providerId="ADAL" clId="{70ED01E6-9351-4CE8-8266-B094E59D9E7D}" dt="2023-03-06T14:59:39.874" v="102" actId="1076"/>
          <ac:spMkLst>
            <pc:docMk/>
            <pc:sldMk cId="2086780678" sldId="300"/>
            <ac:spMk id="21" creationId="{90EC6E10-4007-5E13-BF40-83336B5AB197}"/>
          </ac:spMkLst>
        </pc:spChg>
        <pc:graphicFrameChg chg="add del mod">
          <ac:chgData name="Rajashekar Atchi" userId="2ebe584e-20f3-4d5b-9cd4-f56557b1c32b" providerId="ADAL" clId="{70ED01E6-9351-4CE8-8266-B094E59D9E7D}" dt="2023-03-06T13:41:56.320" v="30" actId="478"/>
          <ac:graphicFrameMkLst>
            <pc:docMk/>
            <pc:sldMk cId="2086780678" sldId="300"/>
            <ac:graphicFrameMk id="16" creationId="{1CD10397-179D-DE70-1E79-89F125E81755}"/>
          </ac:graphicFrameMkLst>
        </pc:graphicFrameChg>
        <pc:picChg chg="add del mod">
          <ac:chgData name="Rajashekar Atchi" userId="2ebe584e-20f3-4d5b-9cd4-f56557b1c32b" providerId="ADAL" clId="{70ED01E6-9351-4CE8-8266-B094E59D9E7D}" dt="2023-03-06T13:39:01.677" v="17" actId="931"/>
          <ac:picMkLst>
            <pc:docMk/>
            <pc:sldMk cId="2086780678" sldId="300"/>
            <ac:picMk id="11" creationId="{56128912-BC21-BD68-5E9F-B8FDCB5937A7}"/>
          </ac:picMkLst>
        </pc:picChg>
        <pc:picChg chg="add del mod">
          <ac:chgData name="Rajashekar Atchi" userId="2ebe584e-20f3-4d5b-9cd4-f56557b1c32b" providerId="ADAL" clId="{70ED01E6-9351-4CE8-8266-B094E59D9E7D}" dt="2023-03-06T13:39:33.940" v="23" actId="931"/>
          <ac:picMkLst>
            <pc:docMk/>
            <pc:sldMk cId="2086780678" sldId="300"/>
            <ac:picMk id="13" creationId="{A40D6E87-21B7-69FB-6499-3ED98FE51114}"/>
          </ac:picMkLst>
        </pc:picChg>
        <pc:picChg chg="add mod">
          <ac:chgData name="Rajashekar Atchi" userId="2ebe584e-20f3-4d5b-9cd4-f56557b1c32b" providerId="ADAL" clId="{70ED01E6-9351-4CE8-8266-B094E59D9E7D}" dt="2023-03-06T13:40:33.095" v="27"/>
          <ac:picMkLst>
            <pc:docMk/>
            <pc:sldMk cId="2086780678" sldId="300"/>
            <ac:picMk id="15" creationId="{863212E0-535E-959B-D1E6-9A8F65E7C211}"/>
          </ac:picMkLst>
        </pc:picChg>
        <pc:picChg chg="add mod">
          <ac:chgData name="Rajashekar Atchi" userId="2ebe584e-20f3-4d5b-9cd4-f56557b1c32b" providerId="ADAL" clId="{70ED01E6-9351-4CE8-8266-B094E59D9E7D}" dt="2023-03-06T14:59:43.751" v="103" actId="14100"/>
          <ac:picMkLst>
            <pc:docMk/>
            <pc:sldMk cId="2086780678" sldId="300"/>
            <ac:picMk id="18" creationId="{650A2C49-0329-1B84-3761-0B4C2A6D1764}"/>
          </ac:picMkLst>
        </pc:picChg>
        <pc:picChg chg="add mod">
          <ac:chgData name="Rajashekar Atchi" userId="2ebe584e-20f3-4d5b-9cd4-f56557b1c32b" providerId="ADAL" clId="{70ED01E6-9351-4CE8-8266-B094E59D9E7D}" dt="2023-03-06T14:59:45.983" v="104" actId="14100"/>
          <ac:picMkLst>
            <pc:docMk/>
            <pc:sldMk cId="2086780678" sldId="300"/>
            <ac:picMk id="19" creationId="{F99E9B25-DEBB-6D4C-402E-F95396FE7F5A}"/>
          </ac:picMkLst>
        </pc:picChg>
      </pc:sldChg>
      <pc:sldChg chg="addSp delSp modSp add mod modTransition">
        <pc:chgData name="Rajashekar Atchi" userId="2ebe584e-20f3-4d5b-9cd4-f56557b1c32b" providerId="ADAL" clId="{70ED01E6-9351-4CE8-8266-B094E59D9E7D}" dt="2023-03-06T16:20:25.284" v="2118"/>
        <pc:sldMkLst>
          <pc:docMk/>
          <pc:sldMk cId="1095801846" sldId="301"/>
        </pc:sldMkLst>
        <pc:spChg chg="add del mod">
          <ac:chgData name="Rajashekar Atchi" userId="2ebe584e-20f3-4d5b-9cd4-f56557b1c32b" providerId="ADAL" clId="{70ED01E6-9351-4CE8-8266-B094E59D9E7D}" dt="2023-03-06T15:09:40.098" v="139"/>
          <ac:spMkLst>
            <pc:docMk/>
            <pc:sldMk cId="1095801846" sldId="301"/>
            <ac:spMk id="2" creationId="{843FE32C-CAAD-06BD-0697-CF5326A02BA4}"/>
          </ac:spMkLst>
        </pc:spChg>
        <pc:spChg chg="add mod">
          <ac:chgData name="Rajashekar Atchi" userId="2ebe584e-20f3-4d5b-9cd4-f56557b1c32b" providerId="ADAL" clId="{70ED01E6-9351-4CE8-8266-B094E59D9E7D}" dt="2023-03-06T15:12:21.411" v="295" actId="1076"/>
          <ac:spMkLst>
            <pc:docMk/>
            <pc:sldMk cId="1095801846" sldId="301"/>
            <ac:spMk id="3" creationId="{21B605E1-76B4-40F7-6361-E7E36E1FAAC1}"/>
          </ac:spMkLst>
        </pc:spChg>
        <pc:spChg chg="add del">
          <ac:chgData name="Rajashekar Atchi" userId="2ebe584e-20f3-4d5b-9cd4-f56557b1c32b" providerId="ADAL" clId="{70ED01E6-9351-4CE8-8266-B094E59D9E7D}" dt="2023-03-06T15:11:55.245" v="265" actId="478"/>
          <ac:spMkLst>
            <pc:docMk/>
            <pc:sldMk cId="1095801846" sldId="301"/>
            <ac:spMk id="6" creationId="{D8D3AAFC-BDB2-3AF6-9894-3FBD605FE2DE}"/>
          </ac:spMkLst>
        </pc:spChg>
        <pc:spChg chg="add mod">
          <ac:chgData name="Rajashekar Atchi" userId="2ebe584e-20f3-4d5b-9cd4-f56557b1c32b" providerId="ADAL" clId="{70ED01E6-9351-4CE8-8266-B094E59D9E7D}" dt="2023-03-06T15:12:00.473" v="266"/>
          <ac:spMkLst>
            <pc:docMk/>
            <pc:sldMk cId="1095801846" sldId="301"/>
            <ac:spMk id="7" creationId="{85BA43AF-D29E-FE1B-539D-8356671D7A2B}"/>
          </ac:spMkLst>
        </pc:spChg>
        <pc:spChg chg="mod">
          <ac:chgData name="Rajashekar Atchi" userId="2ebe584e-20f3-4d5b-9cd4-f56557b1c32b" providerId="ADAL" clId="{70ED01E6-9351-4CE8-8266-B094E59D9E7D}" dt="2023-03-06T15:12:13.476" v="294" actId="20577"/>
          <ac:spMkLst>
            <pc:docMk/>
            <pc:sldMk cId="1095801846" sldId="301"/>
            <ac:spMk id="14" creationId="{2380322B-2314-B1CE-E83A-1BE10A9A3214}"/>
          </ac:spMkLst>
        </pc:spChg>
        <pc:spChg chg="del">
          <ac:chgData name="Rajashekar Atchi" userId="2ebe584e-20f3-4d5b-9cd4-f56557b1c32b" providerId="ADAL" clId="{70ED01E6-9351-4CE8-8266-B094E59D9E7D}" dt="2023-03-06T15:11:41.142" v="258" actId="478"/>
          <ac:spMkLst>
            <pc:docMk/>
            <pc:sldMk cId="1095801846" sldId="301"/>
            <ac:spMk id="20" creationId="{294DD057-B2A8-CD5F-5C51-595749F99C4C}"/>
          </ac:spMkLst>
        </pc:spChg>
        <pc:spChg chg="del">
          <ac:chgData name="Rajashekar Atchi" userId="2ebe584e-20f3-4d5b-9cd4-f56557b1c32b" providerId="ADAL" clId="{70ED01E6-9351-4CE8-8266-B094E59D9E7D}" dt="2023-03-06T15:11:43.849" v="259" actId="478"/>
          <ac:spMkLst>
            <pc:docMk/>
            <pc:sldMk cId="1095801846" sldId="301"/>
            <ac:spMk id="21" creationId="{90EC6E10-4007-5E13-BF40-83336B5AB197}"/>
          </ac:spMkLst>
        </pc:spChg>
        <pc:picChg chg="mod">
          <ac:chgData name="Rajashekar Atchi" userId="2ebe584e-20f3-4d5b-9cd4-f56557b1c32b" providerId="ADAL" clId="{70ED01E6-9351-4CE8-8266-B094E59D9E7D}" dt="2023-03-06T15:09:30.771" v="136" actId="1076"/>
          <ac:picMkLst>
            <pc:docMk/>
            <pc:sldMk cId="1095801846" sldId="301"/>
            <ac:picMk id="18" creationId="{650A2C49-0329-1B84-3761-0B4C2A6D1764}"/>
          </ac:picMkLst>
        </pc:picChg>
        <pc:picChg chg="del">
          <ac:chgData name="Rajashekar Atchi" userId="2ebe584e-20f3-4d5b-9cd4-f56557b1c32b" providerId="ADAL" clId="{70ED01E6-9351-4CE8-8266-B094E59D9E7D}" dt="2023-03-06T15:09:21.593" v="133" actId="478"/>
          <ac:picMkLst>
            <pc:docMk/>
            <pc:sldMk cId="1095801846" sldId="301"/>
            <ac:picMk id="19" creationId="{F99E9B25-DEBB-6D4C-402E-F95396FE7F5A}"/>
          </ac:picMkLst>
        </pc:picChg>
      </pc:sldChg>
      <pc:sldChg chg="new del">
        <pc:chgData name="Rajashekar Atchi" userId="2ebe584e-20f3-4d5b-9cd4-f56557b1c32b" providerId="ADAL" clId="{70ED01E6-9351-4CE8-8266-B094E59D9E7D}" dt="2023-03-06T13:41:59.072" v="31" actId="47"/>
        <pc:sldMkLst>
          <pc:docMk/>
          <pc:sldMk cId="2897248553" sldId="301"/>
        </pc:sldMkLst>
      </pc:sldChg>
      <pc:sldChg chg="addSp delSp modSp add mod ord modTransition">
        <pc:chgData name="Rajashekar Atchi" userId="2ebe584e-20f3-4d5b-9cd4-f56557b1c32b" providerId="ADAL" clId="{70ED01E6-9351-4CE8-8266-B094E59D9E7D}" dt="2023-03-06T16:20:25.284" v="2118"/>
        <pc:sldMkLst>
          <pc:docMk/>
          <pc:sldMk cId="2140688225" sldId="302"/>
        </pc:sldMkLst>
        <pc:spChg chg="add del mod">
          <ac:chgData name="Rajashekar Atchi" userId="2ebe584e-20f3-4d5b-9cd4-f56557b1c32b" providerId="ADAL" clId="{70ED01E6-9351-4CE8-8266-B094E59D9E7D}" dt="2023-03-06T15:10:14.305" v="149" actId="478"/>
          <ac:spMkLst>
            <pc:docMk/>
            <pc:sldMk cId="2140688225" sldId="302"/>
            <ac:spMk id="3" creationId="{C8BEFE31-7033-F0FC-C864-176AEA01FACD}"/>
          </ac:spMkLst>
        </pc:spChg>
        <pc:spChg chg="add mod">
          <ac:chgData name="Rajashekar Atchi" userId="2ebe584e-20f3-4d5b-9cd4-f56557b1c32b" providerId="ADAL" clId="{70ED01E6-9351-4CE8-8266-B094E59D9E7D}" dt="2023-03-06T15:12:24.867" v="296" actId="1076"/>
          <ac:spMkLst>
            <pc:docMk/>
            <pc:sldMk cId="2140688225" sldId="302"/>
            <ac:spMk id="5" creationId="{49AEBAC4-9304-241B-F114-FFD4F03B80C8}"/>
          </ac:spMkLst>
        </pc:spChg>
        <pc:spChg chg="mod">
          <ac:chgData name="Rajashekar Atchi" userId="2ebe584e-20f3-4d5b-9cd4-f56557b1c32b" providerId="ADAL" clId="{70ED01E6-9351-4CE8-8266-B094E59D9E7D}" dt="2023-03-06T15:11:30.450" v="244" actId="20577"/>
          <ac:spMkLst>
            <pc:docMk/>
            <pc:sldMk cId="2140688225" sldId="302"/>
            <ac:spMk id="14" creationId="{2380322B-2314-B1CE-E83A-1BE10A9A3214}"/>
          </ac:spMkLst>
        </pc:spChg>
        <pc:spChg chg="del">
          <ac:chgData name="Rajashekar Atchi" userId="2ebe584e-20f3-4d5b-9cd4-f56557b1c32b" providerId="ADAL" clId="{70ED01E6-9351-4CE8-8266-B094E59D9E7D}" dt="2023-03-06T15:10:27.189" v="152" actId="478"/>
          <ac:spMkLst>
            <pc:docMk/>
            <pc:sldMk cId="2140688225" sldId="302"/>
            <ac:spMk id="20" creationId="{294DD057-B2A8-CD5F-5C51-595749F99C4C}"/>
          </ac:spMkLst>
        </pc:spChg>
        <pc:spChg chg="mod">
          <ac:chgData name="Rajashekar Atchi" userId="2ebe584e-20f3-4d5b-9cd4-f56557b1c32b" providerId="ADAL" clId="{70ED01E6-9351-4CE8-8266-B094E59D9E7D}" dt="2023-03-06T15:11:50.140" v="263" actId="403"/>
          <ac:spMkLst>
            <pc:docMk/>
            <pc:sldMk cId="2140688225" sldId="302"/>
            <ac:spMk id="21" creationId="{90EC6E10-4007-5E13-BF40-83336B5AB197}"/>
          </ac:spMkLst>
        </pc:spChg>
        <pc:picChg chg="del">
          <ac:chgData name="Rajashekar Atchi" userId="2ebe584e-20f3-4d5b-9cd4-f56557b1c32b" providerId="ADAL" clId="{70ED01E6-9351-4CE8-8266-B094E59D9E7D}" dt="2023-03-06T15:10:11.972" v="148" actId="478"/>
          <ac:picMkLst>
            <pc:docMk/>
            <pc:sldMk cId="2140688225" sldId="302"/>
            <ac:picMk id="18" creationId="{650A2C49-0329-1B84-3761-0B4C2A6D1764}"/>
          </ac:picMkLst>
        </pc:picChg>
        <pc:picChg chg="mod">
          <ac:chgData name="Rajashekar Atchi" userId="2ebe584e-20f3-4d5b-9cd4-f56557b1c32b" providerId="ADAL" clId="{70ED01E6-9351-4CE8-8266-B094E59D9E7D}" dt="2023-03-06T15:10:21.591" v="151" actId="14100"/>
          <ac:picMkLst>
            <pc:docMk/>
            <pc:sldMk cId="2140688225" sldId="302"/>
            <ac:picMk id="19" creationId="{F99E9B25-DEBB-6D4C-402E-F95396FE7F5A}"/>
          </ac:picMkLst>
        </pc:picChg>
      </pc:sldChg>
      <pc:sldChg chg="addSp delSp modSp add del mod">
        <pc:chgData name="Rajashekar Atchi" userId="2ebe584e-20f3-4d5b-9cd4-f56557b1c32b" providerId="ADAL" clId="{70ED01E6-9351-4CE8-8266-B094E59D9E7D}" dt="2023-03-06T16:17:43.260" v="2113" actId="47"/>
        <pc:sldMkLst>
          <pc:docMk/>
          <pc:sldMk cId="1370279092" sldId="303"/>
        </pc:sldMkLst>
        <pc:spChg chg="mod">
          <ac:chgData name="Rajashekar Atchi" userId="2ebe584e-20f3-4d5b-9cd4-f56557b1c32b" providerId="ADAL" clId="{70ED01E6-9351-4CE8-8266-B094E59D9E7D}" dt="2023-03-06T15:56:23.630" v="2029" actId="120"/>
          <ac:spMkLst>
            <pc:docMk/>
            <pc:sldMk cId="1370279092" sldId="303"/>
            <ac:spMk id="15" creationId="{00000000-0000-0000-0000-000000000000}"/>
          </ac:spMkLst>
        </pc:spChg>
        <pc:picChg chg="del">
          <ac:chgData name="Rajashekar Atchi" userId="2ebe584e-20f3-4d5b-9cd4-f56557b1c32b" providerId="ADAL" clId="{70ED01E6-9351-4CE8-8266-B094E59D9E7D}" dt="2023-03-06T15:56:12.520" v="2022" actId="478"/>
          <ac:picMkLst>
            <pc:docMk/>
            <pc:sldMk cId="1370279092" sldId="303"/>
            <ac:picMk id="2" creationId="{2B5DE278-2D4C-54FB-C2E1-9D09AE99E1DE}"/>
          </ac:picMkLst>
        </pc:picChg>
        <pc:picChg chg="add del mod">
          <ac:chgData name="Rajashekar Atchi" userId="2ebe584e-20f3-4d5b-9cd4-f56557b1c32b" providerId="ADAL" clId="{70ED01E6-9351-4CE8-8266-B094E59D9E7D}" dt="2023-03-06T15:56:50.821" v="2036" actId="478"/>
          <ac:picMkLst>
            <pc:docMk/>
            <pc:sldMk cId="1370279092" sldId="303"/>
            <ac:picMk id="3" creationId="{2956EABE-169D-EA3D-0010-8060F8033776}"/>
          </ac:picMkLst>
        </pc:picChg>
      </pc:sldChg>
      <pc:sldChg chg="delSp modSp add del mod modNotesTx">
        <pc:chgData name="Rajashekar Atchi" userId="2ebe584e-20f3-4d5b-9cd4-f56557b1c32b" providerId="ADAL" clId="{70ED01E6-9351-4CE8-8266-B094E59D9E7D}" dt="2023-03-06T15:50:31.809" v="1885" actId="47"/>
        <pc:sldMkLst>
          <pc:docMk/>
          <pc:sldMk cId="1616254519" sldId="303"/>
        </pc:sldMkLst>
        <pc:spChg chg="mod">
          <ac:chgData name="Rajashekar Atchi" userId="2ebe584e-20f3-4d5b-9cd4-f56557b1c32b" providerId="ADAL" clId="{70ED01E6-9351-4CE8-8266-B094E59D9E7D}" dt="2023-03-06T15:23:56.699" v="784" actId="20577"/>
          <ac:spMkLst>
            <pc:docMk/>
            <pc:sldMk cId="1616254519" sldId="303"/>
            <ac:spMk id="3" creationId="{602B8779-B74B-DDA1-2423-FF13C117D41C}"/>
          </ac:spMkLst>
        </pc:spChg>
        <pc:spChg chg="del">
          <ac:chgData name="Rajashekar Atchi" userId="2ebe584e-20f3-4d5b-9cd4-f56557b1c32b" providerId="ADAL" clId="{70ED01E6-9351-4CE8-8266-B094E59D9E7D}" dt="2023-03-06T15:15:21.755" v="433" actId="478"/>
          <ac:spMkLst>
            <pc:docMk/>
            <pc:sldMk cId="1616254519" sldId="303"/>
            <ac:spMk id="7" creationId="{F683F824-0F47-F6CE-A2FA-F40C8607446D}"/>
          </ac:spMkLst>
        </pc:spChg>
        <pc:spChg chg="del">
          <ac:chgData name="Rajashekar Atchi" userId="2ebe584e-20f3-4d5b-9cd4-f56557b1c32b" providerId="ADAL" clId="{70ED01E6-9351-4CE8-8266-B094E59D9E7D}" dt="2023-03-06T15:15:27.265" v="436" actId="478"/>
          <ac:spMkLst>
            <pc:docMk/>
            <pc:sldMk cId="1616254519" sldId="303"/>
            <ac:spMk id="8" creationId="{692A0C3A-4A94-7653-ACB6-E7F1288BC918}"/>
          </ac:spMkLst>
        </pc:spChg>
        <pc:spChg chg="del">
          <ac:chgData name="Rajashekar Atchi" userId="2ebe584e-20f3-4d5b-9cd4-f56557b1c32b" providerId="ADAL" clId="{70ED01E6-9351-4CE8-8266-B094E59D9E7D}" dt="2023-03-06T15:15:23.176" v="434" actId="478"/>
          <ac:spMkLst>
            <pc:docMk/>
            <pc:sldMk cId="1616254519" sldId="303"/>
            <ac:spMk id="9" creationId="{919468E3-E815-202F-EAEB-0E4F650B5246}"/>
          </ac:spMkLst>
        </pc:spChg>
        <pc:picChg chg="del">
          <ac:chgData name="Rajashekar Atchi" userId="2ebe584e-20f3-4d5b-9cd4-f56557b1c32b" providerId="ADAL" clId="{70ED01E6-9351-4CE8-8266-B094E59D9E7D}" dt="2023-03-06T15:15:23.896" v="435" actId="478"/>
          <ac:picMkLst>
            <pc:docMk/>
            <pc:sldMk cId="1616254519" sldId="303"/>
            <ac:picMk id="6" creationId="{08C55CF9-ACD8-8347-C06B-EE12277EBEF1}"/>
          </ac:picMkLst>
        </pc:picChg>
      </pc:sldChg>
      <pc:sldMasterChg chg="delSldLayout modSldLayout">
        <pc:chgData name="Rajashekar Atchi" userId="2ebe584e-20f3-4d5b-9cd4-f56557b1c32b" providerId="ADAL" clId="{70ED01E6-9351-4CE8-8266-B094E59D9E7D}" dt="2023-03-06T13:40:24.978" v="26" actId="478"/>
        <pc:sldMasterMkLst>
          <pc:docMk/>
          <pc:sldMasterMk cId="498414000" sldId="2147483667"/>
        </pc:sldMasterMkLst>
        <pc:sldLayoutChg chg="delSp mod">
          <pc:chgData name="Rajashekar Atchi" userId="2ebe584e-20f3-4d5b-9cd4-f56557b1c32b" providerId="ADAL" clId="{70ED01E6-9351-4CE8-8266-B094E59D9E7D}" dt="2023-03-06T13:40:24.978" v="26" actId="478"/>
          <pc:sldLayoutMkLst>
            <pc:docMk/>
            <pc:sldMasterMk cId="498414000" sldId="2147483667"/>
            <pc:sldLayoutMk cId="1290459668" sldId="2147483675"/>
          </pc:sldLayoutMkLst>
          <pc:picChg chg="del">
            <ac:chgData name="Rajashekar Atchi" userId="2ebe584e-20f3-4d5b-9cd4-f56557b1c32b" providerId="ADAL" clId="{70ED01E6-9351-4CE8-8266-B094E59D9E7D}" dt="2023-03-06T13:40:24.978" v="26" actId="478"/>
            <ac:picMkLst>
              <pc:docMk/>
              <pc:sldMasterMk cId="498414000" sldId="2147483667"/>
              <pc:sldLayoutMk cId="1290459668" sldId="2147483675"/>
              <ac:picMk id="78" creationId="{00000000-0000-0000-0000-000000000000}"/>
            </ac:picMkLst>
          </pc:picChg>
        </pc:sldLayoutChg>
        <pc:sldLayoutChg chg="del">
          <pc:chgData name="Rajashekar Atchi" userId="2ebe584e-20f3-4d5b-9cd4-f56557b1c32b" providerId="ADAL" clId="{70ED01E6-9351-4CE8-8266-B094E59D9E7D}" dt="2023-03-06T13:38:09.872" v="2" actId="47"/>
          <pc:sldLayoutMkLst>
            <pc:docMk/>
            <pc:sldMasterMk cId="498414000" sldId="2147483667"/>
            <pc:sldLayoutMk cId="1535423782" sldId="214748368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995B1E-2884-4556-B787-54747E5D7E3C}" type="doc">
      <dgm:prSet loTypeId="urn:microsoft.com/office/officeart/2009/layout/CircleArrowProcess" loCatId="process" qsTypeId="urn:microsoft.com/office/officeart/2005/8/quickstyle/simple1" qsCatId="simple" csTypeId="urn:microsoft.com/office/officeart/2005/8/colors/colorful5" csCatId="colorful"/>
      <dgm:spPr/>
      <dgm:t>
        <a:bodyPr/>
        <a:lstStyle/>
        <a:p>
          <a:endParaRPr lang="en-IN"/>
        </a:p>
      </dgm:t>
    </dgm:pt>
    <dgm:pt modelId="{F3941684-BC9A-43F4-83A3-4B864525CDFD}">
      <dgm:prSet custT="1"/>
      <dgm:spPr/>
      <dgm:t>
        <a:bodyPr/>
        <a:lstStyle/>
        <a:p>
          <a:r>
            <a:rPr lang="en-IN" sz="1200" b="1" dirty="0"/>
            <a:t>Prepare Elastic Search Index</a:t>
          </a:r>
        </a:p>
      </dgm:t>
    </dgm:pt>
    <dgm:pt modelId="{6E7782B2-3FE9-431D-BB15-EA23733BDB56}" type="parTrans" cxnId="{9D191D7D-6C13-4218-A5E8-CBC0CCD5CB23}">
      <dgm:prSet/>
      <dgm:spPr/>
      <dgm:t>
        <a:bodyPr/>
        <a:lstStyle/>
        <a:p>
          <a:endParaRPr lang="en-IN" sz="2800" b="1"/>
        </a:p>
      </dgm:t>
    </dgm:pt>
    <dgm:pt modelId="{07F7CB88-0130-429A-AB04-D5D16D3215E1}" type="sibTrans" cxnId="{9D191D7D-6C13-4218-A5E8-CBC0CCD5CB23}">
      <dgm:prSet/>
      <dgm:spPr/>
      <dgm:t>
        <a:bodyPr/>
        <a:lstStyle/>
        <a:p>
          <a:endParaRPr lang="en-IN" sz="2800" b="1"/>
        </a:p>
      </dgm:t>
    </dgm:pt>
    <dgm:pt modelId="{8EA495CC-2AE4-441A-8D61-C17185EE0FA1}">
      <dgm:prSet custT="1"/>
      <dgm:spPr/>
      <dgm:t>
        <a:bodyPr/>
        <a:lstStyle/>
        <a:p>
          <a:r>
            <a:rPr lang="en-IN" sz="1200" b="1"/>
            <a:t>Get Asset Reference Worker</a:t>
          </a:r>
        </a:p>
      </dgm:t>
    </dgm:pt>
    <dgm:pt modelId="{7FBA25D6-5B7B-42AE-B398-11F2497FDDBB}" type="parTrans" cxnId="{EF3F53C8-D04D-4AD2-B432-6FDBB84A0957}">
      <dgm:prSet/>
      <dgm:spPr/>
      <dgm:t>
        <a:bodyPr/>
        <a:lstStyle/>
        <a:p>
          <a:endParaRPr lang="en-IN" sz="2800" b="1"/>
        </a:p>
      </dgm:t>
    </dgm:pt>
    <dgm:pt modelId="{CE3A6F6D-6DF8-4798-A52B-15E0BC787495}" type="sibTrans" cxnId="{EF3F53C8-D04D-4AD2-B432-6FDBB84A0957}">
      <dgm:prSet/>
      <dgm:spPr/>
      <dgm:t>
        <a:bodyPr/>
        <a:lstStyle/>
        <a:p>
          <a:endParaRPr lang="en-IN" sz="2800" b="1"/>
        </a:p>
      </dgm:t>
    </dgm:pt>
    <dgm:pt modelId="{A7B59607-8D0F-4FEC-B103-1631AB0A9984}">
      <dgm:prSet custT="1"/>
      <dgm:spPr/>
      <dgm:t>
        <a:bodyPr/>
        <a:lstStyle/>
        <a:p>
          <a:r>
            <a:rPr lang="en-IN" sz="1200" b="1"/>
            <a:t>Download Asset Usage Single Asset Code Data Set</a:t>
          </a:r>
        </a:p>
      </dgm:t>
    </dgm:pt>
    <dgm:pt modelId="{FF7F48F8-4FE5-475A-B892-CEF39604B8B1}" type="parTrans" cxnId="{599DFB5F-75EE-47E6-B837-1A64B04A0E43}">
      <dgm:prSet/>
      <dgm:spPr/>
      <dgm:t>
        <a:bodyPr/>
        <a:lstStyle/>
        <a:p>
          <a:endParaRPr lang="en-IN" sz="2800" b="1"/>
        </a:p>
      </dgm:t>
    </dgm:pt>
    <dgm:pt modelId="{7B8A879F-1A64-4D0F-B14D-77434AADF0B5}" type="sibTrans" cxnId="{599DFB5F-75EE-47E6-B837-1A64B04A0E43}">
      <dgm:prSet/>
      <dgm:spPr/>
      <dgm:t>
        <a:bodyPr/>
        <a:lstStyle/>
        <a:p>
          <a:endParaRPr lang="en-IN" sz="2800" b="1"/>
        </a:p>
      </dgm:t>
    </dgm:pt>
    <dgm:pt modelId="{ED8FB8B1-358F-448A-99C0-F002F6B38C22}">
      <dgm:prSet custT="1"/>
      <dgm:spPr/>
      <dgm:t>
        <a:bodyPr/>
        <a:lstStyle/>
        <a:p>
          <a:r>
            <a:rPr lang="en-IN" sz="1200" b="1"/>
            <a:t>Merge Data Set</a:t>
          </a:r>
        </a:p>
      </dgm:t>
    </dgm:pt>
    <dgm:pt modelId="{EF5D330A-2C5C-4EFC-BEDE-CE1A2934534F}" type="parTrans" cxnId="{A17326F3-B3BB-4384-BCF6-7F776F2259EA}">
      <dgm:prSet/>
      <dgm:spPr/>
      <dgm:t>
        <a:bodyPr/>
        <a:lstStyle/>
        <a:p>
          <a:endParaRPr lang="en-IN" sz="2800" b="1"/>
        </a:p>
      </dgm:t>
    </dgm:pt>
    <dgm:pt modelId="{7E7C75BF-5EB2-4577-9928-BE563F9E833E}" type="sibTrans" cxnId="{A17326F3-B3BB-4384-BCF6-7F776F2259EA}">
      <dgm:prSet/>
      <dgm:spPr/>
      <dgm:t>
        <a:bodyPr/>
        <a:lstStyle/>
        <a:p>
          <a:endParaRPr lang="en-IN" sz="2800" b="1"/>
        </a:p>
      </dgm:t>
    </dgm:pt>
    <dgm:pt modelId="{026DC91A-5F73-4341-B356-241F001DFBDC}">
      <dgm:prSet custT="1"/>
      <dgm:spPr/>
      <dgm:t>
        <a:bodyPr/>
        <a:lstStyle/>
        <a:p>
          <a:r>
            <a:rPr lang="en-IN" sz="1200" b="1"/>
            <a:t>Prepare File in Platform Cloud Data Storage</a:t>
          </a:r>
        </a:p>
      </dgm:t>
    </dgm:pt>
    <dgm:pt modelId="{B1818881-9887-456C-A915-DC25E86464EC}" type="parTrans" cxnId="{136CCF63-2195-44E4-BACF-E0F655539138}">
      <dgm:prSet/>
      <dgm:spPr/>
      <dgm:t>
        <a:bodyPr/>
        <a:lstStyle/>
        <a:p>
          <a:endParaRPr lang="en-IN" sz="2800" b="1"/>
        </a:p>
      </dgm:t>
    </dgm:pt>
    <dgm:pt modelId="{B5186130-E64F-44B1-8D13-8148C1595853}" type="sibTrans" cxnId="{136CCF63-2195-44E4-BACF-E0F655539138}">
      <dgm:prSet/>
      <dgm:spPr/>
      <dgm:t>
        <a:bodyPr/>
        <a:lstStyle/>
        <a:p>
          <a:endParaRPr lang="en-IN" sz="2800" b="1"/>
        </a:p>
      </dgm:t>
    </dgm:pt>
    <dgm:pt modelId="{3CB5BF9A-28C8-45F0-999B-0416E6D33788}">
      <dgm:prSet custT="1"/>
      <dgm:spPr/>
      <dgm:t>
        <a:bodyPr/>
        <a:lstStyle/>
        <a:p>
          <a:r>
            <a:rPr lang="en-IN" sz="1200" b="1"/>
            <a:t>Fetch Report Template Configurations</a:t>
          </a:r>
        </a:p>
      </dgm:t>
    </dgm:pt>
    <dgm:pt modelId="{B0A90A89-1AE6-437D-8C42-AB2127CCB310}" type="parTrans" cxnId="{030259F2-EFD8-4112-8C13-41459E30BE4B}">
      <dgm:prSet/>
      <dgm:spPr/>
      <dgm:t>
        <a:bodyPr/>
        <a:lstStyle/>
        <a:p>
          <a:endParaRPr lang="en-IN" sz="2800" b="1"/>
        </a:p>
      </dgm:t>
    </dgm:pt>
    <dgm:pt modelId="{4A9A40F9-7708-48A0-8B92-CD2E998FC33B}" type="sibTrans" cxnId="{030259F2-EFD8-4112-8C13-41459E30BE4B}">
      <dgm:prSet/>
      <dgm:spPr/>
      <dgm:t>
        <a:bodyPr/>
        <a:lstStyle/>
        <a:p>
          <a:endParaRPr lang="en-IN" sz="2800" b="1"/>
        </a:p>
      </dgm:t>
    </dgm:pt>
    <dgm:pt modelId="{9F155FB7-2908-4E3F-8F24-059A5EF74741}">
      <dgm:prSet custT="1"/>
      <dgm:spPr/>
      <dgm:t>
        <a:bodyPr/>
        <a:lstStyle/>
        <a:p>
          <a:r>
            <a:rPr lang="en-IN" sz="1200" b="1"/>
            <a:t>Write to File in Platform Cloud Data Storage</a:t>
          </a:r>
        </a:p>
      </dgm:t>
    </dgm:pt>
    <dgm:pt modelId="{8E6D2BC4-FA96-4CF2-89E2-ACCEFD87C38C}" type="parTrans" cxnId="{0F4BF169-B401-42B9-B4F6-698AB8DBB3E4}">
      <dgm:prSet/>
      <dgm:spPr/>
      <dgm:t>
        <a:bodyPr/>
        <a:lstStyle/>
        <a:p>
          <a:endParaRPr lang="en-IN" sz="2800" b="1"/>
        </a:p>
      </dgm:t>
    </dgm:pt>
    <dgm:pt modelId="{69196A9B-7647-4AE7-BC67-AA5E66D16C54}" type="sibTrans" cxnId="{0F4BF169-B401-42B9-B4F6-698AB8DBB3E4}">
      <dgm:prSet/>
      <dgm:spPr/>
      <dgm:t>
        <a:bodyPr/>
        <a:lstStyle/>
        <a:p>
          <a:endParaRPr lang="en-IN" sz="2800" b="1"/>
        </a:p>
      </dgm:t>
    </dgm:pt>
    <dgm:pt modelId="{0D469D11-2235-4276-80EF-D5C2EE92968F}">
      <dgm:prSet/>
      <dgm:spPr/>
      <dgm:t>
        <a:bodyPr/>
        <a:lstStyle/>
        <a:p>
          <a:endParaRPr lang="en-US"/>
        </a:p>
      </dgm:t>
    </dgm:pt>
    <dgm:pt modelId="{064BC154-EA56-406B-B3FC-BDAB79049394}" type="parTrans" cxnId="{5272217D-2995-4F92-88E1-64155F9D3A09}">
      <dgm:prSet/>
      <dgm:spPr/>
      <dgm:t>
        <a:bodyPr/>
        <a:lstStyle/>
        <a:p>
          <a:endParaRPr lang="en-IN" sz="2800" b="1"/>
        </a:p>
      </dgm:t>
    </dgm:pt>
    <dgm:pt modelId="{63A91A73-345E-46CA-96B0-9A9BFF60B83A}" type="sibTrans" cxnId="{5272217D-2995-4F92-88E1-64155F9D3A09}">
      <dgm:prSet/>
      <dgm:spPr/>
      <dgm:t>
        <a:bodyPr/>
        <a:lstStyle/>
        <a:p>
          <a:endParaRPr lang="en-IN" sz="2800" b="1"/>
        </a:p>
      </dgm:t>
    </dgm:pt>
    <dgm:pt modelId="{F2FE76EE-ABBE-4EC9-B38C-8F39B78CFBAF}" type="pres">
      <dgm:prSet presAssocID="{C0995B1E-2884-4556-B787-54747E5D7E3C}" presName="Name0" presStyleCnt="0">
        <dgm:presLayoutVars>
          <dgm:chMax val="7"/>
          <dgm:chPref val="7"/>
          <dgm:dir/>
          <dgm:animLvl val="lvl"/>
        </dgm:presLayoutVars>
      </dgm:prSet>
      <dgm:spPr/>
      <dgm:t>
        <a:bodyPr/>
        <a:lstStyle/>
        <a:p>
          <a:endParaRPr lang="en-US"/>
        </a:p>
      </dgm:t>
    </dgm:pt>
    <dgm:pt modelId="{553851E4-4803-4284-BE95-5855F8184CAB}" type="pres">
      <dgm:prSet presAssocID="{F3941684-BC9A-43F4-83A3-4B864525CDFD}" presName="Accent1" presStyleCnt="0"/>
      <dgm:spPr/>
    </dgm:pt>
    <dgm:pt modelId="{8E65150B-AA19-4D8A-9477-19ACBF47E33A}" type="pres">
      <dgm:prSet presAssocID="{F3941684-BC9A-43F4-83A3-4B864525CDFD}" presName="Accent" presStyleLbl="node1" presStyleIdx="0" presStyleCnt="7"/>
      <dgm:spPr/>
    </dgm:pt>
    <dgm:pt modelId="{622F3761-976A-4292-BE63-23B9111AC59A}" type="pres">
      <dgm:prSet presAssocID="{F3941684-BC9A-43F4-83A3-4B864525CDFD}" presName="Parent1" presStyleLbl="revTx" presStyleIdx="0" presStyleCnt="7">
        <dgm:presLayoutVars>
          <dgm:chMax val="1"/>
          <dgm:chPref val="1"/>
          <dgm:bulletEnabled val="1"/>
        </dgm:presLayoutVars>
      </dgm:prSet>
      <dgm:spPr/>
      <dgm:t>
        <a:bodyPr/>
        <a:lstStyle/>
        <a:p>
          <a:endParaRPr lang="en-US"/>
        </a:p>
      </dgm:t>
    </dgm:pt>
    <dgm:pt modelId="{90C3C61C-F9E3-4CCD-809C-FA862F7F33F7}" type="pres">
      <dgm:prSet presAssocID="{8EA495CC-2AE4-441A-8D61-C17185EE0FA1}" presName="Accent2" presStyleCnt="0"/>
      <dgm:spPr/>
    </dgm:pt>
    <dgm:pt modelId="{8B662506-4BC3-47EF-9C7C-06CBCDAAF927}" type="pres">
      <dgm:prSet presAssocID="{8EA495CC-2AE4-441A-8D61-C17185EE0FA1}" presName="Accent" presStyleLbl="node1" presStyleIdx="1" presStyleCnt="7"/>
      <dgm:spPr/>
    </dgm:pt>
    <dgm:pt modelId="{0FF083B3-4B06-4394-998B-31C7D86F78CC}" type="pres">
      <dgm:prSet presAssocID="{8EA495CC-2AE4-441A-8D61-C17185EE0FA1}" presName="Parent2" presStyleLbl="revTx" presStyleIdx="1" presStyleCnt="7">
        <dgm:presLayoutVars>
          <dgm:chMax val="1"/>
          <dgm:chPref val="1"/>
          <dgm:bulletEnabled val="1"/>
        </dgm:presLayoutVars>
      </dgm:prSet>
      <dgm:spPr/>
      <dgm:t>
        <a:bodyPr/>
        <a:lstStyle/>
        <a:p>
          <a:endParaRPr lang="en-US"/>
        </a:p>
      </dgm:t>
    </dgm:pt>
    <dgm:pt modelId="{B1009FA6-37F9-4E5B-8ED6-2F43F4118D86}" type="pres">
      <dgm:prSet presAssocID="{A7B59607-8D0F-4FEC-B103-1631AB0A9984}" presName="Accent3" presStyleCnt="0"/>
      <dgm:spPr/>
    </dgm:pt>
    <dgm:pt modelId="{3C3BC883-8338-47A9-8825-12F1D9C8574D}" type="pres">
      <dgm:prSet presAssocID="{A7B59607-8D0F-4FEC-B103-1631AB0A9984}" presName="Accent" presStyleLbl="node1" presStyleIdx="2" presStyleCnt="7"/>
      <dgm:spPr/>
    </dgm:pt>
    <dgm:pt modelId="{2B988D21-7782-445C-BC69-272EDE2468C5}" type="pres">
      <dgm:prSet presAssocID="{A7B59607-8D0F-4FEC-B103-1631AB0A9984}" presName="Parent3" presStyleLbl="revTx" presStyleIdx="2" presStyleCnt="7">
        <dgm:presLayoutVars>
          <dgm:chMax val="1"/>
          <dgm:chPref val="1"/>
          <dgm:bulletEnabled val="1"/>
        </dgm:presLayoutVars>
      </dgm:prSet>
      <dgm:spPr/>
      <dgm:t>
        <a:bodyPr/>
        <a:lstStyle/>
        <a:p>
          <a:endParaRPr lang="en-US"/>
        </a:p>
      </dgm:t>
    </dgm:pt>
    <dgm:pt modelId="{0AF35BD8-5E48-4429-B439-3DDE98C4B599}" type="pres">
      <dgm:prSet presAssocID="{ED8FB8B1-358F-448A-99C0-F002F6B38C22}" presName="Accent4" presStyleCnt="0"/>
      <dgm:spPr/>
    </dgm:pt>
    <dgm:pt modelId="{1FCE4EAD-9717-422B-9986-67C23F01CCC3}" type="pres">
      <dgm:prSet presAssocID="{ED8FB8B1-358F-448A-99C0-F002F6B38C22}" presName="Accent" presStyleLbl="node1" presStyleIdx="3" presStyleCnt="7"/>
      <dgm:spPr/>
    </dgm:pt>
    <dgm:pt modelId="{76B3093B-61A9-4331-8435-5F787BD39132}" type="pres">
      <dgm:prSet presAssocID="{ED8FB8B1-358F-448A-99C0-F002F6B38C22}" presName="Parent4" presStyleLbl="revTx" presStyleIdx="3" presStyleCnt="7">
        <dgm:presLayoutVars>
          <dgm:chMax val="1"/>
          <dgm:chPref val="1"/>
          <dgm:bulletEnabled val="1"/>
        </dgm:presLayoutVars>
      </dgm:prSet>
      <dgm:spPr/>
      <dgm:t>
        <a:bodyPr/>
        <a:lstStyle/>
        <a:p>
          <a:endParaRPr lang="en-US"/>
        </a:p>
      </dgm:t>
    </dgm:pt>
    <dgm:pt modelId="{6477774E-1F1F-4B6A-A0D2-589C7C1ADB2C}" type="pres">
      <dgm:prSet presAssocID="{026DC91A-5F73-4341-B356-241F001DFBDC}" presName="Accent5" presStyleCnt="0"/>
      <dgm:spPr/>
    </dgm:pt>
    <dgm:pt modelId="{B7F97AC9-1B9F-4F7B-83A3-8A3013807201}" type="pres">
      <dgm:prSet presAssocID="{026DC91A-5F73-4341-B356-241F001DFBDC}" presName="Accent" presStyleLbl="node1" presStyleIdx="4" presStyleCnt="7"/>
      <dgm:spPr/>
    </dgm:pt>
    <dgm:pt modelId="{35244E57-2569-4DF9-8174-C72C2CEECE6F}" type="pres">
      <dgm:prSet presAssocID="{026DC91A-5F73-4341-B356-241F001DFBDC}" presName="Parent5" presStyleLbl="revTx" presStyleIdx="4" presStyleCnt="7">
        <dgm:presLayoutVars>
          <dgm:chMax val="1"/>
          <dgm:chPref val="1"/>
          <dgm:bulletEnabled val="1"/>
        </dgm:presLayoutVars>
      </dgm:prSet>
      <dgm:spPr/>
      <dgm:t>
        <a:bodyPr/>
        <a:lstStyle/>
        <a:p>
          <a:endParaRPr lang="en-US"/>
        </a:p>
      </dgm:t>
    </dgm:pt>
    <dgm:pt modelId="{45AA3270-80A2-41A7-9740-D904D8686A1E}" type="pres">
      <dgm:prSet presAssocID="{3CB5BF9A-28C8-45F0-999B-0416E6D33788}" presName="Accent6" presStyleCnt="0"/>
      <dgm:spPr/>
    </dgm:pt>
    <dgm:pt modelId="{6826DDDD-5371-49F9-B0C8-818552A10D68}" type="pres">
      <dgm:prSet presAssocID="{3CB5BF9A-28C8-45F0-999B-0416E6D33788}" presName="Accent" presStyleLbl="node1" presStyleIdx="5" presStyleCnt="7"/>
      <dgm:spPr/>
    </dgm:pt>
    <dgm:pt modelId="{654CA439-747B-49B7-B24A-4D41E675C11E}" type="pres">
      <dgm:prSet presAssocID="{3CB5BF9A-28C8-45F0-999B-0416E6D33788}" presName="Parent6" presStyleLbl="revTx" presStyleIdx="5" presStyleCnt="7">
        <dgm:presLayoutVars>
          <dgm:chMax val="1"/>
          <dgm:chPref val="1"/>
          <dgm:bulletEnabled val="1"/>
        </dgm:presLayoutVars>
      </dgm:prSet>
      <dgm:spPr/>
      <dgm:t>
        <a:bodyPr/>
        <a:lstStyle/>
        <a:p>
          <a:endParaRPr lang="en-US"/>
        </a:p>
      </dgm:t>
    </dgm:pt>
    <dgm:pt modelId="{D679930E-E8A1-4DCA-9C23-D16D0501B76E}" type="pres">
      <dgm:prSet presAssocID="{9F155FB7-2908-4E3F-8F24-059A5EF74741}" presName="Accent7" presStyleCnt="0"/>
      <dgm:spPr/>
    </dgm:pt>
    <dgm:pt modelId="{B7779BEE-62C6-4208-81CC-B62F70F9D51F}" type="pres">
      <dgm:prSet presAssocID="{9F155FB7-2908-4E3F-8F24-059A5EF74741}" presName="Accent" presStyleLbl="node1" presStyleIdx="6" presStyleCnt="7"/>
      <dgm:spPr/>
    </dgm:pt>
    <dgm:pt modelId="{4C2CED6D-B6BE-40B1-9AE3-CC1C268DFC7F}" type="pres">
      <dgm:prSet presAssocID="{9F155FB7-2908-4E3F-8F24-059A5EF74741}" presName="Parent7" presStyleLbl="revTx" presStyleIdx="6" presStyleCnt="7">
        <dgm:presLayoutVars>
          <dgm:chMax val="1"/>
          <dgm:chPref val="1"/>
          <dgm:bulletEnabled val="1"/>
        </dgm:presLayoutVars>
      </dgm:prSet>
      <dgm:spPr/>
      <dgm:t>
        <a:bodyPr/>
        <a:lstStyle/>
        <a:p>
          <a:endParaRPr lang="en-US"/>
        </a:p>
      </dgm:t>
    </dgm:pt>
  </dgm:ptLst>
  <dgm:cxnLst>
    <dgm:cxn modelId="{030259F2-EFD8-4112-8C13-41459E30BE4B}" srcId="{C0995B1E-2884-4556-B787-54747E5D7E3C}" destId="{3CB5BF9A-28C8-45F0-999B-0416E6D33788}" srcOrd="5" destOrd="0" parTransId="{B0A90A89-1AE6-437D-8C42-AB2127CCB310}" sibTransId="{4A9A40F9-7708-48A0-8B92-CD2E998FC33B}"/>
    <dgm:cxn modelId="{EF3F53C8-D04D-4AD2-B432-6FDBB84A0957}" srcId="{C0995B1E-2884-4556-B787-54747E5D7E3C}" destId="{8EA495CC-2AE4-441A-8D61-C17185EE0FA1}" srcOrd="1" destOrd="0" parTransId="{7FBA25D6-5B7B-42AE-B398-11F2497FDDBB}" sibTransId="{CE3A6F6D-6DF8-4798-A52B-15E0BC787495}"/>
    <dgm:cxn modelId="{136CCF63-2195-44E4-BACF-E0F655539138}" srcId="{C0995B1E-2884-4556-B787-54747E5D7E3C}" destId="{026DC91A-5F73-4341-B356-241F001DFBDC}" srcOrd="4" destOrd="0" parTransId="{B1818881-9887-456C-A915-DC25E86464EC}" sibTransId="{B5186130-E64F-44B1-8D13-8148C1595853}"/>
    <dgm:cxn modelId="{2180EAE6-F8F5-4AD2-9FD9-9864C1F569CC}" type="presOf" srcId="{026DC91A-5F73-4341-B356-241F001DFBDC}" destId="{35244E57-2569-4DF9-8174-C72C2CEECE6F}" srcOrd="0" destOrd="0" presId="urn:microsoft.com/office/officeart/2009/layout/CircleArrowProcess"/>
    <dgm:cxn modelId="{0F4BF169-B401-42B9-B4F6-698AB8DBB3E4}" srcId="{C0995B1E-2884-4556-B787-54747E5D7E3C}" destId="{9F155FB7-2908-4E3F-8F24-059A5EF74741}" srcOrd="6" destOrd="0" parTransId="{8E6D2BC4-FA96-4CF2-89E2-ACCEFD87C38C}" sibTransId="{69196A9B-7647-4AE7-BC67-AA5E66D16C54}"/>
    <dgm:cxn modelId="{599DFB5F-75EE-47E6-B837-1A64B04A0E43}" srcId="{C0995B1E-2884-4556-B787-54747E5D7E3C}" destId="{A7B59607-8D0F-4FEC-B103-1631AB0A9984}" srcOrd="2" destOrd="0" parTransId="{FF7F48F8-4FE5-475A-B892-CEF39604B8B1}" sibTransId="{7B8A879F-1A64-4D0F-B14D-77434AADF0B5}"/>
    <dgm:cxn modelId="{A17326F3-B3BB-4384-BCF6-7F776F2259EA}" srcId="{C0995B1E-2884-4556-B787-54747E5D7E3C}" destId="{ED8FB8B1-358F-448A-99C0-F002F6B38C22}" srcOrd="3" destOrd="0" parTransId="{EF5D330A-2C5C-4EFC-BEDE-CE1A2934534F}" sibTransId="{7E7C75BF-5EB2-4577-9928-BE563F9E833E}"/>
    <dgm:cxn modelId="{10B90EAF-DE9B-405B-8168-ADFC4C3C3817}" type="presOf" srcId="{F3941684-BC9A-43F4-83A3-4B864525CDFD}" destId="{622F3761-976A-4292-BE63-23B9111AC59A}" srcOrd="0" destOrd="0" presId="urn:microsoft.com/office/officeart/2009/layout/CircleArrowProcess"/>
    <dgm:cxn modelId="{15469784-1CA1-4C9A-BDD5-15E5CC8AE40F}" type="presOf" srcId="{ED8FB8B1-358F-448A-99C0-F002F6B38C22}" destId="{76B3093B-61A9-4331-8435-5F787BD39132}" srcOrd="0" destOrd="0" presId="urn:microsoft.com/office/officeart/2009/layout/CircleArrowProcess"/>
    <dgm:cxn modelId="{9D191D7D-6C13-4218-A5E8-CBC0CCD5CB23}" srcId="{C0995B1E-2884-4556-B787-54747E5D7E3C}" destId="{F3941684-BC9A-43F4-83A3-4B864525CDFD}" srcOrd="0" destOrd="0" parTransId="{6E7782B2-3FE9-431D-BB15-EA23733BDB56}" sibTransId="{07F7CB88-0130-429A-AB04-D5D16D3215E1}"/>
    <dgm:cxn modelId="{C9B73D27-F2F6-4E65-BAC3-B17688AB59E9}" type="presOf" srcId="{8EA495CC-2AE4-441A-8D61-C17185EE0FA1}" destId="{0FF083B3-4B06-4394-998B-31C7D86F78CC}" srcOrd="0" destOrd="0" presId="urn:microsoft.com/office/officeart/2009/layout/CircleArrowProcess"/>
    <dgm:cxn modelId="{5272217D-2995-4F92-88E1-64155F9D3A09}" srcId="{C0995B1E-2884-4556-B787-54747E5D7E3C}" destId="{0D469D11-2235-4276-80EF-D5C2EE92968F}" srcOrd="7" destOrd="0" parTransId="{064BC154-EA56-406B-B3FC-BDAB79049394}" sibTransId="{63A91A73-345E-46CA-96B0-9A9BFF60B83A}"/>
    <dgm:cxn modelId="{CE19E363-1614-419F-8992-0043BE25337B}" type="presOf" srcId="{A7B59607-8D0F-4FEC-B103-1631AB0A9984}" destId="{2B988D21-7782-445C-BC69-272EDE2468C5}" srcOrd="0" destOrd="0" presId="urn:microsoft.com/office/officeart/2009/layout/CircleArrowProcess"/>
    <dgm:cxn modelId="{D87F354A-0A4D-4B30-9187-F0A58E562A6B}" type="presOf" srcId="{C0995B1E-2884-4556-B787-54747E5D7E3C}" destId="{F2FE76EE-ABBE-4EC9-B38C-8F39B78CFBAF}" srcOrd="0" destOrd="0" presId="urn:microsoft.com/office/officeart/2009/layout/CircleArrowProcess"/>
    <dgm:cxn modelId="{45EB7EF9-CDD8-4BB5-8219-833E32E3AC97}" type="presOf" srcId="{3CB5BF9A-28C8-45F0-999B-0416E6D33788}" destId="{654CA439-747B-49B7-B24A-4D41E675C11E}" srcOrd="0" destOrd="0" presId="urn:microsoft.com/office/officeart/2009/layout/CircleArrowProcess"/>
    <dgm:cxn modelId="{D0DE04B5-BDE8-40E7-B391-862DBBB0EE90}" type="presOf" srcId="{9F155FB7-2908-4E3F-8F24-059A5EF74741}" destId="{4C2CED6D-B6BE-40B1-9AE3-CC1C268DFC7F}" srcOrd="0" destOrd="0" presId="urn:microsoft.com/office/officeart/2009/layout/CircleArrowProcess"/>
    <dgm:cxn modelId="{47B6D1D1-B151-4EEA-807C-85CA062C5158}" type="presParOf" srcId="{F2FE76EE-ABBE-4EC9-B38C-8F39B78CFBAF}" destId="{553851E4-4803-4284-BE95-5855F8184CAB}" srcOrd="0" destOrd="0" presId="urn:microsoft.com/office/officeart/2009/layout/CircleArrowProcess"/>
    <dgm:cxn modelId="{3B1DB3C4-5494-4207-A0C3-D3A2F1AF1B15}" type="presParOf" srcId="{553851E4-4803-4284-BE95-5855F8184CAB}" destId="{8E65150B-AA19-4D8A-9477-19ACBF47E33A}" srcOrd="0" destOrd="0" presId="urn:microsoft.com/office/officeart/2009/layout/CircleArrowProcess"/>
    <dgm:cxn modelId="{EB4E1B06-5606-4CBC-B948-48C2A366BCA5}" type="presParOf" srcId="{F2FE76EE-ABBE-4EC9-B38C-8F39B78CFBAF}" destId="{622F3761-976A-4292-BE63-23B9111AC59A}" srcOrd="1" destOrd="0" presId="urn:microsoft.com/office/officeart/2009/layout/CircleArrowProcess"/>
    <dgm:cxn modelId="{E4D84C57-CD73-4E2A-B904-B95A44C042E3}" type="presParOf" srcId="{F2FE76EE-ABBE-4EC9-B38C-8F39B78CFBAF}" destId="{90C3C61C-F9E3-4CCD-809C-FA862F7F33F7}" srcOrd="2" destOrd="0" presId="urn:microsoft.com/office/officeart/2009/layout/CircleArrowProcess"/>
    <dgm:cxn modelId="{B6C923D8-C36A-4216-94AD-1726D1A5C6E5}" type="presParOf" srcId="{90C3C61C-F9E3-4CCD-809C-FA862F7F33F7}" destId="{8B662506-4BC3-47EF-9C7C-06CBCDAAF927}" srcOrd="0" destOrd="0" presId="urn:microsoft.com/office/officeart/2009/layout/CircleArrowProcess"/>
    <dgm:cxn modelId="{D19C2A9F-AD2E-48B3-B647-7176EFA31F33}" type="presParOf" srcId="{F2FE76EE-ABBE-4EC9-B38C-8F39B78CFBAF}" destId="{0FF083B3-4B06-4394-998B-31C7D86F78CC}" srcOrd="3" destOrd="0" presId="urn:microsoft.com/office/officeart/2009/layout/CircleArrowProcess"/>
    <dgm:cxn modelId="{7618DEB0-33A3-424B-81A8-0300D1493DDF}" type="presParOf" srcId="{F2FE76EE-ABBE-4EC9-B38C-8F39B78CFBAF}" destId="{B1009FA6-37F9-4E5B-8ED6-2F43F4118D86}" srcOrd="4" destOrd="0" presId="urn:microsoft.com/office/officeart/2009/layout/CircleArrowProcess"/>
    <dgm:cxn modelId="{86EFD3D1-684E-4150-B027-C945268BDE37}" type="presParOf" srcId="{B1009FA6-37F9-4E5B-8ED6-2F43F4118D86}" destId="{3C3BC883-8338-47A9-8825-12F1D9C8574D}" srcOrd="0" destOrd="0" presId="urn:microsoft.com/office/officeart/2009/layout/CircleArrowProcess"/>
    <dgm:cxn modelId="{3C186E66-2C55-4626-9E8F-CF336DB9B680}" type="presParOf" srcId="{F2FE76EE-ABBE-4EC9-B38C-8F39B78CFBAF}" destId="{2B988D21-7782-445C-BC69-272EDE2468C5}" srcOrd="5" destOrd="0" presId="urn:microsoft.com/office/officeart/2009/layout/CircleArrowProcess"/>
    <dgm:cxn modelId="{20159219-63AE-4E44-A420-32BE739C6C36}" type="presParOf" srcId="{F2FE76EE-ABBE-4EC9-B38C-8F39B78CFBAF}" destId="{0AF35BD8-5E48-4429-B439-3DDE98C4B599}" srcOrd="6" destOrd="0" presId="urn:microsoft.com/office/officeart/2009/layout/CircleArrowProcess"/>
    <dgm:cxn modelId="{066ACCE3-CF31-47E8-9EFB-B760C8780014}" type="presParOf" srcId="{0AF35BD8-5E48-4429-B439-3DDE98C4B599}" destId="{1FCE4EAD-9717-422B-9986-67C23F01CCC3}" srcOrd="0" destOrd="0" presId="urn:microsoft.com/office/officeart/2009/layout/CircleArrowProcess"/>
    <dgm:cxn modelId="{76E88135-7CC4-4A27-B923-A8B6241C8BF6}" type="presParOf" srcId="{F2FE76EE-ABBE-4EC9-B38C-8F39B78CFBAF}" destId="{76B3093B-61A9-4331-8435-5F787BD39132}" srcOrd="7" destOrd="0" presId="urn:microsoft.com/office/officeart/2009/layout/CircleArrowProcess"/>
    <dgm:cxn modelId="{08771075-5C3C-4777-B991-E48FA1FF2E08}" type="presParOf" srcId="{F2FE76EE-ABBE-4EC9-B38C-8F39B78CFBAF}" destId="{6477774E-1F1F-4B6A-A0D2-589C7C1ADB2C}" srcOrd="8" destOrd="0" presId="urn:microsoft.com/office/officeart/2009/layout/CircleArrowProcess"/>
    <dgm:cxn modelId="{9EC22BF7-92E3-4D9F-A6D5-4127BCAFDC03}" type="presParOf" srcId="{6477774E-1F1F-4B6A-A0D2-589C7C1ADB2C}" destId="{B7F97AC9-1B9F-4F7B-83A3-8A3013807201}" srcOrd="0" destOrd="0" presId="urn:microsoft.com/office/officeart/2009/layout/CircleArrowProcess"/>
    <dgm:cxn modelId="{6A9C1E73-049B-4EBB-A761-97DD87EC8D05}" type="presParOf" srcId="{F2FE76EE-ABBE-4EC9-B38C-8F39B78CFBAF}" destId="{35244E57-2569-4DF9-8174-C72C2CEECE6F}" srcOrd="9" destOrd="0" presId="urn:microsoft.com/office/officeart/2009/layout/CircleArrowProcess"/>
    <dgm:cxn modelId="{3A335583-1311-4F76-83DA-953A8A8CF500}" type="presParOf" srcId="{F2FE76EE-ABBE-4EC9-B38C-8F39B78CFBAF}" destId="{45AA3270-80A2-41A7-9740-D904D8686A1E}" srcOrd="10" destOrd="0" presId="urn:microsoft.com/office/officeart/2009/layout/CircleArrowProcess"/>
    <dgm:cxn modelId="{E2B65B9F-F02D-4874-90CC-B10A8C91E2EE}" type="presParOf" srcId="{45AA3270-80A2-41A7-9740-D904D8686A1E}" destId="{6826DDDD-5371-49F9-B0C8-818552A10D68}" srcOrd="0" destOrd="0" presId="urn:microsoft.com/office/officeart/2009/layout/CircleArrowProcess"/>
    <dgm:cxn modelId="{1DA4014B-DFFD-4BBF-90E7-E6C1B294550C}" type="presParOf" srcId="{F2FE76EE-ABBE-4EC9-B38C-8F39B78CFBAF}" destId="{654CA439-747B-49B7-B24A-4D41E675C11E}" srcOrd="11" destOrd="0" presId="urn:microsoft.com/office/officeart/2009/layout/CircleArrowProcess"/>
    <dgm:cxn modelId="{99CB5B5C-3474-4238-AA38-62CE3E95A4BA}" type="presParOf" srcId="{F2FE76EE-ABBE-4EC9-B38C-8F39B78CFBAF}" destId="{D679930E-E8A1-4DCA-9C23-D16D0501B76E}" srcOrd="12" destOrd="0" presId="urn:microsoft.com/office/officeart/2009/layout/CircleArrowProcess"/>
    <dgm:cxn modelId="{A2C3FFA4-1E49-439B-8802-E609481D9CD1}" type="presParOf" srcId="{D679930E-E8A1-4DCA-9C23-D16D0501B76E}" destId="{B7779BEE-62C6-4208-81CC-B62F70F9D51F}" srcOrd="0" destOrd="0" presId="urn:microsoft.com/office/officeart/2009/layout/CircleArrowProcess"/>
    <dgm:cxn modelId="{477C7BC1-F045-49D0-B726-8374BD9A1C44}" type="presParOf" srcId="{F2FE76EE-ABBE-4EC9-B38C-8F39B78CFBAF}" destId="{4C2CED6D-B6BE-40B1-9AE3-CC1C268DFC7F}" srcOrd="13"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65150B-AA19-4D8A-9477-19ACBF47E33A}">
      <dsp:nvSpPr>
        <dsp:cNvPr id="0" name=""/>
        <dsp:cNvSpPr/>
      </dsp:nvSpPr>
      <dsp:spPr>
        <a:xfrm>
          <a:off x="3634582" y="0"/>
          <a:ext cx="1871444" cy="1871607"/>
        </a:xfrm>
        <a:prstGeom prst="circularArrow">
          <a:avLst>
            <a:gd name="adj1" fmla="val 10980"/>
            <a:gd name="adj2" fmla="val 1142322"/>
            <a:gd name="adj3" fmla="val 4500000"/>
            <a:gd name="adj4" fmla="val 10800000"/>
            <a:gd name="adj5" fmla="val 125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F3761-976A-4292-BE63-23B9111AC59A}">
      <dsp:nvSpPr>
        <dsp:cNvPr id="0" name=""/>
        <dsp:cNvSpPr/>
      </dsp:nvSpPr>
      <dsp:spPr>
        <a:xfrm>
          <a:off x="4047767" y="677679"/>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dirty="0"/>
            <a:t>Prepare Elastic Search Index</a:t>
          </a:r>
        </a:p>
      </dsp:txBody>
      <dsp:txXfrm>
        <a:off x="4047767" y="677679"/>
        <a:ext cx="1044371" cy="521985"/>
      </dsp:txXfrm>
    </dsp:sp>
    <dsp:sp modelId="{8B662506-4BC3-47EF-9C7C-06CBCDAAF927}">
      <dsp:nvSpPr>
        <dsp:cNvPr id="0" name=""/>
        <dsp:cNvSpPr/>
      </dsp:nvSpPr>
      <dsp:spPr>
        <a:xfrm>
          <a:off x="3114678" y="1075109"/>
          <a:ext cx="1871444" cy="1871607"/>
        </a:xfrm>
        <a:prstGeom prst="leftCircularArrow">
          <a:avLst>
            <a:gd name="adj1" fmla="val 10980"/>
            <a:gd name="adj2" fmla="val 1142322"/>
            <a:gd name="adj3" fmla="val 6300000"/>
            <a:gd name="adj4" fmla="val 18900000"/>
            <a:gd name="adj5" fmla="val 12500"/>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F083B3-4B06-4394-998B-31C7D86F78CC}">
      <dsp:nvSpPr>
        <dsp:cNvPr id="0" name=""/>
        <dsp:cNvSpPr/>
      </dsp:nvSpPr>
      <dsp:spPr>
        <a:xfrm>
          <a:off x="3525757" y="1755246"/>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Get Asset Reference Worker</a:t>
          </a:r>
        </a:p>
      </dsp:txBody>
      <dsp:txXfrm>
        <a:off x="3525757" y="1755246"/>
        <a:ext cx="1044371" cy="521985"/>
      </dsp:txXfrm>
    </dsp:sp>
    <dsp:sp modelId="{3C3BC883-8338-47A9-8825-12F1D9C8574D}">
      <dsp:nvSpPr>
        <dsp:cNvPr id="0" name=""/>
        <dsp:cNvSpPr/>
      </dsp:nvSpPr>
      <dsp:spPr>
        <a:xfrm>
          <a:off x="3634582" y="2155134"/>
          <a:ext cx="1871444" cy="1871607"/>
        </a:xfrm>
        <a:prstGeom prst="circularArrow">
          <a:avLst>
            <a:gd name="adj1" fmla="val 10980"/>
            <a:gd name="adj2" fmla="val 1142322"/>
            <a:gd name="adj3" fmla="val 4500000"/>
            <a:gd name="adj4" fmla="val 13500000"/>
            <a:gd name="adj5" fmla="val 125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88D21-7782-445C-BC69-272EDE2468C5}">
      <dsp:nvSpPr>
        <dsp:cNvPr id="0" name=""/>
        <dsp:cNvSpPr/>
      </dsp:nvSpPr>
      <dsp:spPr>
        <a:xfrm>
          <a:off x="4047767" y="2832814"/>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Download Asset Usage Single Asset Code Data Set</a:t>
          </a:r>
        </a:p>
      </dsp:txBody>
      <dsp:txXfrm>
        <a:off x="4047767" y="2832814"/>
        <a:ext cx="1044371" cy="521985"/>
      </dsp:txXfrm>
    </dsp:sp>
    <dsp:sp modelId="{1FCE4EAD-9717-422B-9986-67C23F01CCC3}">
      <dsp:nvSpPr>
        <dsp:cNvPr id="0" name=""/>
        <dsp:cNvSpPr/>
      </dsp:nvSpPr>
      <dsp:spPr>
        <a:xfrm>
          <a:off x="3114678" y="3232702"/>
          <a:ext cx="1871444" cy="1871607"/>
        </a:xfrm>
        <a:prstGeom prst="leftCircularArrow">
          <a:avLst>
            <a:gd name="adj1" fmla="val 10980"/>
            <a:gd name="adj2" fmla="val 1142322"/>
            <a:gd name="adj3" fmla="val 6300000"/>
            <a:gd name="adj4" fmla="val 18900000"/>
            <a:gd name="adj5" fmla="val 12500"/>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B3093B-61A9-4331-8435-5F787BD39132}">
      <dsp:nvSpPr>
        <dsp:cNvPr id="0" name=""/>
        <dsp:cNvSpPr/>
      </dsp:nvSpPr>
      <dsp:spPr>
        <a:xfrm>
          <a:off x="3525757" y="3910381"/>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Merge Data Set</a:t>
          </a:r>
        </a:p>
      </dsp:txBody>
      <dsp:txXfrm>
        <a:off x="3525757" y="3910381"/>
        <a:ext cx="1044371" cy="521985"/>
      </dsp:txXfrm>
    </dsp:sp>
    <dsp:sp modelId="{B7F97AC9-1B9F-4F7B-83A3-8A3013807201}">
      <dsp:nvSpPr>
        <dsp:cNvPr id="0" name=""/>
        <dsp:cNvSpPr/>
      </dsp:nvSpPr>
      <dsp:spPr>
        <a:xfrm>
          <a:off x="3634582" y="4308630"/>
          <a:ext cx="1871444" cy="1871607"/>
        </a:xfrm>
        <a:prstGeom prst="circularArrow">
          <a:avLst>
            <a:gd name="adj1" fmla="val 10980"/>
            <a:gd name="adj2" fmla="val 1142322"/>
            <a:gd name="adj3" fmla="val 4500000"/>
            <a:gd name="adj4" fmla="val 13500000"/>
            <a:gd name="adj5" fmla="val 125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244E57-2569-4DF9-8174-C72C2CEECE6F}">
      <dsp:nvSpPr>
        <dsp:cNvPr id="0" name=""/>
        <dsp:cNvSpPr/>
      </dsp:nvSpPr>
      <dsp:spPr>
        <a:xfrm>
          <a:off x="4047767" y="4986310"/>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Prepare File in Platform Cloud Data Storage</a:t>
          </a:r>
        </a:p>
      </dsp:txBody>
      <dsp:txXfrm>
        <a:off x="4047767" y="4986310"/>
        <a:ext cx="1044371" cy="521985"/>
      </dsp:txXfrm>
    </dsp:sp>
    <dsp:sp modelId="{6826DDDD-5371-49F9-B0C8-818552A10D68}">
      <dsp:nvSpPr>
        <dsp:cNvPr id="0" name=""/>
        <dsp:cNvSpPr/>
      </dsp:nvSpPr>
      <dsp:spPr>
        <a:xfrm>
          <a:off x="3114678" y="5386198"/>
          <a:ext cx="1871444" cy="1871607"/>
        </a:xfrm>
        <a:prstGeom prst="leftCircularArrow">
          <a:avLst>
            <a:gd name="adj1" fmla="val 10980"/>
            <a:gd name="adj2" fmla="val 1142322"/>
            <a:gd name="adj3" fmla="val 6300000"/>
            <a:gd name="adj4" fmla="val 18900000"/>
            <a:gd name="adj5" fmla="val 12500"/>
          </a:avLst>
        </a:prstGeom>
        <a:solidFill>
          <a:schemeClr val="accent5">
            <a:hueOff val="-8278230"/>
            <a:satOff val="33176"/>
            <a:lumOff val="7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4CA439-747B-49B7-B24A-4D41E675C11E}">
      <dsp:nvSpPr>
        <dsp:cNvPr id="0" name=""/>
        <dsp:cNvSpPr/>
      </dsp:nvSpPr>
      <dsp:spPr>
        <a:xfrm>
          <a:off x="3525757" y="6063877"/>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Fetch Report Template Configurations</a:t>
          </a:r>
        </a:p>
      </dsp:txBody>
      <dsp:txXfrm>
        <a:off x="3525757" y="6063877"/>
        <a:ext cx="1044371" cy="521985"/>
      </dsp:txXfrm>
    </dsp:sp>
    <dsp:sp modelId="{B7779BEE-62C6-4208-81CC-B62F70F9D51F}">
      <dsp:nvSpPr>
        <dsp:cNvPr id="0" name=""/>
        <dsp:cNvSpPr/>
      </dsp:nvSpPr>
      <dsp:spPr>
        <a:xfrm>
          <a:off x="3767630" y="6585862"/>
          <a:ext cx="1607805" cy="1608566"/>
        </a:xfrm>
        <a:prstGeom prst="blockArc">
          <a:avLst>
            <a:gd name="adj1" fmla="val 13500000"/>
            <a:gd name="adj2" fmla="val 10800000"/>
            <a:gd name="adj3" fmla="val 1274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2CED6D-B6BE-40B1-9AE3-CC1C268DFC7F}">
      <dsp:nvSpPr>
        <dsp:cNvPr id="0" name=""/>
        <dsp:cNvSpPr/>
      </dsp:nvSpPr>
      <dsp:spPr>
        <a:xfrm>
          <a:off x="4047767" y="7141444"/>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b="1" kern="1200"/>
            <a:t>Write to File in Platform Cloud Data Storage</a:t>
          </a:r>
        </a:p>
      </dsp:txBody>
      <dsp:txXfrm>
        <a:off x="4047767" y="7141444"/>
        <a:ext cx="1044371" cy="521985"/>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722235F6-0A9D-4388-ACCF-D691EA62892B}" type="datetimeFigureOut">
              <a:rPr lang="en-IN" smtClean="0"/>
              <a:t>09-05-2023</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CA1C27CE-3503-4C23-BC32-76F032F3F6C6}" type="slidenum">
              <a:rPr lang="en-IN" smtClean="0"/>
              <a:t>‹#›</a:t>
            </a:fld>
            <a:endParaRPr lang="en-IN"/>
          </a:p>
        </p:txBody>
      </p:sp>
    </p:spTree>
    <p:extLst>
      <p:ext uri="{BB962C8B-B14F-4D97-AF65-F5344CB8AC3E}">
        <p14:creationId xmlns:p14="http://schemas.microsoft.com/office/powerpoint/2010/main" val="2905047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1C27CE-3503-4C23-BC32-76F032F3F6C6}" type="slidenum">
              <a:rPr lang="en-IN" smtClean="0"/>
              <a:t>1</a:t>
            </a:fld>
            <a:endParaRPr lang="en-IN"/>
          </a:p>
        </p:txBody>
      </p:sp>
    </p:spTree>
    <p:extLst>
      <p:ext uri="{BB962C8B-B14F-4D97-AF65-F5344CB8AC3E}">
        <p14:creationId xmlns:p14="http://schemas.microsoft.com/office/powerpoint/2010/main" val="3497970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1550ddc126_4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6" name="Google Shape;1156;g11550ddc126_4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r>
              <a:rPr lang="en-US" dirty="0"/>
              <a:t>#1 Agenda Slide</a:t>
            </a:r>
          </a:p>
          <a:p>
            <a:pPr rtl="0"/>
            <a:r>
              <a:rPr lang="en-US" dirty="0"/>
              <a:t> </a:t>
            </a:r>
          </a:p>
          <a:p>
            <a:pPr rtl="0"/>
            <a:r>
              <a:rPr lang="en-US" dirty="0"/>
              <a:t>#2a Slide - What is Caterpillar Business challenge</a:t>
            </a:r>
            <a:br>
              <a:rPr lang="en-US" dirty="0"/>
            </a:br>
            <a:r>
              <a:rPr lang="en-US" dirty="0"/>
              <a:t>(Krishna to fill it up)</a:t>
            </a:r>
            <a:br>
              <a:rPr lang="en-US" dirty="0"/>
            </a:br>
            <a:r>
              <a:rPr lang="en-US" dirty="0"/>
              <a:t>We need a solution where IT and business to collaborate, which is scalable and resilient</a:t>
            </a:r>
          </a:p>
          <a:p>
            <a:pPr rtl="0"/>
            <a:r>
              <a:rPr lang="en-US" dirty="0"/>
              <a:t> </a:t>
            </a:r>
          </a:p>
          <a:p>
            <a:pPr rtl="0"/>
            <a:r>
              <a:rPr lang="en-US" dirty="0"/>
              <a:t>#2b Slide - Why </a:t>
            </a:r>
            <a:r>
              <a:rPr lang="en-US" dirty="0" err="1"/>
              <a:t>Camunda</a:t>
            </a:r>
            <a:r>
              <a:rPr lang="en-US" dirty="0"/>
              <a:t> Solution</a:t>
            </a:r>
            <a:br>
              <a:rPr lang="en-US" dirty="0"/>
            </a:br>
            <a:r>
              <a:rPr lang="en-US" dirty="0"/>
              <a:t>	</a:t>
            </a:r>
            <a:r>
              <a:rPr lang="en-US" dirty="0" err="1"/>
              <a:t>Camunda</a:t>
            </a:r>
            <a:r>
              <a:rPr lang="en-US" dirty="0"/>
              <a:t> help orchestrate multiple endpoints</a:t>
            </a:r>
            <a:br>
              <a:rPr lang="en-US" dirty="0"/>
            </a:br>
            <a:r>
              <a:rPr lang="en-US" dirty="0"/>
              <a:t>	Developer friendly </a:t>
            </a:r>
            <a:br>
              <a:rPr lang="en-US" dirty="0"/>
            </a:br>
            <a:r>
              <a:rPr lang="en-US" dirty="0"/>
              <a:t>	Open Architecture</a:t>
            </a:r>
            <a:br>
              <a:rPr lang="en-US" dirty="0"/>
            </a:br>
            <a:r>
              <a:rPr lang="en-US" dirty="0"/>
              <a:t>	End-to-end orchestration</a:t>
            </a:r>
            <a:br>
              <a:rPr lang="en-US" dirty="0"/>
            </a:br>
            <a:r>
              <a:rPr lang="en-US" dirty="0"/>
              <a:t>	standards-based collaboration</a:t>
            </a:r>
            <a:br>
              <a:rPr lang="en-US" dirty="0"/>
            </a:br>
            <a:r>
              <a:rPr lang="en-US" dirty="0"/>
              <a:t>	Business and IT can collaborate </a:t>
            </a:r>
            <a:br>
              <a:rPr lang="en-US" dirty="0"/>
            </a:br>
            <a:r>
              <a:rPr lang="en-US" dirty="0"/>
              <a:t>	Solution can be scalable and resilient</a:t>
            </a:r>
          </a:p>
          <a:p>
            <a:pPr rtl="0"/>
            <a:r>
              <a:rPr lang="en-US" dirty="0"/>
              <a:t> </a:t>
            </a:r>
          </a:p>
          <a:p>
            <a:pPr rtl="0"/>
            <a:r>
              <a:rPr lang="en-US" dirty="0"/>
              <a:t>#3 Slide - </a:t>
            </a:r>
            <a:r>
              <a:rPr lang="en-US" dirty="0" err="1"/>
              <a:t>Camunda</a:t>
            </a:r>
            <a:r>
              <a:rPr lang="en-US" dirty="0"/>
              <a:t> orchestrate, Automation, Transform</a:t>
            </a:r>
          </a:p>
          <a:p>
            <a:pPr rtl="0"/>
            <a:r>
              <a:rPr lang="en-US" dirty="0"/>
              <a:t> </a:t>
            </a:r>
          </a:p>
          <a:p>
            <a:pPr rtl="0"/>
            <a:r>
              <a:rPr lang="en-US" dirty="0"/>
              <a:t> </a:t>
            </a:r>
          </a:p>
          <a:p>
            <a:pPr rtl="0"/>
            <a:r>
              <a:rPr lang="en-US" dirty="0"/>
              <a:t>#4 - </a:t>
            </a:r>
            <a:r>
              <a:rPr lang="en-US" dirty="0" err="1"/>
              <a:t>Comparision</a:t>
            </a:r>
            <a:r>
              <a:rPr lang="en-US" dirty="0"/>
              <a:t> between </a:t>
            </a:r>
            <a:r>
              <a:rPr lang="en-US" dirty="0" err="1"/>
              <a:t>Camunda</a:t>
            </a:r>
            <a:r>
              <a:rPr lang="en-US" dirty="0"/>
              <a:t> SaaS and Self-Managed (need to discuss with Krishna on removing the optimizer from the free version list) - completed</a:t>
            </a:r>
          </a:p>
          <a:p>
            <a:pPr marL="914400" lvl="1" indent="-298450" algn="l" rtl="0">
              <a:spcBef>
                <a:spcPts val="0"/>
              </a:spcBef>
              <a:spcAft>
                <a:spcPts val="0"/>
              </a:spcAft>
              <a:buClr>
                <a:schemeClr val="dk1"/>
              </a:buClr>
              <a:buSzPts val="1100"/>
              <a:buChar char="●"/>
            </a:pPr>
            <a:endParaRPr dirty="0">
              <a:solidFill>
                <a:schemeClr val="dk1"/>
              </a:solidFill>
            </a:endParaRPr>
          </a:p>
        </p:txBody>
      </p:sp>
      <p:sp>
        <p:nvSpPr>
          <p:cNvPr id="1157" name="Google Shape;1157;g11550ddc126_4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1550ddc126_4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6" name="Google Shape;1156;g11550ddc126_4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spcBef>
                <a:spcPts val="0"/>
              </a:spcBef>
              <a:spcAft>
                <a:spcPts val="0"/>
              </a:spcAft>
              <a:buClr>
                <a:schemeClr val="dk1"/>
              </a:buClr>
              <a:buSzPts val="1100"/>
              <a:buChar char="●"/>
            </a:pPr>
            <a:endParaRPr dirty="0">
              <a:solidFill>
                <a:schemeClr val="dk1"/>
              </a:solidFill>
            </a:endParaRPr>
          </a:p>
        </p:txBody>
      </p:sp>
      <p:sp>
        <p:nvSpPr>
          <p:cNvPr id="1157" name="Google Shape;1157;g11550ddc126_4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
              <a:t>3</a:t>
            </a:fld>
            <a:endParaRPr/>
          </a:p>
        </p:txBody>
      </p:sp>
    </p:spTree>
    <p:extLst>
      <p:ext uri="{BB962C8B-B14F-4D97-AF65-F5344CB8AC3E}">
        <p14:creationId xmlns:p14="http://schemas.microsoft.com/office/powerpoint/2010/main" val="391927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1129764b2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1129764b2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1C27CE-3503-4C23-BC32-76F032F3F6C6}" type="slidenum">
              <a:rPr lang="en-IN" smtClean="0"/>
              <a:t>9</a:t>
            </a:fld>
            <a:endParaRPr lang="en-IN"/>
          </a:p>
        </p:txBody>
      </p:sp>
    </p:spTree>
    <p:extLst>
      <p:ext uri="{BB962C8B-B14F-4D97-AF65-F5344CB8AC3E}">
        <p14:creationId xmlns:p14="http://schemas.microsoft.com/office/powerpoint/2010/main" val="3981353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113b5f1f29c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113b5f1f29c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extLst>
      <p:ext uri="{BB962C8B-B14F-4D97-AF65-F5344CB8AC3E}">
        <p14:creationId xmlns:p14="http://schemas.microsoft.com/office/powerpoint/2010/main" val="4293887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10852210398_0_9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10852210398_0_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believe our approach to process automation will increase your agility, help you create amazing customer experiences, and support you as you integrate with legacy systems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With Camunda, you can transform fragmented business processes into processes that are orchestrated from end to end, that are fully endpoint-agnostic, and that can be easily replicated for horizontal scalability or even fully replaced on the fly</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support the use of open standards to bring software developers together with everyone else in the organization who has a stake in the business process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 way we prioritize developers is unique, and we’ve found that it helps organizations automate their processes in an iterative way, which empowers developers and ultimately makes them happier and more productive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Our software is both fully integrated </a:t>
            </a:r>
            <a:r>
              <a:rPr lang="en" i="1">
                <a:solidFill>
                  <a:schemeClr val="dk1"/>
                </a:solidFill>
              </a:rPr>
              <a:t>and</a:t>
            </a:r>
            <a:r>
              <a:rPr lang="en">
                <a:solidFill>
                  <a:schemeClr val="dk1"/>
                </a:solidFill>
              </a:rPr>
              <a:t> consists of loosely coupled components that you can integrate with any IT tooling or technical architecture that you have in place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All of this leads to a lower total cost of ownership with Camunda; that’s lower costs in terms of licensing, speed of implementation, consulting fees, and day-to-day operational costs</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87749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113b5f1f29c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113b5f1f29c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extLst>
      <p:ext uri="{BB962C8B-B14F-4D97-AF65-F5344CB8AC3E}">
        <p14:creationId xmlns:p14="http://schemas.microsoft.com/office/powerpoint/2010/main" val="330579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4"/>
        <p:cNvGrpSpPr/>
        <p:nvPr/>
      </p:nvGrpSpPr>
      <p:grpSpPr>
        <a:xfrm>
          <a:off x="0" y="0"/>
          <a:ext cx="0" cy="0"/>
          <a:chOff x="0" y="0"/>
          <a:chExt cx="0" cy="0"/>
        </a:xfrm>
      </p:grpSpPr>
      <p:sp>
        <p:nvSpPr>
          <p:cNvPr id="1635" name="Google Shape;1635;g10ae1939f24_3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6" name="Google Shape;1636;g10ae1939f24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call our approach to process orchestration “universal” because we can orchestrate business processes, from start to finish, across a wide variety of endpoints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That includes everything from your legacy systems, to your next-generation microservices, plus your RPA bots, Internet of Things devices, and manual tasks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Because business processes are complex, we believe it’s critical to enable software developers and other IT users to deliver process automation projects by writing code in any programming language, working in their preferred IDE, using their existing CI/CD pipelines, and deploying to a variety of platforms – whether on premises or in the public, private, or hybrid cloud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Note: The icons on this slide represent the following technologies: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Java, Ruby, VSCode, IntelliJ, Azure DevOps, C#, Python, Eclipse, JUnit, Jenkins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Kubernetes, On Prem / Self-Managed, Cloud, Docker </a:t>
            </a:r>
            <a:endParaRPr i="1">
              <a:solidFill>
                <a:schemeClr val="dk1"/>
              </a:solidFill>
            </a:endParaRPr>
          </a:p>
        </p:txBody>
      </p:sp>
    </p:spTree>
    <p:extLst>
      <p:ext uri="{BB962C8B-B14F-4D97-AF65-F5344CB8AC3E}">
        <p14:creationId xmlns:p14="http://schemas.microsoft.com/office/powerpoint/2010/main" val="773770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20595c043e6_0_5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20595c043e6_0_5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088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g205a291b035_1_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9" name="Google Shape;1669;g205a291b035_1_16: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70" name="Google Shape;1670;g205a291b035_1_16: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Tree>
    <p:extLst>
      <p:ext uri="{BB962C8B-B14F-4D97-AF65-F5344CB8AC3E}">
        <p14:creationId xmlns:p14="http://schemas.microsoft.com/office/powerpoint/2010/main" val="22333738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39" Type="http://schemas.openxmlformats.org/officeDocument/2006/relationships/image" Target="../media/image5.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Master" Target="../slideMasters/slideMaster2.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40" Type="http://schemas.openxmlformats.org/officeDocument/2006/relationships/image" Target="../media/image45.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jpg"/><Relationship Id="rId30" Type="http://schemas.openxmlformats.org/officeDocument/2006/relationships/image" Target="../media/image36.png"/><Relationship Id="rId35" Type="http://schemas.openxmlformats.org/officeDocument/2006/relationships/image" Target="../media/image41.png"/><Relationship Id="rId8" Type="http://schemas.openxmlformats.org/officeDocument/2006/relationships/image" Target="../media/image14.png"/><Relationship Id="rId3"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picture containing text, electronics&#10;&#10;Description automatically generated">
            <a:extLst>
              <a:ext uri="{FF2B5EF4-FFF2-40B4-BE49-F238E27FC236}">
                <a16:creationId xmlns:a16="http://schemas.microsoft.com/office/drawing/2014/main" id="{C83536EB-7875-4B23-AFDF-2E03F9ED7A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descr="A picture containing fish, whale&#10;&#10;Description automatically generated">
            <a:extLst>
              <a:ext uri="{FF2B5EF4-FFF2-40B4-BE49-F238E27FC236}">
                <a16:creationId xmlns:a16="http://schemas.microsoft.com/office/drawing/2014/main" id="{0D94D0DA-724B-41C2-9C47-7047EA13CD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1">
  <p:cSld name="Blank 1">
    <p:bg>
      <p:bgPr>
        <a:solidFill>
          <a:srgbClr val="F7F7F7"/>
        </a:solidFill>
        <a:effectLst/>
      </p:bgPr>
    </p:bg>
    <p:spTree>
      <p:nvGrpSpPr>
        <p:cNvPr id="1" name="Shape 1066"/>
        <p:cNvGrpSpPr/>
        <p:nvPr/>
      </p:nvGrpSpPr>
      <p:grpSpPr>
        <a:xfrm>
          <a:off x="0" y="0"/>
          <a:ext cx="0" cy="0"/>
          <a:chOff x="0" y="0"/>
          <a:chExt cx="0" cy="0"/>
        </a:xfrm>
      </p:grpSpPr>
      <p:sp>
        <p:nvSpPr>
          <p:cNvPr id="1067" name="Google Shape;1067;p54"/>
          <p:cNvSpPr txBox="1">
            <a:spLocks noGrp="1"/>
          </p:cNvSpPr>
          <p:nvPr>
            <p:ph type="sldNum" idx="12"/>
          </p:nvPr>
        </p:nvSpPr>
        <p:spPr>
          <a:xfrm>
            <a:off x="13404685" y="7658096"/>
            <a:ext cx="877920" cy="259200"/>
          </a:xfrm>
          <a:prstGeom prst="rect">
            <a:avLst/>
          </a:prstGeom>
        </p:spPr>
        <p:txBody>
          <a:bodyPr spcFirstLastPara="1" wrap="square" lIns="0" tIns="0" rIns="0" bIns="0" anchor="b" anchorCtr="0">
            <a:normAutofit/>
          </a:bodyPr>
          <a:lstStyle>
            <a:lvl1pPr lvl="0" algn="r" rtl="0">
              <a:buNone/>
              <a:defRPr sz="800">
                <a:solidFill>
                  <a:schemeClr val="dk2"/>
                </a:solidFill>
                <a:latin typeface="IBM Plex Sans"/>
                <a:ea typeface="IBM Plex Sans"/>
                <a:cs typeface="IBM Plex Sans"/>
                <a:sym typeface="IBM Plex Sans"/>
              </a:defRPr>
            </a:lvl1pPr>
            <a:lvl2pPr lvl="1" algn="r" rtl="0">
              <a:buNone/>
              <a:defRPr sz="800">
                <a:solidFill>
                  <a:schemeClr val="dk2"/>
                </a:solidFill>
                <a:latin typeface="IBM Plex Sans"/>
                <a:ea typeface="IBM Plex Sans"/>
                <a:cs typeface="IBM Plex Sans"/>
                <a:sym typeface="IBM Plex Sans"/>
              </a:defRPr>
            </a:lvl2pPr>
            <a:lvl3pPr lvl="2" algn="r" rtl="0">
              <a:buNone/>
              <a:defRPr sz="800">
                <a:solidFill>
                  <a:schemeClr val="dk2"/>
                </a:solidFill>
                <a:latin typeface="IBM Plex Sans"/>
                <a:ea typeface="IBM Plex Sans"/>
                <a:cs typeface="IBM Plex Sans"/>
                <a:sym typeface="IBM Plex Sans"/>
              </a:defRPr>
            </a:lvl3pPr>
            <a:lvl4pPr lvl="3" algn="r" rtl="0">
              <a:buNone/>
              <a:defRPr sz="800">
                <a:solidFill>
                  <a:schemeClr val="dk2"/>
                </a:solidFill>
                <a:latin typeface="IBM Plex Sans"/>
                <a:ea typeface="IBM Plex Sans"/>
                <a:cs typeface="IBM Plex Sans"/>
                <a:sym typeface="IBM Plex Sans"/>
              </a:defRPr>
            </a:lvl4pPr>
            <a:lvl5pPr lvl="4" algn="r" rtl="0">
              <a:buNone/>
              <a:defRPr sz="800">
                <a:solidFill>
                  <a:schemeClr val="dk2"/>
                </a:solidFill>
                <a:latin typeface="IBM Plex Sans"/>
                <a:ea typeface="IBM Plex Sans"/>
                <a:cs typeface="IBM Plex Sans"/>
                <a:sym typeface="IBM Plex Sans"/>
              </a:defRPr>
            </a:lvl5pPr>
            <a:lvl6pPr lvl="5" algn="r" rtl="0">
              <a:buNone/>
              <a:defRPr sz="800">
                <a:solidFill>
                  <a:schemeClr val="dk2"/>
                </a:solidFill>
                <a:latin typeface="IBM Plex Sans"/>
                <a:ea typeface="IBM Plex Sans"/>
                <a:cs typeface="IBM Plex Sans"/>
                <a:sym typeface="IBM Plex Sans"/>
              </a:defRPr>
            </a:lvl6pPr>
            <a:lvl7pPr lvl="6" algn="r" rtl="0">
              <a:buNone/>
              <a:defRPr sz="800">
                <a:solidFill>
                  <a:schemeClr val="dk2"/>
                </a:solidFill>
                <a:latin typeface="IBM Plex Sans"/>
                <a:ea typeface="IBM Plex Sans"/>
                <a:cs typeface="IBM Plex Sans"/>
                <a:sym typeface="IBM Plex Sans"/>
              </a:defRPr>
            </a:lvl7pPr>
            <a:lvl8pPr lvl="7" algn="r" rtl="0">
              <a:buNone/>
              <a:defRPr sz="800">
                <a:solidFill>
                  <a:schemeClr val="dk2"/>
                </a:solidFill>
                <a:latin typeface="IBM Plex Sans"/>
                <a:ea typeface="IBM Plex Sans"/>
                <a:cs typeface="IBM Plex Sans"/>
                <a:sym typeface="IBM Plex Sans"/>
              </a:defRPr>
            </a:lvl8pPr>
            <a:lvl9pPr lvl="8" algn="r" rtl="0">
              <a:buNone/>
              <a:defRPr sz="800">
                <a:solidFill>
                  <a:schemeClr val="dk2"/>
                </a:solidFill>
                <a:latin typeface="IBM Plex Sans"/>
                <a:ea typeface="IBM Plex Sans"/>
                <a:cs typeface="IBM Plex Sans"/>
                <a:sym typeface="IBM Plex Sa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3235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range Background 2">
  <p:cSld name="Orange Background 2">
    <p:bg>
      <p:bgPr>
        <a:solidFill>
          <a:srgbClr val="FC5D0D"/>
        </a:solidFill>
        <a:effectLst/>
      </p:bgPr>
    </p:bg>
    <p:spTree>
      <p:nvGrpSpPr>
        <p:cNvPr id="1" name="Shape 1073"/>
        <p:cNvGrpSpPr/>
        <p:nvPr/>
      </p:nvGrpSpPr>
      <p:grpSpPr>
        <a:xfrm>
          <a:off x="0" y="0"/>
          <a:ext cx="0" cy="0"/>
          <a:chOff x="0" y="0"/>
          <a:chExt cx="0" cy="0"/>
        </a:xfrm>
      </p:grpSpPr>
      <p:sp>
        <p:nvSpPr>
          <p:cNvPr id="1074" name="Google Shape;1074;p56"/>
          <p:cNvSpPr/>
          <p:nvPr/>
        </p:nvSpPr>
        <p:spPr>
          <a:xfrm rot="-5400000">
            <a:off x="13664953" y="874766"/>
            <a:ext cx="925829" cy="319278"/>
          </a:xfrm>
          <a:custGeom>
            <a:avLst/>
            <a:gdLst/>
            <a:ahLst/>
            <a:cxnLst/>
            <a:rect l="l" t="t" r="r" b="b"/>
            <a:pathLst>
              <a:path w="1543049" h="532130" extrusionOk="0">
                <a:moveTo>
                  <a:pt x="172758" y="93332"/>
                </a:moveTo>
                <a:lnTo>
                  <a:pt x="167297" y="53708"/>
                </a:lnTo>
                <a:lnTo>
                  <a:pt x="150977" y="24422"/>
                </a:lnTo>
                <a:lnTo>
                  <a:pt x="123990" y="6248"/>
                </a:lnTo>
                <a:lnTo>
                  <a:pt x="86537" y="0"/>
                </a:lnTo>
                <a:lnTo>
                  <a:pt x="49072" y="6197"/>
                </a:lnTo>
                <a:lnTo>
                  <a:pt x="22059" y="24320"/>
                </a:lnTo>
                <a:lnTo>
                  <a:pt x="5689" y="53568"/>
                </a:lnTo>
                <a:lnTo>
                  <a:pt x="165" y="93179"/>
                </a:lnTo>
                <a:lnTo>
                  <a:pt x="0" y="286029"/>
                </a:lnTo>
                <a:lnTo>
                  <a:pt x="5461" y="325628"/>
                </a:lnTo>
                <a:lnTo>
                  <a:pt x="21780" y="354914"/>
                </a:lnTo>
                <a:lnTo>
                  <a:pt x="48768" y="373087"/>
                </a:lnTo>
                <a:lnTo>
                  <a:pt x="86220" y="379349"/>
                </a:lnTo>
                <a:lnTo>
                  <a:pt x="123685" y="373151"/>
                </a:lnTo>
                <a:lnTo>
                  <a:pt x="167081" y="325767"/>
                </a:lnTo>
                <a:lnTo>
                  <a:pt x="172605" y="286181"/>
                </a:lnTo>
                <a:lnTo>
                  <a:pt x="172643" y="236905"/>
                </a:lnTo>
                <a:lnTo>
                  <a:pt x="117919" y="236855"/>
                </a:lnTo>
                <a:lnTo>
                  <a:pt x="117868" y="289839"/>
                </a:lnTo>
                <a:lnTo>
                  <a:pt x="115760" y="306641"/>
                </a:lnTo>
                <a:lnTo>
                  <a:pt x="109753" y="317779"/>
                </a:lnTo>
                <a:lnTo>
                  <a:pt x="100304" y="323938"/>
                </a:lnTo>
                <a:lnTo>
                  <a:pt x="87845" y="325843"/>
                </a:lnTo>
                <a:lnTo>
                  <a:pt x="75387" y="323926"/>
                </a:lnTo>
                <a:lnTo>
                  <a:pt x="65951" y="317741"/>
                </a:lnTo>
                <a:lnTo>
                  <a:pt x="59969" y="306590"/>
                </a:lnTo>
                <a:lnTo>
                  <a:pt x="57886" y="289788"/>
                </a:lnTo>
                <a:lnTo>
                  <a:pt x="58051" y="89522"/>
                </a:lnTo>
                <a:lnTo>
                  <a:pt x="60159" y="72631"/>
                </a:lnTo>
                <a:lnTo>
                  <a:pt x="66167" y="61302"/>
                </a:lnTo>
                <a:lnTo>
                  <a:pt x="75615" y="54952"/>
                </a:lnTo>
                <a:lnTo>
                  <a:pt x="88074" y="52984"/>
                </a:lnTo>
                <a:lnTo>
                  <a:pt x="100520" y="54978"/>
                </a:lnTo>
                <a:lnTo>
                  <a:pt x="109969" y="61353"/>
                </a:lnTo>
                <a:lnTo>
                  <a:pt x="115951" y="72682"/>
                </a:lnTo>
                <a:lnTo>
                  <a:pt x="118033" y="89573"/>
                </a:lnTo>
                <a:lnTo>
                  <a:pt x="118008" y="129311"/>
                </a:lnTo>
                <a:lnTo>
                  <a:pt x="172732" y="129349"/>
                </a:lnTo>
                <a:lnTo>
                  <a:pt x="172758" y="93332"/>
                </a:lnTo>
                <a:close/>
              </a:path>
              <a:path w="1543049" h="532130" extrusionOk="0">
                <a:moveTo>
                  <a:pt x="395109" y="375361"/>
                </a:moveTo>
                <a:lnTo>
                  <a:pt x="384454" y="307962"/>
                </a:lnTo>
                <a:lnTo>
                  <a:pt x="376516" y="257683"/>
                </a:lnTo>
                <a:lnTo>
                  <a:pt x="346862" y="70104"/>
                </a:lnTo>
                <a:lnTo>
                  <a:pt x="336486" y="4445"/>
                </a:lnTo>
                <a:lnTo>
                  <a:pt x="318909" y="4432"/>
                </a:lnTo>
                <a:lnTo>
                  <a:pt x="318909" y="257683"/>
                </a:lnTo>
                <a:lnTo>
                  <a:pt x="263118" y="257632"/>
                </a:lnTo>
                <a:lnTo>
                  <a:pt x="291172" y="70104"/>
                </a:lnTo>
                <a:lnTo>
                  <a:pt x="318909" y="257683"/>
                </a:lnTo>
                <a:lnTo>
                  <a:pt x="318909" y="4432"/>
                </a:lnTo>
                <a:lnTo>
                  <a:pt x="251764" y="4381"/>
                </a:lnTo>
                <a:lnTo>
                  <a:pt x="192506" y="375183"/>
                </a:lnTo>
                <a:lnTo>
                  <a:pt x="245656" y="375234"/>
                </a:lnTo>
                <a:lnTo>
                  <a:pt x="255714" y="307962"/>
                </a:lnTo>
                <a:lnTo>
                  <a:pt x="326758" y="308025"/>
                </a:lnTo>
                <a:lnTo>
                  <a:pt x="336702" y="375310"/>
                </a:lnTo>
                <a:lnTo>
                  <a:pt x="395109" y="375361"/>
                </a:lnTo>
                <a:close/>
              </a:path>
              <a:path w="1543049" h="532130" extrusionOk="0">
                <a:moveTo>
                  <a:pt x="664845" y="4737"/>
                </a:moveTo>
                <a:lnTo>
                  <a:pt x="584339" y="4673"/>
                </a:lnTo>
                <a:lnTo>
                  <a:pt x="544652" y="267957"/>
                </a:lnTo>
                <a:lnTo>
                  <a:pt x="502246" y="4597"/>
                </a:lnTo>
                <a:lnTo>
                  <a:pt x="421728" y="4533"/>
                </a:lnTo>
                <a:lnTo>
                  <a:pt x="421424" y="375399"/>
                </a:lnTo>
                <a:lnTo>
                  <a:pt x="471932" y="375437"/>
                </a:lnTo>
                <a:lnTo>
                  <a:pt x="472160" y="113182"/>
                </a:lnTo>
                <a:lnTo>
                  <a:pt x="515086" y="375475"/>
                </a:lnTo>
                <a:lnTo>
                  <a:pt x="569810" y="375526"/>
                </a:lnTo>
                <a:lnTo>
                  <a:pt x="610031" y="109588"/>
                </a:lnTo>
                <a:lnTo>
                  <a:pt x="609815" y="375564"/>
                </a:lnTo>
                <a:lnTo>
                  <a:pt x="664540" y="375615"/>
                </a:lnTo>
                <a:lnTo>
                  <a:pt x="664845" y="4737"/>
                </a:lnTo>
                <a:close/>
              </a:path>
              <a:path w="1543049" h="532130" extrusionOk="0">
                <a:moveTo>
                  <a:pt x="876909" y="4914"/>
                </a:moveTo>
                <a:lnTo>
                  <a:pt x="822185" y="4864"/>
                </a:lnTo>
                <a:lnTo>
                  <a:pt x="821944" y="290969"/>
                </a:lnTo>
                <a:lnTo>
                  <a:pt x="819835" y="307771"/>
                </a:lnTo>
                <a:lnTo>
                  <a:pt x="813828" y="318909"/>
                </a:lnTo>
                <a:lnTo>
                  <a:pt x="804379" y="325081"/>
                </a:lnTo>
                <a:lnTo>
                  <a:pt x="791908" y="326974"/>
                </a:lnTo>
                <a:lnTo>
                  <a:pt x="779462" y="325056"/>
                </a:lnTo>
                <a:lnTo>
                  <a:pt x="770026" y="318871"/>
                </a:lnTo>
                <a:lnTo>
                  <a:pt x="764044" y="307721"/>
                </a:lnTo>
                <a:lnTo>
                  <a:pt x="761949" y="290918"/>
                </a:lnTo>
                <a:lnTo>
                  <a:pt x="762190" y="4813"/>
                </a:lnTo>
                <a:lnTo>
                  <a:pt x="704303" y="4775"/>
                </a:lnTo>
                <a:lnTo>
                  <a:pt x="704062" y="287159"/>
                </a:lnTo>
                <a:lnTo>
                  <a:pt x="709536" y="326771"/>
                </a:lnTo>
                <a:lnTo>
                  <a:pt x="752843" y="374218"/>
                </a:lnTo>
                <a:lnTo>
                  <a:pt x="790295" y="380479"/>
                </a:lnTo>
                <a:lnTo>
                  <a:pt x="827760" y="374281"/>
                </a:lnTo>
                <a:lnTo>
                  <a:pt x="854786" y="356158"/>
                </a:lnTo>
                <a:lnTo>
                  <a:pt x="871143" y="326910"/>
                </a:lnTo>
                <a:lnTo>
                  <a:pt x="876668" y="287312"/>
                </a:lnTo>
                <a:lnTo>
                  <a:pt x="876909" y="4914"/>
                </a:lnTo>
                <a:close/>
              </a:path>
              <a:path w="1543049" h="532130" extrusionOk="0">
                <a:moveTo>
                  <a:pt x="1099515" y="5105"/>
                </a:moveTo>
                <a:lnTo>
                  <a:pt x="1047940" y="5067"/>
                </a:lnTo>
                <a:lnTo>
                  <a:pt x="1047750" y="227063"/>
                </a:lnTo>
                <a:lnTo>
                  <a:pt x="988479" y="5016"/>
                </a:lnTo>
                <a:lnTo>
                  <a:pt x="915860" y="4953"/>
                </a:lnTo>
                <a:lnTo>
                  <a:pt x="915543" y="375818"/>
                </a:lnTo>
                <a:lnTo>
                  <a:pt x="967638" y="375856"/>
                </a:lnTo>
                <a:lnTo>
                  <a:pt x="967867" y="107251"/>
                </a:lnTo>
                <a:lnTo>
                  <a:pt x="1039736" y="375920"/>
                </a:lnTo>
                <a:lnTo>
                  <a:pt x="1099197" y="375983"/>
                </a:lnTo>
                <a:lnTo>
                  <a:pt x="1099515" y="5105"/>
                </a:lnTo>
                <a:close/>
              </a:path>
              <a:path w="1543049" h="532130" extrusionOk="0">
                <a:moveTo>
                  <a:pt x="1318869" y="96951"/>
                </a:moveTo>
                <a:lnTo>
                  <a:pt x="1313637" y="58178"/>
                </a:lnTo>
                <a:lnTo>
                  <a:pt x="1313561" y="57594"/>
                </a:lnTo>
                <a:lnTo>
                  <a:pt x="1297482" y="28854"/>
                </a:lnTo>
                <a:lnTo>
                  <a:pt x="1270546" y="11226"/>
                </a:lnTo>
                <a:lnTo>
                  <a:pt x="1260983" y="9715"/>
                </a:lnTo>
                <a:lnTo>
                  <a:pt x="1260983" y="94259"/>
                </a:lnTo>
                <a:lnTo>
                  <a:pt x="1260817" y="287108"/>
                </a:lnTo>
                <a:lnTo>
                  <a:pt x="1258785" y="303911"/>
                </a:lnTo>
                <a:lnTo>
                  <a:pt x="1252956" y="315048"/>
                </a:lnTo>
                <a:lnTo>
                  <a:pt x="1243685" y="321221"/>
                </a:lnTo>
                <a:lnTo>
                  <a:pt x="1231315" y="323113"/>
                </a:lnTo>
                <a:lnTo>
                  <a:pt x="1198689" y="323088"/>
                </a:lnTo>
                <a:lnTo>
                  <a:pt x="1198918" y="58178"/>
                </a:lnTo>
                <a:lnTo>
                  <a:pt x="1231544" y="58204"/>
                </a:lnTo>
                <a:lnTo>
                  <a:pt x="1243914" y="60109"/>
                </a:lnTo>
                <a:lnTo>
                  <a:pt x="1253172" y="66294"/>
                </a:lnTo>
                <a:lnTo>
                  <a:pt x="1258976" y="77444"/>
                </a:lnTo>
                <a:lnTo>
                  <a:pt x="1260983" y="94259"/>
                </a:lnTo>
                <a:lnTo>
                  <a:pt x="1260983" y="9715"/>
                </a:lnTo>
                <a:lnTo>
                  <a:pt x="1232649" y="5219"/>
                </a:lnTo>
                <a:lnTo>
                  <a:pt x="1141082" y="5143"/>
                </a:lnTo>
                <a:lnTo>
                  <a:pt x="1140764" y="376008"/>
                </a:lnTo>
                <a:lnTo>
                  <a:pt x="1232331" y="376085"/>
                </a:lnTo>
                <a:lnTo>
                  <a:pt x="1270228" y="370141"/>
                </a:lnTo>
                <a:lnTo>
                  <a:pt x="1297203" y="352564"/>
                </a:lnTo>
                <a:lnTo>
                  <a:pt x="1313319" y="323850"/>
                </a:lnTo>
                <a:lnTo>
                  <a:pt x="1313421" y="323113"/>
                </a:lnTo>
                <a:lnTo>
                  <a:pt x="1318704" y="284505"/>
                </a:lnTo>
                <a:lnTo>
                  <a:pt x="1318869" y="96951"/>
                </a:lnTo>
                <a:close/>
              </a:path>
              <a:path w="1543049" h="532130" extrusionOk="0">
                <a:moveTo>
                  <a:pt x="1542796" y="433819"/>
                </a:moveTo>
                <a:lnTo>
                  <a:pt x="0" y="433819"/>
                </a:lnTo>
                <a:lnTo>
                  <a:pt x="0" y="532066"/>
                </a:lnTo>
                <a:lnTo>
                  <a:pt x="1542796" y="532066"/>
                </a:lnTo>
                <a:lnTo>
                  <a:pt x="1542796" y="433819"/>
                </a:lnTo>
                <a:close/>
              </a:path>
              <a:path w="1543049" h="532130" extrusionOk="0">
                <a:moveTo>
                  <a:pt x="1542796" y="376364"/>
                </a:moveTo>
                <a:lnTo>
                  <a:pt x="1532140" y="308952"/>
                </a:lnTo>
                <a:lnTo>
                  <a:pt x="1524203" y="258673"/>
                </a:lnTo>
                <a:lnTo>
                  <a:pt x="1494548" y="71094"/>
                </a:lnTo>
                <a:lnTo>
                  <a:pt x="1484172" y="5448"/>
                </a:lnTo>
                <a:lnTo>
                  <a:pt x="1466596" y="5435"/>
                </a:lnTo>
                <a:lnTo>
                  <a:pt x="1466596" y="258673"/>
                </a:lnTo>
                <a:lnTo>
                  <a:pt x="1410804" y="258635"/>
                </a:lnTo>
                <a:lnTo>
                  <a:pt x="1438859" y="71094"/>
                </a:lnTo>
                <a:lnTo>
                  <a:pt x="1466596" y="258673"/>
                </a:lnTo>
                <a:lnTo>
                  <a:pt x="1466596" y="5435"/>
                </a:lnTo>
                <a:lnTo>
                  <a:pt x="1399438" y="5372"/>
                </a:lnTo>
                <a:lnTo>
                  <a:pt x="1340192" y="376186"/>
                </a:lnTo>
                <a:lnTo>
                  <a:pt x="1393342" y="376224"/>
                </a:lnTo>
                <a:lnTo>
                  <a:pt x="1403400" y="308952"/>
                </a:lnTo>
                <a:lnTo>
                  <a:pt x="1474431" y="309016"/>
                </a:lnTo>
                <a:lnTo>
                  <a:pt x="1484376" y="376313"/>
                </a:lnTo>
                <a:lnTo>
                  <a:pt x="1542796" y="376364"/>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760"/>
          </a:p>
        </p:txBody>
      </p:sp>
      <p:sp>
        <p:nvSpPr>
          <p:cNvPr id="1075" name="Google Shape;1075;p56"/>
          <p:cNvSpPr/>
          <p:nvPr/>
        </p:nvSpPr>
        <p:spPr>
          <a:xfrm>
            <a:off x="816150" y="1723174"/>
            <a:ext cx="12976800" cy="6506400"/>
          </a:xfrm>
          <a:prstGeom prst="round2SameRect">
            <a:avLst>
              <a:gd name="adj1" fmla="val 8094"/>
              <a:gd name="adj2" fmla="val 0"/>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Tree>
    <p:extLst>
      <p:ext uri="{BB962C8B-B14F-4D97-AF65-F5344CB8AC3E}">
        <p14:creationId xmlns:p14="http://schemas.microsoft.com/office/powerpoint/2010/main" val="814714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1">
  <p:cSld name="Title - 1">
    <p:bg>
      <p:bgPr>
        <a:solidFill>
          <a:schemeClr val="dk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31520" y="1843960"/>
            <a:ext cx="954672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pic>
        <p:nvPicPr>
          <p:cNvPr id="11" name="Google Shape;11;p2"/>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12" name="Google Shape;12;p2"/>
          <p:cNvSpPr/>
          <p:nvPr/>
        </p:nvSpPr>
        <p:spPr>
          <a:xfrm>
            <a:off x="11772976" y="6744371"/>
            <a:ext cx="664800" cy="664800"/>
          </a:xfrm>
          <a:prstGeom prst="roundRect">
            <a:avLst>
              <a:gd name="adj" fmla="val 22637"/>
            </a:avLst>
          </a:prstGeom>
          <a:solidFill>
            <a:srgbClr val="0072CE"/>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3" name="Google Shape;13;p2"/>
          <p:cNvSpPr/>
          <p:nvPr/>
        </p:nvSpPr>
        <p:spPr>
          <a:xfrm>
            <a:off x="13621288" y="6744371"/>
            <a:ext cx="664800" cy="664800"/>
          </a:xfrm>
          <a:prstGeom prst="roundRect">
            <a:avLst>
              <a:gd name="adj" fmla="val 50000"/>
            </a:avLst>
          </a:prstGeom>
          <a:solidFill>
            <a:srgbClr val="D1D3D4"/>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4" name="Google Shape;14;p2"/>
          <p:cNvSpPr/>
          <p:nvPr/>
        </p:nvSpPr>
        <p:spPr>
          <a:xfrm rot="-2700000">
            <a:off x="12789367" y="6838409"/>
            <a:ext cx="479928" cy="476533"/>
          </a:xfrm>
          <a:prstGeom prst="roundRect">
            <a:avLst>
              <a:gd name="adj" fmla="val 5808"/>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5" name="Google Shape;15;p2"/>
          <p:cNvSpPr/>
          <p:nvPr/>
        </p:nvSpPr>
        <p:spPr>
          <a:xfrm>
            <a:off x="10854794" y="6744371"/>
            <a:ext cx="664800" cy="66480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6" name="Google Shape;16;p2"/>
          <p:cNvSpPr txBox="1">
            <a:spLocks noGrp="1"/>
          </p:cNvSpPr>
          <p:nvPr>
            <p:ph type="sldNum" idx="12"/>
          </p:nvPr>
        </p:nvSpPr>
        <p:spPr>
          <a:xfrm>
            <a:off x="13690854" y="7599762"/>
            <a:ext cx="877920" cy="629760"/>
          </a:xfrm>
          <a:prstGeom prst="rect">
            <a:avLst/>
          </a:prstGeom>
        </p:spPr>
        <p:txBody>
          <a:bodyPr spcFirstLastPara="1" wrap="square" lIns="0" tIns="0" rIns="0" bIns="0" anchor="t" anchorCtr="0">
            <a:normAutofit/>
          </a:bodyPr>
          <a:lstStyle>
            <a:lvl1pPr lvl="0">
              <a:buNone/>
              <a:defRPr sz="2080">
                <a:solidFill>
                  <a:schemeClr val="dk1"/>
                </a:solidFill>
              </a:defRPr>
            </a:lvl1pPr>
            <a:lvl2pPr lvl="1">
              <a:buNone/>
              <a:defRPr sz="2080">
                <a:solidFill>
                  <a:schemeClr val="dk1"/>
                </a:solidFill>
              </a:defRPr>
            </a:lvl2pPr>
            <a:lvl3pPr lvl="2">
              <a:buNone/>
              <a:defRPr sz="2080">
                <a:solidFill>
                  <a:schemeClr val="dk1"/>
                </a:solidFill>
              </a:defRPr>
            </a:lvl3pPr>
            <a:lvl4pPr lvl="3">
              <a:buNone/>
              <a:defRPr sz="2080">
                <a:solidFill>
                  <a:schemeClr val="dk1"/>
                </a:solidFill>
              </a:defRPr>
            </a:lvl4pPr>
            <a:lvl5pPr lvl="4">
              <a:buNone/>
              <a:defRPr sz="2080">
                <a:solidFill>
                  <a:schemeClr val="dk1"/>
                </a:solidFill>
              </a:defRPr>
            </a:lvl5pPr>
            <a:lvl6pPr lvl="5">
              <a:buNone/>
              <a:defRPr sz="2080">
                <a:solidFill>
                  <a:schemeClr val="dk1"/>
                </a:solidFill>
              </a:defRPr>
            </a:lvl6pPr>
            <a:lvl7pPr lvl="6">
              <a:buNone/>
              <a:defRPr sz="2080">
                <a:solidFill>
                  <a:schemeClr val="dk1"/>
                </a:solidFill>
              </a:defRPr>
            </a:lvl7pPr>
            <a:lvl8pPr lvl="7">
              <a:buNone/>
              <a:defRPr sz="2080">
                <a:solidFill>
                  <a:schemeClr val="dk1"/>
                </a:solidFill>
              </a:defRPr>
            </a:lvl8pPr>
            <a:lvl9pPr lvl="8">
              <a:buNone/>
              <a:defRPr sz="2080">
                <a:solidFill>
                  <a:schemeClr val="dk1"/>
                </a:solidFill>
              </a:defRPr>
            </a:lvl9pPr>
          </a:lstStyle>
          <a:p>
            <a:fld id="{00000000-1234-1234-1234-123412341234}" type="slidenum">
              <a:rPr lang="en" smtClean="0"/>
              <a:pPr/>
              <a:t>‹#›</a:t>
            </a:fld>
            <a:endParaRPr lang="en"/>
          </a:p>
        </p:txBody>
      </p:sp>
      <p:sp>
        <p:nvSpPr>
          <p:cNvPr id="17" name="Google Shape;17;p2"/>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
        <p:nvSpPr>
          <p:cNvPr id="18" name="Google Shape;18;p2"/>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3460834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2">
  <p:cSld name="Title - 2">
    <p:bg>
      <p:bgPr>
        <a:solidFill>
          <a:schemeClr val="dk1"/>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21" name="Google Shape;21;p3"/>
          <p:cNvSpPr txBox="1">
            <a:spLocks noGrp="1"/>
          </p:cNvSpPr>
          <p:nvPr>
            <p:ph type="ctrTitle"/>
          </p:nvPr>
        </p:nvSpPr>
        <p:spPr>
          <a:xfrm>
            <a:off x="731520" y="1843960"/>
            <a:ext cx="730224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sp>
        <p:nvSpPr>
          <p:cNvPr id="22" name="Google Shape;22;p3"/>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pic>
        <p:nvPicPr>
          <p:cNvPr id="23" name="Google Shape;23;p3"/>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24" name="Google Shape;24;p3"/>
          <p:cNvSpPr/>
          <p:nvPr/>
        </p:nvSpPr>
        <p:spPr>
          <a:xfrm>
            <a:off x="8909067" y="3843866"/>
            <a:ext cx="8985120" cy="8983680"/>
          </a:xfrm>
          <a:prstGeom prst="ellipse">
            <a:avLst/>
          </a:prstGeom>
          <a:noFill/>
          <a:ln w="38100" cap="flat" cmpd="sng">
            <a:solidFill>
              <a:srgbClr val="26D07C"/>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5" name="Google Shape;25;p3"/>
          <p:cNvSpPr/>
          <p:nvPr/>
        </p:nvSpPr>
        <p:spPr>
          <a:xfrm>
            <a:off x="9956184" y="4890288"/>
            <a:ext cx="6890880" cy="6890880"/>
          </a:xfrm>
          <a:prstGeom prst="ellipse">
            <a:avLst/>
          </a:prstGeom>
          <a:noFill/>
          <a:ln w="38100" cap="flat" cmpd="sng">
            <a:solidFill>
              <a:srgbClr val="0072CE"/>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 name="Google Shape;26;p3"/>
          <p:cNvSpPr/>
          <p:nvPr/>
        </p:nvSpPr>
        <p:spPr>
          <a:xfrm>
            <a:off x="11091406" y="6025509"/>
            <a:ext cx="4620000" cy="4620000"/>
          </a:xfrm>
          <a:prstGeom prst="ellipse">
            <a:avLst/>
          </a:prstGeom>
          <a:noFill/>
          <a:ln w="38100" cap="flat" cmpd="sng">
            <a:solidFill>
              <a:srgbClr val="00A7B5"/>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27" name="Google Shape;27;p3"/>
          <p:cNvSpPr/>
          <p:nvPr/>
        </p:nvSpPr>
        <p:spPr>
          <a:xfrm>
            <a:off x="7772000" y="2706800"/>
            <a:ext cx="11258880" cy="11257440"/>
          </a:xfrm>
          <a:prstGeom prst="ellipse">
            <a:avLst/>
          </a:prstGeom>
          <a:noFill/>
          <a:ln w="38100" cap="flat" cmpd="sng">
            <a:solidFill>
              <a:srgbClr val="FC5D0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8" name="Google Shape;28;p3"/>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273895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3">
  <p:cSld name="Title - 3">
    <p:bg>
      <p:bgPr>
        <a:solidFill>
          <a:schemeClr val="dk1"/>
        </a:solidFill>
        <a:effectLst/>
      </p:bgPr>
    </p:bg>
    <p:spTree>
      <p:nvGrpSpPr>
        <p:cNvPr id="1" name="Shape 29"/>
        <p:cNvGrpSpPr/>
        <p:nvPr/>
      </p:nvGrpSpPr>
      <p:grpSpPr>
        <a:xfrm>
          <a:off x="0" y="0"/>
          <a:ext cx="0" cy="0"/>
          <a:chOff x="0" y="0"/>
          <a:chExt cx="0" cy="0"/>
        </a:xfrm>
      </p:grpSpPr>
      <p:sp>
        <p:nvSpPr>
          <p:cNvPr id="30" name="Google Shape;30;p4"/>
          <p:cNvSpPr txBox="1">
            <a:spLocks noGrp="1"/>
          </p:cNvSpPr>
          <p:nvPr>
            <p:ph type="ctrTitle"/>
          </p:nvPr>
        </p:nvSpPr>
        <p:spPr>
          <a:xfrm>
            <a:off x="731520" y="1843960"/>
            <a:ext cx="730224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pic>
        <p:nvPicPr>
          <p:cNvPr id="31" name="Google Shape;31;p4"/>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32" name="Google Shape;32;p4"/>
          <p:cNvSpPr txBox="1">
            <a:spLocks noGrp="1"/>
          </p:cNvSpPr>
          <p:nvPr>
            <p:ph type="sldNum" idx="12"/>
          </p:nvPr>
        </p:nvSpPr>
        <p:spPr>
          <a:xfrm>
            <a:off x="13690854" y="7599762"/>
            <a:ext cx="877920" cy="629760"/>
          </a:xfrm>
          <a:prstGeom prst="rect">
            <a:avLst/>
          </a:prstGeom>
        </p:spPr>
        <p:txBody>
          <a:bodyPr spcFirstLastPara="1" wrap="square" lIns="0" tIns="0" rIns="0" bIns="0" anchor="t" anchorCtr="0">
            <a:normAutofit/>
          </a:bodyPr>
          <a:lstStyle>
            <a:lvl1pPr lvl="0" rtl="0">
              <a:buNone/>
              <a:defRPr sz="2080">
                <a:solidFill>
                  <a:schemeClr val="dk1"/>
                </a:solidFill>
              </a:defRPr>
            </a:lvl1pPr>
            <a:lvl2pPr lvl="1" rtl="0">
              <a:buNone/>
              <a:defRPr sz="2080">
                <a:solidFill>
                  <a:schemeClr val="dk1"/>
                </a:solidFill>
              </a:defRPr>
            </a:lvl2pPr>
            <a:lvl3pPr lvl="2" rtl="0">
              <a:buNone/>
              <a:defRPr sz="2080">
                <a:solidFill>
                  <a:schemeClr val="dk1"/>
                </a:solidFill>
              </a:defRPr>
            </a:lvl3pPr>
            <a:lvl4pPr lvl="3" rtl="0">
              <a:buNone/>
              <a:defRPr sz="2080">
                <a:solidFill>
                  <a:schemeClr val="dk1"/>
                </a:solidFill>
              </a:defRPr>
            </a:lvl4pPr>
            <a:lvl5pPr lvl="4" rtl="0">
              <a:buNone/>
              <a:defRPr sz="2080">
                <a:solidFill>
                  <a:schemeClr val="dk1"/>
                </a:solidFill>
              </a:defRPr>
            </a:lvl5pPr>
            <a:lvl6pPr lvl="5" rtl="0">
              <a:buNone/>
              <a:defRPr sz="2080">
                <a:solidFill>
                  <a:schemeClr val="dk1"/>
                </a:solidFill>
              </a:defRPr>
            </a:lvl6pPr>
            <a:lvl7pPr lvl="6" rtl="0">
              <a:buNone/>
              <a:defRPr sz="2080">
                <a:solidFill>
                  <a:schemeClr val="dk1"/>
                </a:solidFill>
              </a:defRPr>
            </a:lvl7pPr>
            <a:lvl8pPr lvl="7" rtl="0">
              <a:buNone/>
              <a:defRPr sz="2080">
                <a:solidFill>
                  <a:schemeClr val="dk1"/>
                </a:solidFill>
              </a:defRPr>
            </a:lvl8pPr>
            <a:lvl9pPr lvl="8" rtl="0">
              <a:buNone/>
              <a:defRPr sz="2080">
                <a:solidFill>
                  <a:schemeClr val="dk1"/>
                </a:solidFill>
              </a:defRPr>
            </a:lvl9pPr>
          </a:lstStyle>
          <a:p>
            <a:fld id="{00000000-1234-1234-1234-123412341234}" type="slidenum">
              <a:rPr lang="en" smtClean="0"/>
              <a:pPr/>
              <a:t>‹#›</a:t>
            </a:fld>
            <a:endParaRPr lang="en"/>
          </a:p>
        </p:txBody>
      </p:sp>
      <p:sp>
        <p:nvSpPr>
          <p:cNvPr id="33" name="Google Shape;33;p4"/>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
        <p:nvSpPr>
          <p:cNvPr id="34" name="Google Shape;34;p4"/>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141112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4">
  <p:cSld name="Title - 4">
    <p:bg>
      <p:bgPr>
        <a:solidFill>
          <a:schemeClr val="dk1"/>
        </a:solidFill>
        <a:effectLst/>
      </p:bgPr>
    </p:bg>
    <p:spTree>
      <p:nvGrpSpPr>
        <p:cNvPr id="1" name="Shape 35"/>
        <p:cNvGrpSpPr/>
        <p:nvPr/>
      </p:nvGrpSpPr>
      <p:grpSpPr>
        <a:xfrm>
          <a:off x="0" y="0"/>
          <a:ext cx="0" cy="0"/>
          <a:chOff x="0" y="0"/>
          <a:chExt cx="0" cy="0"/>
        </a:xfrm>
      </p:grpSpPr>
      <p:sp>
        <p:nvSpPr>
          <p:cNvPr id="36" name="Google Shape;36;p5"/>
          <p:cNvSpPr/>
          <p:nvPr/>
        </p:nvSpPr>
        <p:spPr>
          <a:xfrm>
            <a:off x="13549080" y="0"/>
            <a:ext cx="1123200" cy="82296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7" name="Google Shape;37;p5"/>
          <p:cNvSpPr/>
          <p:nvPr/>
        </p:nvSpPr>
        <p:spPr>
          <a:xfrm>
            <a:off x="13885304" y="3032742"/>
            <a:ext cx="450720" cy="446400"/>
          </a:xfrm>
          <a:prstGeom prst="ellipse">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38" name="Google Shape;38;p5"/>
          <p:cNvSpPr/>
          <p:nvPr/>
        </p:nvSpPr>
        <p:spPr>
          <a:xfrm>
            <a:off x="13885304" y="7271862"/>
            <a:ext cx="450720" cy="446400"/>
          </a:xfrm>
          <a:prstGeom prst="ellipse">
            <a:avLst/>
          </a:prstGeom>
          <a:solidFill>
            <a:srgbClr val="888B8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39" name="Google Shape;39;p5"/>
          <p:cNvSpPr/>
          <p:nvPr/>
        </p:nvSpPr>
        <p:spPr>
          <a:xfrm rot="5400000">
            <a:off x="13893235" y="4431078"/>
            <a:ext cx="434880" cy="434880"/>
          </a:xfrm>
          <a:prstGeom prst="roundRect">
            <a:avLst>
              <a:gd name="adj" fmla="val 19528"/>
            </a:avLst>
          </a:prstGeom>
          <a:solidFill>
            <a:srgbClr val="0072CE"/>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40" name="Google Shape;40;p5"/>
          <p:cNvSpPr/>
          <p:nvPr/>
        </p:nvSpPr>
        <p:spPr>
          <a:xfrm rot="-2700000">
            <a:off x="13928079" y="5887627"/>
            <a:ext cx="365206" cy="362491"/>
          </a:xfrm>
          <a:prstGeom prst="roundRect">
            <a:avLst>
              <a:gd name="adj" fmla="val 5808"/>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41" name="Google Shape;41;p5"/>
          <p:cNvSpPr txBox="1">
            <a:spLocks noGrp="1"/>
          </p:cNvSpPr>
          <p:nvPr>
            <p:ph type="ctrTitle"/>
          </p:nvPr>
        </p:nvSpPr>
        <p:spPr>
          <a:xfrm>
            <a:off x="731520" y="1843960"/>
            <a:ext cx="948096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sp>
        <p:nvSpPr>
          <p:cNvPr id="42" name="Google Shape;42;p5"/>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pic>
        <p:nvPicPr>
          <p:cNvPr id="43" name="Google Shape;43;p5"/>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44" name="Google Shape;44;p5"/>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277766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 Black">
  <p:cSld name="Section Header - Black">
    <p:bg>
      <p:bgPr>
        <a:solidFill>
          <a:schemeClr val="dk1"/>
        </a:solid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731520" y="1843960"/>
            <a:ext cx="13167360" cy="13468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5440"/>
            </a:lvl2pPr>
            <a:lvl3pPr lvl="2" rtl="0">
              <a:spcBef>
                <a:spcPts val="0"/>
              </a:spcBef>
              <a:spcAft>
                <a:spcPts val="0"/>
              </a:spcAft>
              <a:buSzPts val="3400"/>
              <a:buNone/>
              <a:defRPr sz="5440"/>
            </a:lvl3pPr>
            <a:lvl4pPr lvl="3" rtl="0">
              <a:spcBef>
                <a:spcPts val="0"/>
              </a:spcBef>
              <a:spcAft>
                <a:spcPts val="0"/>
              </a:spcAft>
              <a:buSzPts val="3400"/>
              <a:buNone/>
              <a:defRPr sz="5440"/>
            </a:lvl4pPr>
            <a:lvl5pPr lvl="4" rtl="0">
              <a:spcBef>
                <a:spcPts val="0"/>
              </a:spcBef>
              <a:spcAft>
                <a:spcPts val="0"/>
              </a:spcAft>
              <a:buSzPts val="3400"/>
              <a:buNone/>
              <a:defRPr sz="5440"/>
            </a:lvl5pPr>
            <a:lvl6pPr lvl="5" rtl="0">
              <a:spcBef>
                <a:spcPts val="0"/>
              </a:spcBef>
              <a:spcAft>
                <a:spcPts val="0"/>
              </a:spcAft>
              <a:buSzPts val="3400"/>
              <a:buNone/>
              <a:defRPr sz="5440"/>
            </a:lvl6pPr>
            <a:lvl7pPr lvl="6" rtl="0">
              <a:spcBef>
                <a:spcPts val="0"/>
              </a:spcBef>
              <a:spcAft>
                <a:spcPts val="0"/>
              </a:spcAft>
              <a:buSzPts val="3400"/>
              <a:buNone/>
              <a:defRPr sz="5440"/>
            </a:lvl7pPr>
            <a:lvl8pPr lvl="7" rtl="0">
              <a:spcBef>
                <a:spcPts val="0"/>
              </a:spcBef>
              <a:spcAft>
                <a:spcPts val="0"/>
              </a:spcAft>
              <a:buSzPts val="3400"/>
              <a:buNone/>
              <a:defRPr sz="5440"/>
            </a:lvl8pPr>
            <a:lvl9pPr lvl="8" rtl="0">
              <a:spcBef>
                <a:spcPts val="0"/>
              </a:spcBef>
              <a:spcAft>
                <a:spcPts val="0"/>
              </a:spcAft>
              <a:buSzPts val="3400"/>
              <a:buNone/>
              <a:defRPr sz="5440"/>
            </a:lvl9pPr>
          </a:lstStyle>
          <a:p>
            <a:endParaRPr/>
          </a:p>
        </p:txBody>
      </p:sp>
      <p:sp>
        <p:nvSpPr>
          <p:cNvPr id="55" name="Google Shape;55;p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56" name="Google Shape;56;p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57" name="Google Shape;57;p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 name="Google Shape;58;p7"/>
          <p:cNvSpPr/>
          <p:nvPr/>
        </p:nvSpPr>
        <p:spPr>
          <a:xfrm>
            <a:off x="11914819" y="5688880"/>
            <a:ext cx="4418880" cy="4418400"/>
          </a:xfrm>
          <a:prstGeom prst="ellipse">
            <a:avLst/>
          </a:prstGeom>
          <a:noFill/>
          <a:ln w="19050" cap="flat" cmpd="sng">
            <a:solidFill>
              <a:srgbClr val="888B8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9" name="Google Shape;59;p7"/>
          <p:cNvSpPr/>
          <p:nvPr/>
        </p:nvSpPr>
        <p:spPr>
          <a:xfrm>
            <a:off x="12429650" y="6203818"/>
            <a:ext cx="3388800" cy="3388800"/>
          </a:xfrm>
          <a:prstGeom prst="ellipse">
            <a:avLst/>
          </a:prstGeom>
          <a:noFill/>
          <a:ln w="19050" cap="flat" cmpd="sng">
            <a:solidFill>
              <a:srgbClr val="26D07C"/>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0" name="Google Shape;60;p7"/>
          <p:cNvSpPr/>
          <p:nvPr/>
        </p:nvSpPr>
        <p:spPr>
          <a:xfrm>
            <a:off x="12987997" y="6762059"/>
            <a:ext cx="2272320" cy="2272320"/>
          </a:xfrm>
          <a:prstGeom prst="ellipse">
            <a:avLst/>
          </a:prstGeom>
          <a:noFill/>
          <a:ln w="19050" cap="flat" cmpd="sng">
            <a:solidFill>
              <a:srgbClr val="FC5D0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Tree>
    <p:extLst>
      <p:ext uri="{BB962C8B-B14F-4D97-AF65-F5344CB8AC3E}">
        <p14:creationId xmlns:p14="http://schemas.microsoft.com/office/powerpoint/2010/main" val="3450805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body - Simple" type="tx">
  <p:cSld name="Title &amp; body - Simple">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8"/>
          <p:cNvSpPr txBox="1">
            <a:spLocks noGrp="1"/>
          </p:cNvSpPr>
          <p:nvPr>
            <p:ph type="body" idx="1"/>
          </p:nvPr>
        </p:nvSpPr>
        <p:spPr>
          <a:xfrm>
            <a:off x="731520" y="1843960"/>
            <a:ext cx="13167360" cy="54662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64" name="Google Shape;64;p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65" name="Google Shape;65;p8"/>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6" name="Google Shape;66;p8"/>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979024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mp; body - Black">
  <p:cSld name="Title &amp; body - Black">
    <p:bg>
      <p:bgPr>
        <a:solidFill>
          <a:schemeClr val="dk1"/>
        </a:solidFill>
        <a:effectLst/>
      </p:bgPr>
    </p:bg>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9"/>
          <p:cNvSpPr txBox="1">
            <a:spLocks noGrp="1"/>
          </p:cNvSpPr>
          <p:nvPr>
            <p:ph type="body" idx="1"/>
          </p:nvPr>
        </p:nvSpPr>
        <p:spPr>
          <a:xfrm>
            <a:off x="731520" y="1843960"/>
            <a:ext cx="131673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a:solidFill>
                  <a:schemeClr val="lt1"/>
                </a:solidFill>
              </a:defRPr>
            </a:lvl1pPr>
            <a:lvl2pPr marL="1463040" lvl="1" indent="-508000" rtl="0">
              <a:spcBef>
                <a:spcPts val="0"/>
              </a:spcBef>
              <a:spcAft>
                <a:spcPts val="0"/>
              </a:spcAft>
              <a:buSzPts val="1400"/>
              <a:buChar char="■"/>
              <a:defRPr>
                <a:solidFill>
                  <a:schemeClr val="lt1"/>
                </a:solidFill>
              </a:defRPr>
            </a:lvl2pPr>
            <a:lvl3pPr marL="2194560" lvl="2" indent="-508000" rtl="0">
              <a:spcBef>
                <a:spcPts val="0"/>
              </a:spcBef>
              <a:spcAft>
                <a:spcPts val="0"/>
              </a:spcAft>
              <a:buClr>
                <a:schemeClr val="lt1"/>
              </a:buClr>
              <a:buSzPts val="1400"/>
              <a:buChar char="■"/>
              <a:defRPr>
                <a:solidFill>
                  <a:schemeClr val="lt1"/>
                </a:solidFill>
              </a:defRPr>
            </a:lvl3pPr>
            <a:lvl4pPr marL="2926080" lvl="3" indent="-508000" rtl="0">
              <a:spcBef>
                <a:spcPts val="0"/>
              </a:spcBef>
              <a:spcAft>
                <a:spcPts val="0"/>
              </a:spcAft>
              <a:buClr>
                <a:schemeClr val="lt1"/>
              </a:buClr>
              <a:buSzPts val="1400"/>
              <a:buChar char="●"/>
              <a:defRPr>
                <a:solidFill>
                  <a:schemeClr val="lt1"/>
                </a:solidFill>
              </a:defRPr>
            </a:lvl4pPr>
            <a:lvl5pPr marL="3657600" lvl="4" indent="-508000" rtl="0">
              <a:spcBef>
                <a:spcPts val="0"/>
              </a:spcBef>
              <a:spcAft>
                <a:spcPts val="0"/>
              </a:spcAft>
              <a:buClr>
                <a:schemeClr val="lt1"/>
              </a:buClr>
              <a:buSzPts val="1400"/>
              <a:buChar char="○"/>
              <a:defRPr>
                <a:solidFill>
                  <a:schemeClr val="lt1"/>
                </a:solidFill>
              </a:defRPr>
            </a:lvl5pPr>
            <a:lvl6pPr marL="4389120" lvl="5" indent="-508000" rtl="0">
              <a:spcBef>
                <a:spcPts val="0"/>
              </a:spcBef>
              <a:spcAft>
                <a:spcPts val="0"/>
              </a:spcAft>
              <a:buClr>
                <a:schemeClr val="lt1"/>
              </a:buClr>
              <a:buSzPts val="1400"/>
              <a:buChar char="■"/>
              <a:defRPr>
                <a:solidFill>
                  <a:schemeClr val="lt1"/>
                </a:solidFill>
              </a:defRPr>
            </a:lvl6pPr>
            <a:lvl7pPr marL="5120640" lvl="6" indent="-508000" rtl="0">
              <a:spcBef>
                <a:spcPts val="0"/>
              </a:spcBef>
              <a:spcAft>
                <a:spcPts val="0"/>
              </a:spcAft>
              <a:buClr>
                <a:schemeClr val="lt1"/>
              </a:buClr>
              <a:buSzPts val="1400"/>
              <a:buChar char="●"/>
              <a:defRPr>
                <a:solidFill>
                  <a:schemeClr val="lt1"/>
                </a:solidFill>
              </a:defRPr>
            </a:lvl7pPr>
            <a:lvl8pPr marL="5852160" lvl="7" indent="-508000" rtl="0">
              <a:spcBef>
                <a:spcPts val="0"/>
              </a:spcBef>
              <a:spcAft>
                <a:spcPts val="0"/>
              </a:spcAft>
              <a:buClr>
                <a:schemeClr val="lt1"/>
              </a:buClr>
              <a:buSzPts val="1400"/>
              <a:buChar char="○"/>
              <a:defRPr>
                <a:solidFill>
                  <a:schemeClr val="lt1"/>
                </a:solidFill>
              </a:defRPr>
            </a:lvl8pPr>
            <a:lvl9pPr marL="6583680" lvl="8" indent="-508000" rtl="0">
              <a:spcBef>
                <a:spcPts val="0"/>
              </a:spcBef>
              <a:spcAft>
                <a:spcPts val="0"/>
              </a:spcAft>
              <a:buClr>
                <a:schemeClr val="lt1"/>
              </a:buClr>
              <a:buSzPts val="1400"/>
              <a:buChar char="■"/>
              <a:defRPr>
                <a:solidFill>
                  <a:schemeClr val="lt1"/>
                </a:solidFill>
              </a:defRPr>
            </a:lvl9pPr>
          </a:lstStyle>
          <a:p>
            <a:endParaRPr/>
          </a:p>
        </p:txBody>
      </p:sp>
      <p:sp>
        <p:nvSpPr>
          <p:cNvPr id="70" name="Google Shape;70;p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1" name="Google Shape;71;p9"/>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2" name="Google Shape;72;p9"/>
          <p:cNvPicPr preferRelativeResize="0"/>
          <p:nvPr/>
        </p:nvPicPr>
        <p:blipFill>
          <a:blip r:embed="rId2">
            <a:alphaModFix/>
          </a:blip>
          <a:stretch>
            <a:fillRect/>
          </a:stretch>
        </p:blipFill>
        <p:spPr>
          <a:xfrm>
            <a:off x="13671774" y="99205"/>
            <a:ext cx="958624" cy="958626"/>
          </a:xfrm>
          <a:prstGeom prst="rect">
            <a:avLst/>
          </a:prstGeom>
          <a:noFill/>
          <a:ln>
            <a:noFill/>
          </a:ln>
        </p:spPr>
      </p:pic>
    </p:spTree>
    <p:extLst>
      <p:ext uri="{BB962C8B-B14F-4D97-AF65-F5344CB8AC3E}">
        <p14:creationId xmlns:p14="http://schemas.microsoft.com/office/powerpoint/2010/main" val="834405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roduction - Individual">
  <p:cSld name="Introduction - Individual">
    <p:spTree>
      <p:nvGrpSpPr>
        <p:cNvPr id="1" name="Shape 73"/>
        <p:cNvGrpSpPr/>
        <p:nvPr/>
      </p:nvGrpSpPr>
      <p:grpSpPr>
        <a:xfrm>
          <a:off x="0" y="0"/>
          <a:ext cx="0" cy="0"/>
          <a:chOff x="0" y="0"/>
          <a:chExt cx="0" cy="0"/>
        </a:xfrm>
      </p:grpSpPr>
      <p:sp>
        <p:nvSpPr>
          <p:cNvPr id="74" name="Google Shape;74;p10"/>
          <p:cNvSpPr/>
          <p:nvPr/>
        </p:nvSpPr>
        <p:spPr>
          <a:xfrm rot="10800000">
            <a:off x="1408000" y="2205896"/>
            <a:ext cx="2852640" cy="2852640"/>
          </a:xfrm>
          <a:prstGeom prst="roundRect">
            <a:avLst>
              <a:gd name="adj" fmla="val 16667"/>
            </a:avLst>
          </a:prstGeom>
          <a:noFill/>
          <a:ln w="19050" cap="flat" cmpd="sng">
            <a:solidFill>
              <a:srgbClr val="1F2A44"/>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5" name="Google Shape;75;p1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0"/>
          <p:cNvSpPr txBox="1">
            <a:spLocks noGrp="1"/>
          </p:cNvSpPr>
          <p:nvPr>
            <p:ph type="body" idx="1"/>
          </p:nvPr>
        </p:nvSpPr>
        <p:spPr>
          <a:xfrm>
            <a:off x="6252160" y="2087800"/>
            <a:ext cx="7149120" cy="52224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77" name="Google Shape;77;p1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9" name="Google Shape;79;p10"/>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 name="Google Shape;80;p10"/>
          <p:cNvSpPr>
            <a:spLocks noGrp="1"/>
          </p:cNvSpPr>
          <p:nvPr>
            <p:ph type="pic" idx="3"/>
          </p:nvPr>
        </p:nvSpPr>
        <p:spPr>
          <a:xfrm>
            <a:off x="1577960" y="2355376"/>
            <a:ext cx="2961600" cy="2961600"/>
          </a:xfrm>
          <a:prstGeom prst="roundRect">
            <a:avLst>
              <a:gd name="adj" fmla="val 16667"/>
            </a:avLst>
          </a:prstGeom>
          <a:noFill/>
          <a:ln>
            <a:noFill/>
          </a:ln>
        </p:spPr>
      </p:sp>
      <p:sp>
        <p:nvSpPr>
          <p:cNvPr id="81" name="Google Shape;81;p10"/>
          <p:cNvSpPr txBox="1">
            <a:spLocks noGrp="1"/>
          </p:cNvSpPr>
          <p:nvPr>
            <p:ph type="subTitle" idx="4"/>
          </p:nvPr>
        </p:nvSpPr>
        <p:spPr>
          <a:xfrm>
            <a:off x="946760" y="5609414"/>
            <a:ext cx="4224000" cy="283154"/>
          </a:xfrm>
          <a:prstGeom prst="rect">
            <a:avLst/>
          </a:prstGeom>
        </p:spPr>
        <p:txBody>
          <a:bodyPr spcFirstLastPara="1" wrap="square" lIns="0" tIns="0" rIns="0" bIns="0" anchor="t" anchorCtr="0">
            <a:spAutoFit/>
          </a:bodyPr>
          <a:lstStyle>
            <a:lvl1pPr lvl="0" algn="ctr" rtl="0">
              <a:spcBef>
                <a:spcPts val="0"/>
              </a:spcBef>
              <a:spcAft>
                <a:spcPts val="0"/>
              </a:spcAft>
              <a:buSzPts val="1600"/>
              <a:buNone/>
              <a:defRPr b="1">
                <a:solidFill>
                  <a:schemeClr val="accen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10"/>
          <p:cNvSpPr txBox="1">
            <a:spLocks noGrp="1"/>
          </p:cNvSpPr>
          <p:nvPr>
            <p:ph type="subTitle" idx="5"/>
          </p:nvPr>
        </p:nvSpPr>
        <p:spPr>
          <a:xfrm>
            <a:off x="946760" y="6083862"/>
            <a:ext cx="4224000" cy="41088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400"/>
              <a:buFont typeface="IBM Plex Sans Medium"/>
              <a:buNone/>
              <a:defRPr sz="224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 name="Google Shape;83;p10"/>
          <p:cNvSpPr txBox="1">
            <a:spLocks noGrp="1"/>
          </p:cNvSpPr>
          <p:nvPr>
            <p:ph type="subTitle" idx="6"/>
          </p:nvPr>
        </p:nvSpPr>
        <p:spPr>
          <a:xfrm>
            <a:off x="946760" y="6508866"/>
            <a:ext cx="4224000" cy="41088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400"/>
              <a:buNone/>
              <a:defRPr sz="2240">
                <a:solidFill>
                  <a:schemeClr val="accent4"/>
                </a:solidFill>
              </a:defRPr>
            </a:lvl1pPr>
            <a:lvl2pPr lvl="1" rtl="0">
              <a:spcBef>
                <a:spcPts val="0"/>
              </a:spcBef>
              <a:spcAft>
                <a:spcPts val="0"/>
              </a:spcAft>
              <a:buSzPts val="1200"/>
              <a:buNone/>
              <a:defRPr sz="1920">
                <a:solidFill>
                  <a:schemeClr val="accent1"/>
                </a:solidFill>
              </a:defRPr>
            </a:lvl2pPr>
            <a:lvl3pPr lvl="2" rtl="0">
              <a:spcBef>
                <a:spcPts val="0"/>
              </a:spcBef>
              <a:spcAft>
                <a:spcPts val="0"/>
              </a:spcAft>
              <a:buSzPts val="1200"/>
              <a:buNone/>
              <a:defRPr sz="1920">
                <a:solidFill>
                  <a:schemeClr val="accent1"/>
                </a:solidFill>
              </a:defRPr>
            </a:lvl3pPr>
            <a:lvl4pPr lvl="3" rtl="0">
              <a:spcBef>
                <a:spcPts val="0"/>
              </a:spcBef>
              <a:spcAft>
                <a:spcPts val="0"/>
              </a:spcAft>
              <a:buSzPts val="1200"/>
              <a:buNone/>
              <a:defRPr sz="1920">
                <a:solidFill>
                  <a:schemeClr val="accent1"/>
                </a:solidFill>
              </a:defRPr>
            </a:lvl4pPr>
            <a:lvl5pPr lvl="4" rtl="0">
              <a:spcBef>
                <a:spcPts val="0"/>
              </a:spcBef>
              <a:spcAft>
                <a:spcPts val="0"/>
              </a:spcAft>
              <a:buClr>
                <a:schemeClr val="accent1"/>
              </a:buClr>
              <a:buSzPts val="1200"/>
              <a:buNone/>
              <a:defRPr sz="1920">
                <a:solidFill>
                  <a:schemeClr val="accent1"/>
                </a:solidFill>
              </a:defRPr>
            </a:lvl5pPr>
            <a:lvl6pPr lvl="5" rtl="0">
              <a:spcBef>
                <a:spcPts val="0"/>
              </a:spcBef>
              <a:spcAft>
                <a:spcPts val="0"/>
              </a:spcAft>
              <a:buClr>
                <a:schemeClr val="accent1"/>
              </a:buClr>
              <a:buSzPts val="1200"/>
              <a:buNone/>
              <a:defRPr sz="1920">
                <a:solidFill>
                  <a:schemeClr val="accent1"/>
                </a:solidFill>
              </a:defRPr>
            </a:lvl6pPr>
            <a:lvl7pPr lvl="6" rtl="0">
              <a:spcBef>
                <a:spcPts val="0"/>
              </a:spcBef>
              <a:spcAft>
                <a:spcPts val="0"/>
              </a:spcAft>
              <a:buClr>
                <a:schemeClr val="accent1"/>
              </a:buClr>
              <a:buSzPts val="1200"/>
              <a:buNone/>
              <a:defRPr sz="1920">
                <a:solidFill>
                  <a:schemeClr val="accent1"/>
                </a:solidFill>
              </a:defRPr>
            </a:lvl7pPr>
            <a:lvl8pPr lvl="7" rtl="0">
              <a:spcBef>
                <a:spcPts val="0"/>
              </a:spcBef>
              <a:spcAft>
                <a:spcPts val="0"/>
              </a:spcAft>
              <a:buClr>
                <a:schemeClr val="accent1"/>
              </a:buClr>
              <a:buSzPts val="1200"/>
              <a:buNone/>
              <a:defRPr sz="1920">
                <a:solidFill>
                  <a:schemeClr val="accent1"/>
                </a:solidFill>
              </a:defRPr>
            </a:lvl8pPr>
            <a:lvl9pPr lvl="8" rtl="0">
              <a:spcBef>
                <a:spcPts val="0"/>
              </a:spcBef>
              <a:spcAft>
                <a:spcPts val="0"/>
              </a:spcAft>
              <a:buClr>
                <a:schemeClr val="accent1"/>
              </a:buClr>
              <a:buSzPts val="1200"/>
              <a:buNone/>
              <a:defRPr sz="1920">
                <a:solidFill>
                  <a:schemeClr val="accent1"/>
                </a:solidFill>
              </a:defRPr>
            </a:lvl9pPr>
          </a:lstStyle>
          <a:p>
            <a:endParaRPr/>
          </a:p>
        </p:txBody>
      </p:sp>
    </p:spTree>
    <p:extLst>
      <p:ext uri="{BB962C8B-B14F-4D97-AF65-F5344CB8AC3E}">
        <p14:creationId xmlns:p14="http://schemas.microsoft.com/office/powerpoint/2010/main" val="1290459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troduction - Team">
  <p:cSld name="Introduction - Team">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87" name="Google Shape;87;p11"/>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88" name="Google Shape;88;p1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1"/>
          <p:cNvSpPr>
            <a:spLocks noGrp="1"/>
          </p:cNvSpPr>
          <p:nvPr>
            <p:ph type="pic" idx="2"/>
          </p:nvPr>
        </p:nvSpPr>
        <p:spPr>
          <a:xfrm>
            <a:off x="1814920" y="2734800"/>
            <a:ext cx="2275680" cy="2275680"/>
          </a:xfrm>
          <a:prstGeom prst="roundRect">
            <a:avLst>
              <a:gd name="adj" fmla="val 16667"/>
            </a:avLst>
          </a:prstGeom>
          <a:noFill/>
          <a:ln>
            <a:noFill/>
          </a:ln>
        </p:spPr>
      </p:sp>
      <p:sp>
        <p:nvSpPr>
          <p:cNvPr id="90" name="Google Shape;90;p11"/>
          <p:cNvSpPr txBox="1">
            <a:spLocks noGrp="1"/>
          </p:cNvSpPr>
          <p:nvPr>
            <p:ph type="subTitle" idx="3"/>
          </p:nvPr>
        </p:nvSpPr>
        <p:spPr>
          <a:xfrm>
            <a:off x="84076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1" name="Google Shape;91;p11"/>
          <p:cNvSpPr txBox="1">
            <a:spLocks noGrp="1"/>
          </p:cNvSpPr>
          <p:nvPr>
            <p:ph type="subTitle" idx="4"/>
          </p:nvPr>
        </p:nvSpPr>
        <p:spPr>
          <a:xfrm>
            <a:off x="84076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92" name="Google Shape;92;p11"/>
          <p:cNvSpPr txBox="1">
            <a:spLocks noGrp="1"/>
          </p:cNvSpPr>
          <p:nvPr>
            <p:ph type="subTitle" idx="5"/>
          </p:nvPr>
        </p:nvSpPr>
        <p:spPr>
          <a:xfrm>
            <a:off x="840760" y="5993398"/>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93" name="Google Shape;93;p11"/>
          <p:cNvSpPr>
            <a:spLocks noGrp="1"/>
          </p:cNvSpPr>
          <p:nvPr>
            <p:ph type="pic" idx="6"/>
          </p:nvPr>
        </p:nvSpPr>
        <p:spPr>
          <a:xfrm>
            <a:off x="6177360" y="2734800"/>
            <a:ext cx="2275680" cy="2275680"/>
          </a:xfrm>
          <a:prstGeom prst="roundRect">
            <a:avLst>
              <a:gd name="adj" fmla="val 16667"/>
            </a:avLst>
          </a:prstGeom>
          <a:noFill/>
          <a:ln>
            <a:noFill/>
          </a:ln>
        </p:spPr>
      </p:sp>
      <p:sp>
        <p:nvSpPr>
          <p:cNvPr id="94" name="Google Shape;94;p11"/>
          <p:cNvSpPr txBox="1">
            <a:spLocks noGrp="1"/>
          </p:cNvSpPr>
          <p:nvPr>
            <p:ph type="subTitle" idx="7"/>
          </p:nvPr>
        </p:nvSpPr>
        <p:spPr>
          <a:xfrm>
            <a:off x="520320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5" name="Google Shape;95;p11"/>
          <p:cNvSpPr txBox="1">
            <a:spLocks noGrp="1"/>
          </p:cNvSpPr>
          <p:nvPr>
            <p:ph type="subTitle" idx="8"/>
          </p:nvPr>
        </p:nvSpPr>
        <p:spPr>
          <a:xfrm>
            <a:off x="520320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96" name="Google Shape;96;p11"/>
          <p:cNvSpPr txBox="1">
            <a:spLocks noGrp="1"/>
          </p:cNvSpPr>
          <p:nvPr>
            <p:ph type="subTitle" idx="9"/>
          </p:nvPr>
        </p:nvSpPr>
        <p:spPr>
          <a:xfrm>
            <a:off x="5203200" y="5993400"/>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97" name="Google Shape;97;p11"/>
          <p:cNvSpPr>
            <a:spLocks noGrp="1"/>
          </p:cNvSpPr>
          <p:nvPr>
            <p:ph type="pic" idx="13"/>
          </p:nvPr>
        </p:nvSpPr>
        <p:spPr>
          <a:xfrm>
            <a:off x="10539800" y="2734800"/>
            <a:ext cx="2275680" cy="2275680"/>
          </a:xfrm>
          <a:prstGeom prst="roundRect">
            <a:avLst>
              <a:gd name="adj" fmla="val 16667"/>
            </a:avLst>
          </a:prstGeom>
          <a:noFill/>
          <a:ln>
            <a:noFill/>
          </a:ln>
        </p:spPr>
      </p:sp>
      <p:sp>
        <p:nvSpPr>
          <p:cNvPr id="98" name="Google Shape;98;p11"/>
          <p:cNvSpPr txBox="1">
            <a:spLocks noGrp="1"/>
          </p:cNvSpPr>
          <p:nvPr>
            <p:ph type="subTitle" idx="14"/>
          </p:nvPr>
        </p:nvSpPr>
        <p:spPr>
          <a:xfrm>
            <a:off x="956564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9" name="Google Shape;99;p11"/>
          <p:cNvSpPr txBox="1">
            <a:spLocks noGrp="1"/>
          </p:cNvSpPr>
          <p:nvPr>
            <p:ph type="subTitle" idx="15"/>
          </p:nvPr>
        </p:nvSpPr>
        <p:spPr>
          <a:xfrm>
            <a:off x="956564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100" name="Google Shape;100;p11"/>
          <p:cNvSpPr txBox="1">
            <a:spLocks noGrp="1"/>
          </p:cNvSpPr>
          <p:nvPr>
            <p:ph type="subTitle" idx="16"/>
          </p:nvPr>
        </p:nvSpPr>
        <p:spPr>
          <a:xfrm>
            <a:off x="9565640" y="5993400"/>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100446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 Black">
  <p:cSld name="Title and body - Black">
    <p:bg>
      <p:bgPr>
        <a:solidFill>
          <a:schemeClr val="dk1"/>
        </a:solidFill>
        <a:effectLst/>
      </p:bgPr>
    </p:bg>
    <p:spTree>
      <p:nvGrpSpPr>
        <p:cNvPr id="1" name="Shape 101"/>
        <p:cNvGrpSpPr/>
        <p:nvPr/>
      </p:nvGrpSpPr>
      <p:grpSpPr>
        <a:xfrm>
          <a:off x="0" y="0"/>
          <a:ext cx="0" cy="0"/>
          <a:chOff x="0" y="0"/>
          <a:chExt cx="0" cy="0"/>
        </a:xfrm>
      </p:grpSpPr>
      <p:sp>
        <p:nvSpPr>
          <p:cNvPr id="102" name="Google Shape;102;p12"/>
          <p:cNvSpPr/>
          <p:nvPr/>
        </p:nvSpPr>
        <p:spPr>
          <a:xfrm>
            <a:off x="732960" y="1853960"/>
            <a:ext cx="13167360" cy="7401600"/>
          </a:xfrm>
          <a:prstGeom prst="roundRect">
            <a:avLst>
              <a:gd name="adj" fmla="val 5631"/>
            </a:avLst>
          </a:prstGeom>
          <a:solidFill>
            <a:schemeClr val="lt2"/>
          </a:solidFill>
          <a:ln>
            <a:noFill/>
          </a:ln>
        </p:spPr>
        <p:txBody>
          <a:bodyPr spcFirstLastPara="1" wrap="square" lIns="146280" tIns="438880" rIns="146280" bIns="146280" anchor="ctr" anchorCtr="0">
            <a:noAutofit/>
          </a:bodyPr>
          <a:lstStyle/>
          <a:p>
            <a:pPr marL="0" lvl="0" indent="0" algn="l" rtl="0">
              <a:spcBef>
                <a:spcPts val="0"/>
              </a:spcBef>
              <a:spcAft>
                <a:spcPts val="0"/>
              </a:spcAft>
              <a:buNone/>
            </a:pPr>
            <a:endParaRPr sz="2880"/>
          </a:p>
        </p:txBody>
      </p:sp>
      <p:sp>
        <p:nvSpPr>
          <p:cNvPr id="103" name="Google Shape;103;p12"/>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12"/>
          <p:cNvSpPr txBox="1">
            <a:spLocks noGrp="1"/>
          </p:cNvSpPr>
          <p:nvPr>
            <p:ph type="body" idx="1"/>
          </p:nvPr>
        </p:nvSpPr>
        <p:spPr>
          <a:xfrm>
            <a:off x="1092240" y="2371640"/>
            <a:ext cx="12445920" cy="48168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5" name="Google Shape;105;p12"/>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06" name="Google Shape;106;p12"/>
          <p:cNvPicPr preferRelativeResize="0"/>
          <p:nvPr/>
        </p:nvPicPr>
        <p:blipFill>
          <a:blip r:embed="rId2">
            <a:alphaModFix/>
          </a:blip>
          <a:stretch>
            <a:fillRect/>
          </a:stretch>
        </p:blipFill>
        <p:spPr>
          <a:xfrm>
            <a:off x="13671774" y="99205"/>
            <a:ext cx="958624" cy="958626"/>
          </a:xfrm>
          <a:prstGeom prst="rect">
            <a:avLst/>
          </a:prstGeom>
          <a:noFill/>
          <a:ln>
            <a:noFill/>
          </a:ln>
        </p:spPr>
      </p:pic>
      <p:grpSp>
        <p:nvGrpSpPr>
          <p:cNvPr id="107" name="Google Shape;107;p12"/>
          <p:cNvGrpSpPr/>
          <p:nvPr/>
        </p:nvGrpSpPr>
        <p:grpSpPr>
          <a:xfrm>
            <a:off x="13538158" y="6191680"/>
            <a:ext cx="1503360" cy="1497203"/>
            <a:chOff x="511165" y="3659475"/>
            <a:chExt cx="939600" cy="935752"/>
          </a:xfrm>
        </p:grpSpPr>
        <p:sp>
          <p:nvSpPr>
            <p:cNvPr id="108" name="Google Shape;108;p12"/>
            <p:cNvSpPr/>
            <p:nvPr/>
          </p:nvSpPr>
          <p:spPr>
            <a:xfrm>
              <a:off x="511165" y="365947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09" name="Google Shape;109;p12"/>
            <p:cNvSpPr/>
            <p:nvPr/>
          </p:nvSpPr>
          <p:spPr>
            <a:xfrm>
              <a:off x="511165" y="383300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0" name="Google Shape;110;p12"/>
            <p:cNvSpPr/>
            <p:nvPr/>
          </p:nvSpPr>
          <p:spPr>
            <a:xfrm>
              <a:off x="511165" y="400653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1" name="Google Shape;111;p12"/>
            <p:cNvSpPr/>
            <p:nvPr/>
          </p:nvSpPr>
          <p:spPr>
            <a:xfrm>
              <a:off x="511165" y="418006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2" name="Google Shape;112;p12"/>
            <p:cNvSpPr/>
            <p:nvPr/>
          </p:nvSpPr>
          <p:spPr>
            <a:xfrm>
              <a:off x="511165" y="435359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3" name="Google Shape;113;p12"/>
            <p:cNvSpPr/>
            <p:nvPr/>
          </p:nvSpPr>
          <p:spPr>
            <a:xfrm>
              <a:off x="511165" y="452712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3901269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mp; body - Orangemunda">
  <p:cSld name="Title &amp; body - Orangemunda">
    <p:bg>
      <p:bgPr>
        <a:solidFill>
          <a:schemeClr val="accent1"/>
        </a:solidFill>
        <a:effectLst/>
      </p:bgPr>
    </p:bg>
    <p:spTree>
      <p:nvGrpSpPr>
        <p:cNvPr id="1" name="Shape 114"/>
        <p:cNvGrpSpPr/>
        <p:nvPr/>
      </p:nvGrpSpPr>
      <p:grpSpPr>
        <a:xfrm>
          <a:off x="0" y="0"/>
          <a:ext cx="0" cy="0"/>
          <a:chOff x="0" y="0"/>
          <a:chExt cx="0" cy="0"/>
        </a:xfrm>
      </p:grpSpPr>
      <p:sp>
        <p:nvSpPr>
          <p:cNvPr id="115" name="Google Shape;115;p1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6" name="Google Shape;116;p1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pic>
        <p:nvPicPr>
          <p:cNvPr id="117" name="Google Shape;117;p13"/>
          <p:cNvPicPr preferRelativeResize="0"/>
          <p:nvPr/>
        </p:nvPicPr>
        <p:blipFill>
          <a:blip r:embed="rId2">
            <a:alphaModFix/>
          </a:blip>
          <a:stretch>
            <a:fillRect/>
          </a:stretch>
        </p:blipFill>
        <p:spPr>
          <a:xfrm>
            <a:off x="13678909" y="100272"/>
            <a:ext cx="958624" cy="960083"/>
          </a:xfrm>
          <a:prstGeom prst="rect">
            <a:avLst/>
          </a:prstGeom>
          <a:noFill/>
          <a:ln>
            <a:noFill/>
          </a:ln>
        </p:spPr>
      </p:pic>
      <p:sp>
        <p:nvSpPr>
          <p:cNvPr id="118" name="Google Shape;118;p13"/>
          <p:cNvSpPr/>
          <p:nvPr/>
        </p:nvSpPr>
        <p:spPr>
          <a:xfrm>
            <a:off x="732960" y="1853960"/>
            <a:ext cx="13167360" cy="7401600"/>
          </a:xfrm>
          <a:prstGeom prst="roundRect">
            <a:avLst>
              <a:gd name="adj" fmla="val 5243"/>
            </a:avLst>
          </a:prstGeom>
          <a:solidFill>
            <a:schemeClr val="lt2"/>
          </a:solidFill>
          <a:ln>
            <a:noFill/>
          </a:ln>
        </p:spPr>
        <p:txBody>
          <a:bodyPr spcFirstLastPara="1" wrap="square" lIns="146280" tIns="438880" rIns="146280" bIns="146280" anchor="ctr" anchorCtr="0">
            <a:noAutofit/>
          </a:bodyPr>
          <a:lstStyle/>
          <a:p>
            <a:pPr marL="0" lvl="0" indent="0" algn="l" rtl="0">
              <a:spcBef>
                <a:spcPts val="0"/>
              </a:spcBef>
              <a:spcAft>
                <a:spcPts val="0"/>
              </a:spcAft>
              <a:buNone/>
            </a:pPr>
            <a:endParaRPr sz="2880"/>
          </a:p>
        </p:txBody>
      </p:sp>
      <p:sp>
        <p:nvSpPr>
          <p:cNvPr id="119" name="Google Shape;119;p13"/>
          <p:cNvSpPr txBox="1">
            <a:spLocks noGrp="1"/>
          </p:cNvSpPr>
          <p:nvPr>
            <p:ph type="body" idx="1"/>
          </p:nvPr>
        </p:nvSpPr>
        <p:spPr>
          <a:xfrm>
            <a:off x="1092240" y="2371320"/>
            <a:ext cx="12445920" cy="48172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120" name="Google Shape;120;p13"/>
          <p:cNvGrpSpPr/>
          <p:nvPr/>
        </p:nvGrpSpPr>
        <p:grpSpPr>
          <a:xfrm>
            <a:off x="13538158" y="2371320"/>
            <a:ext cx="1503360" cy="1497203"/>
            <a:chOff x="511165" y="3659475"/>
            <a:chExt cx="939600" cy="935752"/>
          </a:xfrm>
        </p:grpSpPr>
        <p:sp>
          <p:nvSpPr>
            <p:cNvPr id="121" name="Google Shape;121;p13"/>
            <p:cNvSpPr/>
            <p:nvPr/>
          </p:nvSpPr>
          <p:spPr>
            <a:xfrm>
              <a:off x="511165" y="365947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2" name="Google Shape;122;p13"/>
            <p:cNvSpPr/>
            <p:nvPr/>
          </p:nvSpPr>
          <p:spPr>
            <a:xfrm>
              <a:off x="511165" y="383300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3" name="Google Shape;123;p13"/>
            <p:cNvSpPr/>
            <p:nvPr/>
          </p:nvSpPr>
          <p:spPr>
            <a:xfrm>
              <a:off x="511165" y="400653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4" name="Google Shape;124;p13"/>
            <p:cNvSpPr/>
            <p:nvPr/>
          </p:nvSpPr>
          <p:spPr>
            <a:xfrm>
              <a:off x="511165" y="418006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5" name="Google Shape;125;p13"/>
            <p:cNvSpPr/>
            <p:nvPr/>
          </p:nvSpPr>
          <p:spPr>
            <a:xfrm>
              <a:off x="511165" y="435359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6" name="Google Shape;126;p13"/>
            <p:cNvSpPr/>
            <p:nvPr/>
          </p:nvSpPr>
          <p:spPr>
            <a:xfrm>
              <a:off x="511165" y="452712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2046039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mp; body - 2 column Simple">
  <p:cSld name="Title &amp; body - 2 column Simple">
    <p:spTree>
      <p:nvGrpSpPr>
        <p:cNvPr id="1" name="Shape 127"/>
        <p:cNvGrpSpPr/>
        <p:nvPr/>
      </p:nvGrpSpPr>
      <p:grpSpPr>
        <a:xfrm>
          <a:off x="0" y="0"/>
          <a:ext cx="0" cy="0"/>
          <a:chOff x="0" y="0"/>
          <a:chExt cx="0" cy="0"/>
        </a:xfrm>
      </p:grpSpPr>
      <p:sp>
        <p:nvSpPr>
          <p:cNvPr id="128" name="Google Shape;128;p1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 name="Google Shape;129;p14"/>
          <p:cNvSpPr txBox="1">
            <a:spLocks noGrp="1"/>
          </p:cNvSpPr>
          <p:nvPr>
            <p:ph type="body" idx="1"/>
          </p:nvPr>
        </p:nvSpPr>
        <p:spPr>
          <a:xfrm>
            <a:off x="731520" y="2773520"/>
            <a:ext cx="6425760" cy="4536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30" name="Google Shape;130;p1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31" name="Google Shape;131;p14"/>
          <p:cNvSpPr txBox="1">
            <a:spLocks noGrp="1"/>
          </p:cNvSpPr>
          <p:nvPr>
            <p:ph type="body" idx="2"/>
          </p:nvPr>
        </p:nvSpPr>
        <p:spPr>
          <a:xfrm>
            <a:off x="7473120" y="2773520"/>
            <a:ext cx="6425760" cy="4536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32" name="Google Shape;132;p14"/>
          <p:cNvSpPr txBox="1">
            <a:spLocks noGrp="1"/>
          </p:cNvSpPr>
          <p:nvPr>
            <p:ph type="subTitle" idx="3"/>
          </p:nvPr>
        </p:nvSpPr>
        <p:spPr>
          <a:xfrm>
            <a:off x="747320" y="1839560"/>
            <a:ext cx="642576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2pPr>
            <a:lvl3pPr lvl="2">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3pPr>
            <a:lvl4pPr lvl="3">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4pPr>
            <a:lvl5pPr lvl="4">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5pPr>
            <a:lvl6pPr lvl="5">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6pPr>
            <a:lvl7pPr lvl="6">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7pPr>
            <a:lvl8pPr lvl="7">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8pPr>
            <a:lvl9pPr lvl="8">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9pPr>
          </a:lstStyle>
          <a:p>
            <a:endParaRPr/>
          </a:p>
        </p:txBody>
      </p:sp>
      <p:sp>
        <p:nvSpPr>
          <p:cNvPr id="133" name="Google Shape;133;p14"/>
          <p:cNvSpPr txBox="1">
            <a:spLocks noGrp="1"/>
          </p:cNvSpPr>
          <p:nvPr>
            <p:ph type="subTitle" idx="4"/>
          </p:nvPr>
        </p:nvSpPr>
        <p:spPr>
          <a:xfrm>
            <a:off x="7473120" y="1839560"/>
            <a:ext cx="642576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9pPr>
          </a:lstStyle>
          <a:p>
            <a:endParaRPr/>
          </a:p>
        </p:txBody>
      </p:sp>
      <p:pic>
        <p:nvPicPr>
          <p:cNvPr id="134" name="Google Shape;134;p14"/>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135" name="Google Shape;135;p14"/>
          <p:cNvSpPr txBox="1">
            <a:spLocks noGrp="1"/>
          </p:cNvSpPr>
          <p:nvPr>
            <p:ph type="subTitle" idx="5"/>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396956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lumn - Black">
  <p:cSld name="3 Column - Black">
    <p:bg>
      <p:bgPr>
        <a:solidFill>
          <a:schemeClr val="dk2"/>
        </a:solidFill>
        <a:effectLst/>
      </p:bgPr>
    </p:bg>
    <p:spTree>
      <p:nvGrpSpPr>
        <p:cNvPr id="1" name="Shape 148"/>
        <p:cNvGrpSpPr/>
        <p:nvPr/>
      </p:nvGrpSpPr>
      <p:grpSpPr>
        <a:xfrm>
          <a:off x="0" y="0"/>
          <a:ext cx="0" cy="0"/>
          <a:chOff x="0" y="0"/>
          <a:chExt cx="0" cy="0"/>
        </a:xfrm>
      </p:grpSpPr>
      <p:sp>
        <p:nvSpPr>
          <p:cNvPr id="149" name="Google Shape;149;p16"/>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0" name="Google Shape;150;p1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51" name="Google Shape;151;p16"/>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152" name="Google Shape;152;p16"/>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53" name="Google Shape;153;p16"/>
          <p:cNvSpPr/>
          <p:nvPr/>
        </p:nvSpPr>
        <p:spPr>
          <a:xfrm>
            <a:off x="731362" y="1843960"/>
            <a:ext cx="3995520" cy="3697920"/>
          </a:xfrm>
          <a:prstGeom prst="roundRect">
            <a:avLst>
              <a:gd name="adj" fmla="val 11313"/>
            </a:avLst>
          </a:prstGeom>
          <a:solidFill>
            <a:srgbClr val="1F2A4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54" name="Google Shape;154;p16"/>
          <p:cNvSpPr/>
          <p:nvPr/>
        </p:nvSpPr>
        <p:spPr>
          <a:xfrm>
            <a:off x="731362" y="2547208"/>
            <a:ext cx="3995520" cy="4614240"/>
          </a:xfrm>
          <a:prstGeom prst="roundRect">
            <a:avLst>
              <a:gd name="adj" fmla="val 8673"/>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55" name="Google Shape;155;p16"/>
          <p:cNvSpPr txBox="1">
            <a:spLocks noGrp="1"/>
          </p:cNvSpPr>
          <p:nvPr>
            <p:ph type="subTitle" idx="2"/>
          </p:nvPr>
        </p:nvSpPr>
        <p:spPr>
          <a:xfrm>
            <a:off x="711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56" name="Google Shape;156;p16"/>
          <p:cNvSpPr/>
          <p:nvPr/>
        </p:nvSpPr>
        <p:spPr>
          <a:xfrm>
            <a:off x="9903362" y="1843960"/>
            <a:ext cx="3995520" cy="3697920"/>
          </a:xfrm>
          <a:prstGeom prst="roundRect">
            <a:avLst>
              <a:gd name="adj" fmla="val 10000"/>
            </a:avLst>
          </a:prstGeom>
          <a:solidFill>
            <a:schemeClr val="accent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57" name="Google Shape;157;p16"/>
          <p:cNvSpPr/>
          <p:nvPr/>
        </p:nvSpPr>
        <p:spPr>
          <a:xfrm>
            <a:off x="9903362" y="2547208"/>
            <a:ext cx="3995520" cy="4614240"/>
          </a:xfrm>
          <a:prstGeom prst="roundRect">
            <a:avLst>
              <a:gd name="adj" fmla="val 7882"/>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58" name="Google Shape;158;p16"/>
          <p:cNvSpPr txBox="1">
            <a:spLocks noGrp="1"/>
          </p:cNvSpPr>
          <p:nvPr>
            <p:ph type="subTitle" idx="3"/>
          </p:nvPr>
        </p:nvSpPr>
        <p:spPr>
          <a:xfrm>
            <a:off x="9883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59" name="Google Shape;159;p16"/>
          <p:cNvSpPr/>
          <p:nvPr/>
        </p:nvSpPr>
        <p:spPr>
          <a:xfrm>
            <a:off x="5307421" y="1843960"/>
            <a:ext cx="3995520" cy="3697920"/>
          </a:xfrm>
          <a:prstGeom prst="roundRect">
            <a:avLst>
              <a:gd name="adj" fmla="val 11544"/>
            </a:avLst>
          </a:prstGeom>
          <a:solidFill>
            <a:schemeClr val="accent1"/>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60" name="Google Shape;160;p16"/>
          <p:cNvSpPr/>
          <p:nvPr/>
        </p:nvSpPr>
        <p:spPr>
          <a:xfrm>
            <a:off x="5307421" y="2547208"/>
            <a:ext cx="3995520" cy="4614240"/>
          </a:xfrm>
          <a:prstGeom prst="roundRect">
            <a:avLst>
              <a:gd name="adj" fmla="val 8167"/>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61" name="Google Shape;161;p16"/>
          <p:cNvSpPr txBox="1">
            <a:spLocks noGrp="1"/>
          </p:cNvSpPr>
          <p:nvPr>
            <p:ph type="subTitle" idx="4"/>
          </p:nvPr>
        </p:nvSpPr>
        <p:spPr>
          <a:xfrm>
            <a:off x="5287541"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62" name="Google Shape;162;p16"/>
          <p:cNvSpPr txBox="1">
            <a:spLocks noGrp="1"/>
          </p:cNvSpPr>
          <p:nvPr>
            <p:ph type="body" idx="5"/>
          </p:nvPr>
        </p:nvSpPr>
        <p:spPr>
          <a:xfrm>
            <a:off x="92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63" name="Google Shape;163;p16"/>
          <p:cNvSpPr txBox="1">
            <a:spLocks noGrp="1"/>
          </p:cNvSpPr>
          <p:nvPr>
            <p:ph type="body" idx="6"/>
          </p:nvPr>
        </p:nvSpPr>
        <p:spPr>
          <a:xfrm>
            <a:off x="5488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64" name="Google Shape;164;p16"/>
          <p:cNvSpPr txBox="1">
            <a:spLocks noGrp="1"/>
          </p:cNvSpPr>
          <p:nvPr>
            <p:ph type="body" idx="7"/>
          </p:nvPr>
        </p:nvSpPr>
        <p:spPr>
          <a:xfrm>
            <a:off x="1007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2933356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lumn - White">
  <p:cSld name="3 Column - White">
    <p:bg>
      <p:bgPr>
        <a:solidFill>
          <a:schemeClr val="dk2"/>
        </a:solidFill>
        <a:effectLst/>
      </p:bgPr>
    </p:bg>
    <p:spTree>
      <p:nvGrpSpPr>
        <p:cNvPr id="1" name="Shape 165"/>
        <p:cNvGrpSpPr/>
        <p:nvPr/>
      </p:nvGrpSpPr>
      <p:grpSpPr>
        <a:xfrm>
          <a:off x="0" y="0"/>
          <a:ext cx="0" cy="0"/>
          <a:chOff x="0" y="0"/>
          <a:chExt cx="0" cy="0"/>
        </a:xfrm>
      </p:grpSpPr>
      <p:sp>
        <p:nvSpPr>
          <p:cNvPr id="166" name="Google Shape;166;p1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7" name="Google Shape;167;p1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68" name="Google Shape;168;p1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169" name="Google Shape;169;p1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70" name="Google Shape;170;p17"/>
          <p:cNvSpPr/>
          <p:nvPr/>
        </p:nvSpPr>
        <p:spPr>
          <a:xfrm>
            <a:off x="731362" y="1843960"/>
            <a:ext cx="3995520" cy="3697920"/>
          </a:xfrm>
          <a:prstGeom prst="roundRect">
            <a:avLst>
              <a:gd name="adj" fmla="val 11313"/>
            </a:avLst>
          </a:prstGeom>
          <a:solidFill>
            <a:srgbClr val="1F2A4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1" name="Google Shape;171;p17"/>
          <p:cNvSpPr/>
          <p:nvPr/>
        </p:nvSpPr>
        <p:spPr>
          <a:xfrm>
            <a:off x="731362" y="2547208"/>
            <a:ext cx="3995520" cy="4614240"/>
          </a:xfrm>
          <a:prstGeom prst="roundRect">
            <a:avLst>
              <a:gd name="adj" fmla="val 8673"/>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2" name="Google Shape;172;p17"/>
          <p:cNvSpPr txBox="1">
            <a:spLocks noGrp="1"/>
          </p:cNvSpPr>
          <p:nvPr>
            <p:ph type="subTitle" idx="2"/>
          </p:nvPr>
        </p:nvSpPr>
        <p:spPr>
          <a:xfrm>
            <a:off x="711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3" name="Google Shape;173;p17"/>
          <p:cNvSpPr/>
          <p:nvPr/>
        </p:nvSpPr>
        <p:spPr>
          <a:xfrm>
            <a:off x="9903362" y="1843960"/>
            <a:ext cx="3995520" cy="3697920"/>
          </a:xfrm>
          <a:prstGeom prst="roundRect">
            <a:avLst>
              <a:gd name="adj" fmla="val 10000"/>
            </a:avLst>
          </a:prstGeom>
          <a:solidFill>
            <a:schemeClr val="accent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4" name="Google Shape;174;p17"/>
          <p:cNvSpPr/>
          <p:nvPr/>
        </p:nvSpPr>
        <p:spPr>
          <a:xfrm>
            <a:off x="9903362" y="2547208"/>
            <a:ext cx="3995520" cy="4614240"/>
          </a:xfrm>
          <a:prstGeom prst="roundRect">
            <a:avLst>
              <a:gd name="adj" fmla="val 7882"/>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5" name="Google Shape;175;p17"/>
          <p:cNvSpPr txBox="1">
            <a:spLocks noGrp="1"/>
          </p:cNvSpPr>
          <p:nvPr>
            <p:ph type="subTitle" idx="3"/>
          </p:nvPr>
        </p:nvSpPr>
        <p:spPr>
          <a:xfrm>
            <a:off x="9883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6" name="Google Shape;176;p17"/>
          <p:cNvSpPr/>
          <p:nvPr/>
        </p:nvSpPr>
        <p:spPr>
          <a:xfrm>
            <a:off x="5307421" y="1843960"/>
            <a:ext cx="3995520" cy="3697920"/>
          </a:xfrm>
          <a:prstGeom prst="roundRect">
            <a:avLst>
              <a:gd name="adj" fmla="val 11544"/>
            </a:avLst>
          </a:prstGeom>
          <a:solidFill>
            <a:schemeClr val="accent1"/>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7" name="Google Shape;177;p17"/>
          <p:cNvSpPr/>
          <p:nvPr/>
        </p:nvSpPr>
        <p:spPr>
          <a:xfrm>
            <a:off x="5307421" y="2547208"/>
            <a:ext cx="3995520" cy="4614240"/>
          </a:xfrm>
          <a:prstGeom prst="roundRect">
            <a:avLst>
              <a:gd name="adj" fmla="val 8167"/>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8" name="Google Shape;178;p17"/>
          <p:cNvSpPr txBox="1">
            <a:spLocks noGrp="1"/>
          </p:cNvSpPr>
          <p:nvPr>
            <p:ph type="subTitle" idx="4"/>
          </p:nvPr>
        </p:nvSpPr>
        <p:spPr>
          <a:xfrm>
            <a:off x="5287541"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9" name="Google Shape;179;p17"/>
          <p:cNvSpPr txBox="1">
            <a:spLocks noGrp="1"/>
          </p:cNvSpPr>
          <p:nvPr>
            <p:ph type="body" idx="5"/>
          </p:nvPr>
        </p:nvSpPr>
        <p:spPr>
          <a:xfrm>
            <a:off x="92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80" name="Google Shape;180;p17"/>
          <p:cNvSpPr txBox="1">
            <a:spLocks noGrp="1"/>
          </p:cNvSpPr>
          <p:nvPr>
            <p:ph type="body" idx="6"/>
          </p:nvPr>
        </p:nvSpPr>
        <p:spPr>
          <a:xfrm>
            <a:off x="5488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81" name="Google Shape;181;p17"/>
          <p:cNvSpPr txBox="1">
            <a:spLocks noGrp="1"/>
          </p:cNvSpPr>
          <p:nvPr>
            <p:ph type="body" idx="7"/>
          </p:nvPr>
        </p:nvSpPr>
        <p:spPr>
          <a:xfrm>
            <a:off x="1007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495475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 Column - Black">
  <p:cSld name="4 Column - Black">
    <p:bg>
      <p:bgPr>
        <a:solidFill>
          <a:schemeClr val="dk1"/>
        </a:solidFill>
        <a:effectLst/>
      </p:bgPr>
    </p:bg>
    <p:spTree>
      <p:nvGrpSpPr>
        <p:cNvPr id="1" name="Shape 182"/>
        <p:cNvGrpSpPr/>
        <p:nvPr/>
      </p:nvGrpSpPr>
      <p:grpSpPr>
        <a:xfrm>
          <a:off x="0" y="0"/>
          <a:ext cx="0" cy="0"/>
          <a:chOff x="0" y="0"/>
          <a:chExt cx="0" cy="0"/>
        </a:xfrm>
      </p:grpSpPr>
      <p:sp>
        <p:nvSpPr>
          <p:cNvPr id="183" name="Google Shape;183;p1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4" name="Google Shape;184;p1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185" name="Google Shape;185;p18"/>
          <p:cNvSpPr/>
          <p:nvPr/>
        </p:nvSpPr>
        <p:spPr>
          <a:xfrm>
            <a:off x="4074206" y="1493520"/>
            <a:ext cx="3157920" cy="1547520"/>
          </a:xfrm>
          <a:prstGeom prst="roundRect">
            <a:avLst>
              <a:gd name="adj" fmla="val 22637"/>
            </a:avLst>
          </a:prstGeom>
          <a:solidFill>
            <a:srgbClr val="0072CE"/>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6" name="Google Shape;186;p18"/>
          <p:cNvSpPr/>
          <p:nvPr/>
        </p:nvSpPr>
        <p:spPr>
          <a:xfrm>
            <a:off x="7398234" y="1493520"/>
            <a:ext cx="3157920" cy="1547520"/>
          </a:xfrm>
          <a:prstGeom prst="roundRect">
            <a:avLst>
              <a:gd name="adj" fmla="val 22637"/>
            </a:avLst>
          </a:prstGeom>
          <a:solidFill>
            <a:srgbClr val="434343"/>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7" name="Google Shape;187;p18"/>
          <p:cNvSpPr/>
          <p:nvPr/>
        </p:nvSpPr>
        <p:spPr>
          <a:xfrm>
            <a:off x="10722280" y="1493520"/>
            <a:ext cx="3157920" cy="1547520"/>
          </a:xfrm>
          <a:prstGeom prst="roundRect">
            <a:avLst>
              <a:gd name="adj" fmla="val 22637"/>
            </a:avLst>
          </a:prstGeom>
          <a:solidFill>
            <a:srgbClr val="FC5D0D"/>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8" name="Google Shape;188;p18"/>
          <p:cNvSpPr/>
          <p:nvPr/>
        </p:nvSpPr>
        <p:spPr>
          <a:xfrm>
            <a:off x="731360" y="1493520"/>
            <a:ext cx="3157920" cy="1547520"/>
          </a:xfrm>
          <a:prstGeom prst="roundRect">
            <a:avLst>
              <a:gd name="adj" fmla="val 22637"/>
            </a:avLst>
          </a:prstGeom>
          <a:solidFill>
            <a:srgbClr val="1F2A44"/>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9" name="Google Shape;189;p18"/>
          <p:cNvSpPr/>
          <p:nvPr/>
        </p:nvSpPr>
        <p:spPr>
          <a:xfrm>
            <a:off x="1072228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0" name="Google Shape;190;p18"/>
          <p:cNvSpPr/>
          <p:nvPr/>
        </p:nvSpPr>
        <p:spPr>
          <a:xfrm>
            <a:off x="407420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1" name="Google Shape;191;p18"/>
          <p:cNvSpPr/>
          <p:nvPr/>
        </p:nvSpPr>
        <p:spPr>
          <a:xfrm>
            <a:off x="73136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2" name="Google Shape;192;p18"/>
          <p:cNvSpPr/>
          <p:nvPr/>
        </p:nvSpPr>
        <p:spPr>
          <a:xfrm>
            <a:off x="739824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3" name="Google Shape;193;p18"/>
          <p:cNvSpPr/>
          <p:nvPr/>
        </p:nvSpPr>
        <p:spPr>
          <a:xfrm>
            <a:off x="1044280"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None/>
            </a:pPr>
            <a:endParaRPr sz="1600" b="1">
              <a:solidFill>
                <a:srgbClr val="000000"/>
              </a:solidFill>
              <a:latin typeface="IBM Plex Sans"/>
              <a:ea typeface="IBM Plex Sans"/>
              <a:cs typeface="IBM Plex Sans"/>
              <a:sym typeface="IBM Plex Sans"/>
            </a:endParaRPr>
          </a:p>
        </p:txBody>
      </p:sp>
      <p:sp>
        <p:nvSpPr>
          <p:cNvPr id="194" name="Google Shape;194;p18"/>
          <p:cNvSpPr/>
          <p:nvPr/>
        </p:nvSpPr>
        <p:spPr>
          <a:xfrm>
            <a:off x="4387219"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5" name="Google Shape;195;p18"/>
          <p:cNvSpPr/>
          <p:nvPr/>
        </p:nvSpPr>
        <p:spPr>
          <a:xfrm>
            <a:off x="7711242"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6" name="Google Shape;196;p18"/>
          <p:cNvSpPr/>
          <p:nvPr/>
        </p:nvSpPr>
        <p:spPr>
          <a:xfrm>
            <a:off x="11035301"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7" name="Google Shape;197;p18"/>
          <p:cNvSpPr/>
          <p:nvPr/>
        </p:nvSpPr>
        <p:spPr>
          <a:xfrm>
            <a:off x="1044280" y="360769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8" name="Google Shape;198;p18"/>
          <p:cNvSpPr/>
          <p:nvPr/>
        </p:nvSpPr>
        <p:spPr>
          <a:xfrm>
            <a:off x="4387219"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9" name="Google Shape;199;p18"/>
          <p:cNvSpPr/>
          <p:nvPr/>
        </p:nvSpPr>
        <p:spPr>
          <a:xfrm>
            <a:off x="7711242"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0" name="Google Shape;200;p18"/>
          <p:cNvSpPr/>
          <p:nvPr/>
        </p:nvSpPr>
        <p:spPr>
          <a:xfrm>
            <a:off x="11035301"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1" name="Google Shape;201;p18"/>
          <p:cNvSpPr/>
          <p:nvPr/>
        </p:nvSpPr>
        <p:spPr>
          <a:xfrm>
            <a:off x="1044280" y="454837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2" name="Google Shape;202;p18"/>
          <p:cNvSpPr/>
          <p:nvPr/>
        </p:nvSpPr>
        <p:spPr>
          <a:xfrm>
            <a:off x="4387219"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3" name="Google Shape;203;p18"/>
          <p:cNvSpPr/>
          <p:nvPr/>
        </p:nvSpPr>
        <p:spPr>
          <a:xfrm>
            <a:off x="7711242"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4" name="Google Shape;204;p18"/>
          <p:cNvSpPr/>
          <p:nvPr/>
        </p:nvSpPr>
        <p:spPr>
          <a:xfrm>
            <a:off x="11035301"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5" name="Google Shape;205;p18"/>
          <p:cNvSpPr/>
          <p:nvPr/>
        </p:nvSpPr>
        <p:spPr>
          <a:xfrm>
            <a:off x="4387219"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6" name="Google Shape;206;p18"/>
          <p:cNvSpPr/>
          <p:nvPr/>
        </p:nvSpPr>
        <p:spPr>
          <a:xfrm>
            <a:off x="7711242"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7" name="Google Shape;207;p18"/>
          <p:cNvSpPr/>
          <p:nvPr/>
        </p:nvSpPr>
        <p:spPr>
          <a:xfrm>
            <a:off x="11035301"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8" name="Google Shape;208;p18"/>
          <p:cNvSpPr/>
          <p:nvPr/>
        </p:nvSpPr>
        <p:spPr>
          <a:xfrm>
            <a:off x="4387219"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9" name="Google Shape;209;p18"/>
          <p:cNvSpPr/>
          <p:nvPr/>
        </p:nvSpPr>
        <p:spPr>
          <a:xfrm>
            <a:off x="7711242"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0" name="Google Shape;210;p18"/>
          <p:cNvSpPr/>
          <p:nvPr/>
        </p:nvSpPr>
        <p:spPr>
          <a:xfrm>
            <a:off x="11035301"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1" name="Google Shape;211;p18"/>
          <p:cNvSpPr/>
          <p:nvPr/>
        </p:nvSpPr>
        <p:spPr>
          <a:xfrm>
            <a:off x="1044280" y="548905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2" name="Google Shape;212;p18"/>
          <p:cNvSpPr/>
          <p:nvPr/>
        </p:nvSpPr>
        <p:spPr>
          <a:xfrm>
            <a:off x="1044280" y="6429734"/>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pic>
        <p:nvPicPr>
          <p:cNvPr id="213" name="Google Shape;213;p1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14" name="Google Shape;214;p18"/>
          <p:cNvSpPr txBox="1">
            <a:spLocks noGrp="1"/>
          </p:cNvSpPr>
          <p:nvPr>
            <p:ph type="subTitle" idx="1"/>
          </p:nvPr>
        </p:nvSpPr>
        <p:spPr>
          <a:xfrm>
            <a:off x="73136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5" name="Google Shape;215;p18"/>
          <p:cNvSpPr txBox="1">
            <a:spLocks noGrp="1"/>
          </p:cNvSpPr>
          <p:nvPr>
            <p:ph type="subTitle" idx="2"/>
          </p:nvPr>
        </p:nvSpPr>
        <p:spPr>
          <a:xfrm>
            <a:off x="406480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6" name="Google Shape;216;p18"/>
          <p:cNvSpPr txBox="1">
            <a:spLocks noGrp="1"/>
          </p:cNvSpPr>
          <p:nvPr>
            <p:ph type="subTitle" idx="3"/>
          </p:nvPr>
        </p:nvSpPr>
        <p:spPr>
          <a:xfrm>
            <a:off x="739824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7" name="Google Shape;217;p18"/>
          <p:cNvSpPr txBox="1">
            <a:spLocks noGrp="1"/>
          </p:cNvSpPr>
          <p:nvPr>
            <p:ph type="subTitle" idx="4"/>
          </p:nvPr>
        </p:nvSpPr>
        <p:spPr>
          <a:xfrm>
            <a:off x="1072228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8" name="Google Shape;218;p18"/>
          <p:cNvSpPr txBox="1">
            <a:spLocks noGrp="1"/>
          </p:cNvSpPr>
          <p:nvPr>
            <p:ph type="subTitle" idx="5"/>
          </p:nvPr>
        </p:nvSpPr>
        <p:spPr>
          <a:xfrm>
            <a:off x="104428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9" name="Google Shape;219;p18"/>
          <p:cNvSpPr txBox="1">
            <a:spLocks noGrp="1"/>
          </p:cNvSpPr>
          <p:nvPr>
            <p:ph type="subTitle" idx="6"/>
          </p:nvPr>
        </p:nvSpPr>
        <p:spPr>
          <a:xfrm>
            <a:off x="104428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0" name="Google Shape;220;p18"/>
          <p:cNvSpPr txBox="1">
            <a:spLocks noGrp="1"/>
          </p:cNvSpPr>
          <p:nvPr>
            <p:ph type="subTitle" idx="7"/>
          </p:nvPr>
        </p:nvSpPr>
        <p:spPr>
          <a:xfrm>
            <a:off x="104428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1" name="Google Shape;221;p18"/>
          <p:cNvSpPr txBox="1">
            <a:spLocks noGrp="1"/>
          </p:cNvSpPr>
          <p:nvPr>
            <p:ph type="subTitle" idx="8"/>
          </p:nvPr>
        </p:nvSpPr>
        <p:spPr>
          <a:xfrm>
            <a:off x="104428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2" name="Google Shape;222;p18"/>
          <p:cNvSpPr txBox="1">
            <a:spLocks noGrp="1"/>
          </p:cNvSpPr>
          <p:nvPr>
            <p:ph type="subTitle" idx="9"/>
          </p:nvPr>
        </p:nvSpPr>
        <p:spPr>
          <a:xfrm>
            <a:off x="104428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3" name="Google Shape;223;p18"/>
          <p:cNvSpPr txBox="1">
            <a:spLocks noGrp="1"/>
          </p:cNvSpPr>
          <p:nvPr>
            <p:ph type="subTitle" idx="13"/>
          </p:nvPr>
        </p:nvSpPr>
        <p:spPr>
          <a:xfrm>
            <a:off x="437776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4" name="Google Shape;224;p18"/>
          <p:cNvSpPr txBox="1">
            <a:spLocks noGrp="1"/>
          </p:cNvSpPr>
          <p:nvPr>
            <p:ph type="subTitle" idx="14"/>
          </p:nvPr>
        </p:nvSpPr>
        <p:spPr>
          <a:xfrm>
            <a:off x="437776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5" name="Google Shape;225;p18"/>
          <p:cNvSpPr txBox="1">
            <a:spLocks noGrp="1"/>
          </p:cNvSpPr>
          <p:nvPr>
            <p:ph type="subTitle" idx="15"/>
          </p:nvPr>
        </p:nvSpPr>
        <p:spPr>
          <a:xfrm>
            <a:off x="437776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6" name="Google Shape;226;p18"/>
          <p:cNvSpPr txBox="1">
            <a:spLocks noGrp="1"/>
          </p:cNvSpPr>
          <p:nvPr>
            <p:ph type="subTitle" idx="16"/>
          </p:nvPr>
        </p:nvSpPr>
        <p:spPr>
          <a:xfrm>
            <a:off x="437776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7" name="Google Shape;227;p18"/>
          <p:cNvSpPr txBox="1">
            <a:spLocks noGrp="1"/>
          </p:cNvSpPr>
          <p:nvPr>
            <p:ph type="subTitle" idx="17"/>
          </p:nvPr>
        </p:nvSpPr>
        <p:spPr>
          <a:xfrm>
            <a:off x="437776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8" name="Google Shape;228;p18"/>
          <p:cNvSpPr txBox="1">
            <a:spLocks noGrp="1"/>
          </p:cNvSpPr>
          <p:nvPr>
            <p:ph type="subTitle" idx="18"/>
          </p:nvPr>
        </p:nvSpPr>
        <p:spPr>
          <a:xfrm>
            <a:off x="771120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9" name="Google Shape;229;p18"/>
          <p:cNvSpPr txBox="1">
            <a:spLocks noGrp="1"/>
          </p:cNvSpPr>
          <p:nvPr>
            <p:ph type="subTitle" idx="19"/>
          </p:nvPr>
        </p:nvSpPr>
        <p:spPr>
          <a:xfrm>
            <a:off x="771120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0" name="Google Shape;230;p18"/>
          <p:cNvSpPr txBox="1">
            <a:spLocks noGrp="1"/>
          </p:cNvSpPr>
          <p:nvPr>
            <p:ph type="subTitle" idx="20"/>
          </p:nvPr>
        </p:nvSpPr>
        <p:spPr>
          <a:xfrm>
            <a:off x="771120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1" name="Google Shape;231;p18"/>
          <p:cNvSpPr txBox="1">
            <a:spLocks noGrp="1"/>
          </p:cNvSpPr>
          <p:nvPr>
            <p:ph type="subTitle" idx="21"/>
          </p:nvPr>
        </p:nvSpPr>
        <p:spPr>
          <a:xfrm>
            <a:off x="771120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2" name="Google Shape;232;p18"/>
          <p:cNvSpPr txBox="1">
            <a:spLocks noGrp="1"/>
          </p:cNvSpPr>
          <p:nvPr>
            <p:ph type="subTitle" idx="22"/>
          </p:nvPr>
        </p:nvSpPr>
        <p:spPr>
          <a:xfrm>
            <a:off x="771120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3" name="Google Shape;233;p18"/>
          <p:cNvSpPr txBox="1">
            <a:spLocks noGrp="1"/>
          </p:cNvSpPr>
          <p:nvPr>
            <p:ph type="subTitle" idx="23"/>
          </p:nvPr>
        </p:nvSpPr>
        <p:spPr>
          <a:xfrm>
            <a:off x="1103520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4" name="Google Shape;234;p18"/>
          <p:cNvSpPr txBox="1">
            <a:spLocks noGrp="1"/>
          </p:cNvSpPr>
          <p:nvPr>
            <p:ph type="subTitle" idx="24"/>
          </p:nvPr>
        </p:nvSpPr>
        <p:spPr>
          <a:xfrm>
            <a:off x="1103520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5" name="Google Shape;235;p18"/>
          <p:cNvSpPr txBox="1">
            <a:spLocks noGrp="1"/>
          </p:cNvSpPr>
          <p:nvPr>
            <p:ph type="subTitle" idx="25"/>
          </p:nvPr>
        </p:nvSpPr>
        <p:spPr>
          <a:xfrm>
            <a:off x="1103520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6" name="Google Shape;236;p18"/>
          <p:cNvSpPr txBox="1">
            <a:spLocks noGrp="1"/>
          </p:cNvSpPr>
          <p:nvPr>
            <p:ph type="subTitle" idx="26"/>
          </p:nvPr>
        </p:nvSpPr>
        <p:spPr>
          <a:xfrm>
            <a:off x="1103520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7" name="Google Shape;237;p18"/>
          <p:cNvSpPr txBox="1">
            <a:spLocks noGrp="1"/>
          </p:cNvSpPr>
          <p:nvPr>
            <p:ph type="subTitle" idx="27"/>
          </p:nvPr>
        </p:nvSpPr>
        <p:spPr>
          <a:xfrm>
            <a:off x="1103520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33408699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 Spacecraft" type="titleOnly">
  <p:cSld name="Title only - Spacecraft">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0" name="Google Shape;240;p1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41" name="Google Shape;241;p1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242" name="Google Shape;242;p1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7270785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 Black">
  <p:cSld name="Title only - Black">
    <p:bg>
      <p:bgPr>
        <a:solidFill>
          <a:schemeClr val="dk1"/>
        </a:solidFill>
        <a:effectLst/>
      </p:bgPr>
    </p:bg>
    <p:spTree>
      <p:nvGrpSpPr>
        <p:cNvPr id="1" name="Shape 243"/>
        <p:cNvGrpSpPr/>
        <p:nvPr/>
      </p:nvGrpSpPr>
      <p:grpSpPr>
        <a:xfrm>
          <a:off x="0" y="0"/>
          <a:ext cx="0" cy="0"/>
          <a:chOff x="0" y="0"/>
          <a:chExt cx="0" cy="0"/>
        </a:xfrm>
      </p:grpSpPr>
      <p:sp>
        <p:nvSpPr>
          <p:cNvPr id="244" name="Google Shape;244;p2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5" name="Google Shape;245;p2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46" name="Google Shape;246;p20"/>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47" name="Google Shape;247;p2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729524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 Spacecraft">
  <p:cSld name="Blank - Spacecraft">
    <p:spTree>
      <p:nvGrpSpPr>
        <p:cNvPr id="1" name="Shape 248"/>
        <p:cNvGrpSpPr/>
        <p:nvPr/>
      </p:nvGrpSpPr>
      <p:grpSpPr>
        <a:xfrm>
          <a:off x="0" y="0"/>
          <a:ext cx="0" cy="0"/>
          <a:chOff x="0" y="0"/>
          <a:chExt cx="0" cy="0"/>
        </a:xfrm>
      </p:grpSpPr>
      <p:sp>
        <p:nvSpPr>
          <p:cNvPr id="249" name="Google Shape;249;p2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50" name="Google Shape;250;p21"/>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251" name="Google Shape;251;p2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3185911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dk2"/>
        </a:solidFill>
        <a:effectLst/>
      </p:bgPr>
    </p:bg>
    <p:spTree>
      <p:nvGrpSpPr>
        <p:cNvPr id="1" name="Shape 260"/>
        <p:cNvGrpSpPr/>
        <p:nvPr/>
      </p:nvGrpSpPr>
      <p:grpSpPr>
        <a:xfrm>
          <a:off x="0" y="0"/>
          <a:ext cx="0" cy="0"/>
          <a:chOff x="0" y="0"/>
          <a:chExt cx="0" cy="0"/>
        </a:xfrm>
      </p:grpSpPr>
      <p:sp>
        <p:nvSpPr>
          <p:cNvPr id="261" name="Google Shape;261;p24"/>
          <p:cNvSpPr/>
          <p:nvPr/>
        </p:nvSpPr>
        <p:spPr>
          <a:xfrm>
            <a:off x="4876800" y="186840"/>
            <a:ext cx="8778240" cy="8103360"/>
          </a:xfrm>
          <a:prstGeom prst="round2SameRect">
            <a:avLst>
              <a:gd name="adj1" fmla="val 5745"/>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2" name="Google Shape;262;p2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63" name="Google Shape;263;p24"/>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64" name="Google Shape;264;p24"/>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265" name="Google Shape;265;p24"/>
          <p:cNvSpPr/>
          <p:nvPr/>
        </p:nvSpPr>
        <p:spPr>
          <a:xfrm>
            <a:off x="474760" y="186840"/>
            <a:ext cx="4024320" cy="2373600"/>
          </a:xfrm>
          <a:prstGeom prst="roundRect">
            <a:avLst>
              <a:gd name="adj" fmla="val 15741"/>
            </a:avLst>
          </a:prstGeom>
          <a:solidFill>
            <a:schemeClr val="accen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6" name="Google Shape;266;p24"/>
          <p:cNvSpPr txBox="1"/>
          <p:nvPr/>
        </p:nvSpPr>
        <p:spPr>
          <a:xfrm>
            <a:off x="489160" y="186840"/>
            <a:ext cx="3995520" cy="2373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5440" b="1">
              <a:solidFill>
                <a:schemeClr val="lt2"/>
              </a:solidFill>
              <a:latin typeface="IBM Plex Sans"/>
              <a:ea typeface="IBM Plex Sans"/>
              <a:cs typeface="IBM Plex Sans"/>
              <a:sym typeface="IBM Plex Sans"/>
            </a:endParaRPr>
          </a:p>
        </p:txBody>
      </p:sp>
      <p:sp>
        <p:nvSpPr>
          <p:cNvPr id="267" name="Google Shape;267;p24"/>
          <p:cNvSpPr txBox="1">
            <a:spLocks noGrp="1"/>
          </p:cNvSpPr>
          <p:nvPr>
            <p:ph type="body" idx="2"/>
          </p:nvPr>
        </p:nvSpPr>
        <p:spPr>
          <a:xfrm>
            <a:off x="5254520" y="670560"/>
            <a:ext cx="8025600" cy="67886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grpSp>
        <p:nvGrpSpPr>
          <p:cNvPr id="268" name="Google Shape;268;p24"/>
          <p:cNvGrpSpPr/>
          <p:nvPr/>
        </p:nvGrpSpPr>
        <p:grpSpPr>
          <a:xfrm>
            <a:off x="487698" y="4311661"/>
            <a:ext cx="1646936" cy="1640349"/>
            <a:chOff x="3000325" y="3156400"/>
            <a:chExt cx="881054" cy="877530"/>
          </a:xfrm>
        </p:grpSpPr>
        <p:sp>
          <p:nvSpPr>
            <p:cNvPr id="269" name="Google Shape;269;p24"/>
            <p:cNvSpPr/>
            <p:nvPr/>
          </p:nvSpPr>
          <p:spPr>
            <a:xfrm>
              <a:off x="3791679"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0" name="Google Shape;270;p24"/>
            <p:cNvSpPr/>
            <p:nvPr/>
          </p:nvSpPr>
          <p:spPr>
            <a:xfrm>
              <a:off x="3791679"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1" name="Google Shape;271;p24"/>
            <p:cNvSpPr/>
            <p:nvPr/>
          </p:nvSpPr>
          <p:spPr>
            <a:xfrm>
              <a:off x="3791679"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2" name="Google Shape;272;p24"/>
            <p:cNvSpPr/>
            <p:nvPr/>
          </p:nvSpPr>
          <p:spPr>
            <a:xfrm>
              <a:off x="3791679"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3" name="Google Shape;273;p24"/>
            <p:cNvSpPr/>
            <p:nvPr/>
          </p:nvSpPr>
          <p:spPr>
            <a:xfrm>
              <a:off x="3791679"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4" name="Google Shape;274;p24"/>
            <p:cNvSpPr/>
            <p:nvPr/>
          </p:nvSpPr>
          <p:spPr>
            <a:xfrm>
              <a:off x="3000325"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5" name="Google Shape;275;p24"/>
            <p:cNvSpPr/>
            <p:nvPr/>
          </p:nvSpPr>
          <p:spPr>
            <a:xfrm>
              <a:off x="3000325"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6" name="Google Shape;276;p24"/>
            <p:cNvSpPr/>
            <p:nvPr/>
          </p:nvSpPr>
          <p:spPr>
            <a:xfrm>
              <a:off x="3000325"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7" name="Google Shape;277;p24"/>
            <p:cNvSpPr/>
            <p:nvPr/>
          </p:nvSpPr>
          <p:spPr>
            <a:xfrm>
              <a:off x="3000325"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8" name="Google Shape;278;p24"/>
            <p:cNvSpPr/>
            <p:nvPr/>
          </p:nvSpPr>
          <p:spPr>
            <a:xfrm>
              <a:off x="3000325"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9" name="Google Shape;279;p24"/>
            <p:cNvSpPr/>
            <p:nvPr/>
          </p:nvSpPr>
          <p:spPr>
            <a:xfrm>
              <a:off x="3198163"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0" name="Google Shape;280;p24"/>
            <p:cNvSpPr/>
            <p:nvPr/>
          </p:nvSpPr>
          <p:spPr>
            <a:xfrm>
              <a:off x="3198163"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1" name="Google Shape;281;p24"/>
            <p:cNvSpPr/>
            <p:nvPr/>
          </p:nvSpPr>
          <p:spPr>
            <a:xfrm>
              <a:off x="3198163"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2" name="Google Shape;282;p24"/>
            <p:cNvSpPr/>
            <p:nvPr/>
          </p:nvSpPr>
          <p:spPr>
            <a:xfrm>
              <a:off x="3198163"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3" name="Google Shape;283;p24"/>
            <p:cNvSpPr/>
            <p:nvPr/>
          </p:nvSpPr>
          <p:spPr>
            <a:xfrm>
              <a:off x="3198163"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4" name="Google Shape;284;p24"/>
            <p:cNvSpPr/>
            <p:nvPr/>
          </p:nvSpPr>
          <p:spPr>
            <a:xfrm>
              <a:off x="3396002"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5" name="Google Shape;285;p24"/>
            <p:cNvSpPr/>
            <p:nvPr/>
          </p:nvSpPr>
          <p:spPr>
            <a:xfrm>
              <a:off x="3396002"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6" name="Google Shape;286;p24"/>
            <p:cNvSpPr/>
            <p:nvPr/>
          </p:nvSpPr>
          <p:spPr>
            <a:xfrm>
              <a:off x="3396002"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7" name="Google Shape;287;p24"/>
            <p:cNvSpPr/>
            <p:nvPr/>
          </p:nvSpPr>
          <p:spPr>
            <a:xfrm>
              <a:off x="3396002"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8" name="Google Shape;288;p24"/>
            <p:cNvSpPr/>
            <p:nvPr/>
          </p:nvSpPr>
          <p:spPr>
            <a:xfrm>
              <a:off x="3396002"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9" name="Google Shape;289;p24"/>
            <p:cNvSpPr/>
            <p:nvPr/>
          </p:nvSpPr>
          <p:spPr>
            <a:xfrm>
              <a:off x="3593840"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0" name="Google Shape;290;p24"/>
            <p:cNvSpPr/>
            <p:nvPr/>
          </p:nvSpPr>
          <p:spPr>
            <a:xfrm>
              <a:off x="3593840"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1" name="Google Shape;291;p24"/>
            <p:cNvSpPr/>
            <p:nvPr/>
          </p:nvSpPr>
          <p:spPr>
            <a:xfrm>
              <a:off x="3593840"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2" name="Google Shape;292;p24"/>
            <p:cNvSpPr/>
            <p:nvPr/>
          </p:nvSpPr>
          <p:spPr>
            <a:xfrm>
              <a:off x="3593840"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3" name="Google Shape;293;p24"/>
            <p:cNvSpPr/>
            <p:nvPr/>
          </p:nvSpPr>
          <p:spPr>
            <a:xfrm>
              <a:off x="3593840"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294" name="Google Shape;294;p24"/>
          <p:cNvSpPr txBox="1">
            <a:spLocks noGrp="1"/>
          </p:cNvSpPr>
          <p:nvPr>
            <p:ph type="title"/>
          </p:nvPr>
        </p:nvSpPr>
        <p:spPr>
          <a:xfrm>
            <a:off x="487677" y="597437"/>
            <a:ext cx="3995520" cy="144528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3400"/>
              <a:buNone/>
              <a:defRPr>
                <a:solidFill>
                  <a:schemeClr val="l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192024719"/>
      </p:ext>
    </p:extLst>
  </p:cSld>
  <p:clrMapOvr>
    <a:masterClrMapping/>
  </p:clrMapOvr>
  <p:extLst>
    <p:ext uri="{DCECCB84-F9BA-43D5-87BE-67443E8EF086}">
      <p15:sldGuideLst xmlns:p15="http://schemas.microsoft.com/office/powerpoint/2012/main">
        <p15:guide id="1" pos="1867">
          <p15:clr>
            <a:srgbClr val="FA7B17"/>
          </p15:clr>
        </p15:guide>
        <p15:guide id="2" pos="2016">
          <p15:clr>
            <a:srgbClr val="FA7B17"/>
          </p15:clr>
        </p15:guide>
        <p15:guide id="3" pos="2165">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OC - 3 Items">
  <p:cSld name="TOC - 3 Items">
    <p:bg>
      <p:bgPr>
        <a:solidFill>
          <a:schemeClr val="dk1"/>
        </a:solidFill>
        <a:effectLst/>
      </p:bgPr>
    </p:bg>
    <p:spTree>
      <p:nvGrpSpPr>
        <p:cNvPr id="1" name="Shape 295"/>
        <p:cNvGrpSpPr/>
        <p:nvPr/>
      </p:nvGrpSpPr>
      <p:grpSpPr>
        <a:xfrm>
          <a:off x="0" y="0"/>
          <a:ext cx="0" cy="0"/>
          <a:chOff x="0" y="0"/>
          <a:chExt cx="0" cy="0"/>
        </a:xfrm>
      </p:grpSpPr>
      <p:sp>
        <p:nvSpPr>
          <p:cNvPr id="296" name="Google Shape;296;p2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97" name="Google Shape;297;p25"/>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98" name="Google Shape;298;p25"/>
          <p:cNvSpPr/>
          <p:nvPr/>
        </p:nvSpPr>
        <p:spPr>
          <a:xfrm>
            <a:off x="0" y="-14400"/>
            <a:ext cx="5120640" cy="8244000"/>
          </a:xfrm>
          <a:prstGeom prst="rect">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99" name="Google Shape;299;p25"/>
          <p:cNvSpPr txBox="1">
            <a:spLocks noGrp="1"/>
          </p:cNvSpPr>
          <p:nvPr>
            <p:ph type="title"/>
          </p:nvPr>
        </p:nvSpPr>
        <p:spPr>
          <a:xfrm>
            <a:off x="731520" y="2805160"/>
            <a:ext cx="3637440" cy="259056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0" name="Google Shape;300;p25"/>
          <p:cNvSpPr/>
          <p:nvPr/>
        </p:nvSpPr>
        <p:spPr>
          <a:xfrm>
            <a:off x="4632803" y="3639882"/>
            <a:ext cx="1003200" cy="10032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1" name="Google Shape;301;p25"/>
          <p:cNvSpPr/>
          <p:nvPr/>
        </p:nvSpPr>
        <p:spPr>
          <a:xfrm rot="-2700000">
            <a:off x="4759042" y="5970845"/>
            <a:ext cx="724304" cy="719552"/>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2" name="Google Shape;302;p25"/>
          <p:cNvSpPr/>
          <p:nvPr/>
        </p:nvSpPr>
        <p:spPr>
          <a:xfrm>
            <a:off x="4632802" y="1388482"/>
            <a:ext cx="1003200" cy="10032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3" name="Google Shape;303;p25"/>
          <p:cNvSpPr txBox="1">
            <a:spLocks noGrp="1"/>
          </p:cNvSpPr>
          <p:nvPr>
            <p:ph type="subTitle" idx="1"/>
          </p:nvPr>
        </p:nvSpPr>
        <p:spPr>
          <a:xfrm>
            <a:off x="5987520" y="605198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04" name="Google Shape;304;p25"/>
          <p:cNvSpPr txBox="1">
            <a:spLocks noGrp="1"/>
          </p:cNvSpPr>
          <p:nvPr>
            <p:ph type="subTitle" idx="2"/>
          </p:nvPr>
        </p:nvSpPr>
        <p:spPr>
          <a:xfrm>
            <a:off x="5987520" y="386282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05" name="Google Shape;305;p25"/>
          <p:cNvSpPr txBox="1">
            <a:spLocks noGrp="1"/>
          </p:cNvSpPr>
          <p:nvPr>
            <p:ph type="subTitle" idx="3"/>
          </p:nvPr>
        </p:nvSpPr>
        <p:spPr>
          <a:xfrm>
            <a:off x="5987520" y="161142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037739980"/>
      </p:ext>
    </p:extLst>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OC - 4 Items">
  <p:cSld name="TOC - 4 Items">
    <p:bg>
      <p:bgPr>
        <a:solidFill>
          <a:schemeClr val="dk1"/>
        </a:solidFill>
        <a:effectLst/>
      </p:bgPr>
    </p:bg>
    <p:spTree>
      <p:nvGrpSpPr>
        <p:cNvPr id="1" name="Shape 306"/>
        <p:cNvGrpSpPr/>
        <p:nvPr/>
      </p:nvGrpSpPr>
      <p:grpSpPr>
        <a:xfrm>
          <a:off x="0" y="0"/>
          <a:ext cx="0" cy="0"/>
          <a:chOff x="0" y="0"/>
          <a:chExt cx="0" cy="0"/>
        </a:xfrm>
      </p:grpSpPr>
      <p:sp>
        <p:nvSpPr>
          <p:cNvPr id="307" name="Google Shape;307;p2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08" name="Google Shape;308;p26"/>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09" name="Google Shape;309;p26"/>
          <p:cNvSpPr/>
          <p:nvPr/>
        </p:nvSpPr>
        <p:spPr>
          <a:xfrm>
            <a:off x="14360" y="-14360"/>
            <a:ext cx="5106240" cy="824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10" name="Google Shape;310;p26"/>
          <p:cNvSpPr txBox="1">
            <a:spLocks noGrp="1"/>
          </p:cNvSpPr>
          <p:nvPr>
            <p:ph type="title"/>
          </p:nvPr>
        </p:nvSpPr>
        <p:spPr>
          <a:xfrm>
            <a:off x="731520" y="2805160"/>
            <a:ext cx="3637440" cy="259056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1" name="Google Shape;311;p26"/>
          <p:cNvSpPr/>
          <p:nvPr/>
        </p:nvSpPr>
        <p:spPr>
          <a:xfrm>
            <a:off x="4632803" y="2793581"/>
            <a:ext cx="1003200" cy="10032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2" name="Google Shape;312;p26"/>
          <p:cNvSpPr/>
          <p:nvPr/>
        </p:nvSpPr>
        <p:spPr>
          <a:xfrm>
            <a:off x="4632802" y="6196541"/>
            <a:ext cx="1003200" cy="10032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3" name="Google Shape;313;p26"/>
          <p:cNvSpPr/>
          <p:nvPr/>
        </p:nvSpPr>
        <p:spPr>
          <a:xfrm rot="-2700000">
            <a:off x="4759042" y="4636864"/>
            <a:ext cx="724304" cy="719552"/>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4" name="Google Shape;314;p26"/>
          <p:cNvSpPr/>
          <p:nvPr/>
        </p:nvSpPr>
        <p:spPr>
          <a:xfrm>
            <a:off x="4632802" y="1029861"/>
            <a:ext cx="1003200" cy="10032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5" name="Google Shape;315;p26"/>
          <p:cNvSpPr txBox="1">
            <a:spLocks noGrp="1"/>
          </p:cNvSpPr>
          <p:nvPr>
            <p:ph type="subTitle" idx="1"/>
          </p:nvPr>
        </p:nvSpPr>
        <p:spPr>
          <a:xfrm>
            <a:off x="5987520" y="1252821"/>
            <a:ext cx="7911360" cy="557280"/>
          </a:xfrm>
          <a:prstGeom prst="rect">
            <a:avLst/>
          </a:prstGeom>
        </p:spPr>
        <p:txBody>
          <a:bodyPr spcFirstLastPara="1" wrap="square" lIns="0" tIns="0" rIns="0" bIns="0" anchor="ctr" anchorCtr="0">
            <a:normAutofit/>
          </a:bodyPr>
          <a:lstStyle>
            <a:lvl1pPr lv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6" name="Google Shape;316;p26"/>
          <p:cNvSpPr txBox="1">
            <a:spLocks noGrp="1"/>
          </p:cNvSpPr>
          <p:nvPr>
            <p:ph type="subTitle" idx="2"/>
          </p:nvPr>
        </p:nvSpPr>
        <p:spPr>
          <a:xfrm>
            <a:off x="5987520" y="301654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7" name="Google Shape;317;p26"/>
          <p:cNvSpPr txBox="1">
            <a:spLocks noGrp="1"/>
          </p:cNvSpPr>
          <p:nvPr>
            <p:ph type="subTitle" idx="3"/>
          </p:nvPr>
        </p:nvSpPr>
        <p:spPr>
          <a:xfrm>
            <a:off x="5987520" y="471798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8" name="Google Shape;318;p26"/>
          <p:cNvSpPr txBox="1">
            <a:spLocks noGrp="1"/>
          </p:cNvSpPr>
          <p:nvPr>
            <p:ph type="subTitle" idx="4"/>
          </p:nvPr>
        </p:nvSpPr>
        <p:spPr>
          <a:xfrm>
            <a:off x="5987520" y="641950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2194336714"/>
      </p:ext>
    </p:extLst>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 Topics">
  <p:cSld name="5 Topics">
    <p:bg>
      <p:bgPr>
        <a:solidFill>
          <a:schemeClr val="dk1"/>
        </a:solidFill>
        <a:effectLst/>
      </p:bgPr>
    </p:bg>
    <p:spTree>
      <p:nvGrpSpPr>
        <p:cNvPr id="1" name="Shape 319"/>
        <p:cNvGrpSpPr/>
        <p:nvPr/>
      </p:nvGrpSpPr>
      <p:grpSpPr>
        <a:xfrm>
          <a:off x="0" y="0"/>
          <a:ext cx="0" cy="0"/>
          <a:chOff x="0" y="0"/>
          <a:chExt cx="0" cy="0"/>
        </a:xfrm>
      </p:grpSpPr>
      <p:sp>
        <p:nvSpPr>
          <p:cNvPr id="320" name="Google Shape;320;p2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1" name="Google Shape;321;p2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22" name="Google Shape;322;p2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23" name="Google Shape;323;p2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324" name="Google Shape;324;p27"/>
          <p:cNvSpPr>
            <a:spLocks noGrp="1"/>
          </p:cNvSpPr>
          <p:nvPr>
            <p:ph type="pic" idx="2"/>
          </p:nvPr>
        </p:nvSpPr>
        <p:spPr>
          <a:xfrm>
            <a:off x="1294960" y="1870560"/>
            <a:ext cx="1437120" cy="1193760"/>
          </a:xfrm>
          <a:prstGeom prst="rect">
            <a:avLst/>
          </a:prstGeom>
          <a:noFill/>
          <a:ln>
            <a:noFill/>
          </a:ln>
        </p:spPr>
      </p:sp>
      <p:sp>
        <p:nvSpPr>
          <p:cNvPr id="325" name="Google Shape;325;p27"/>
          <p:cNvSpPr>
            <a:spLocks noGrp="1"/>
          </p:cNvSpPr>
          <p:nvPr>
            <p:ph type="pic" idx="3"/>
          </p:nvPr>
        </p:nvSpPr>
        <p:spPr>
          <a:xfrm>
            <a:off x="6596640" y="1870560"/>
            <a:ext cx="1437120" cy="1193760"/>
          </a:xfrm>
          <a:prstGeom prst="rect">
            <a:avLst/>
          </a:prstGeom>
          <a:noFill/>
          <a:ln>
            <a:noFill/>
          </a:ln>
        </p:spPr>
      </p:sp>
      <p:sp>
        <p:nvSpPr>
          <p:cNvPr id="326" name="Google Shape;326;p27"/>
          <p:cNvSpPr>
            <a:spLocks noGrp="1"/>
          </p:cNvSpPr>
          <p:nvPr>
            <p:ph type="pic" idx="4"/>
          </p:nvPr>
        </p:nvSpPr>
        <p:spPr>
          <a:xfrm>
            <a:off x="11926520" y="1870560"/>
            <a:ext cx="1437120" cy="1193760"/>
          </a:xfrm>
          <a:prstGeom prst="rect">
            <a:avLst/>
          </a:prstGeom>
          <a:noFill/>
          <a:ln>
            <a:noFill/>
          </a:ln>
        </p:spPr>
      </p:sp>
      <p:sp>
        <p:nvSpPr>
          <p:cNvPr id="327" name="Google Shape;327;p27"/>
          <p:cNvSpPr>
            <a:spLocks noGrp="1"/>
          </p:cNvSpPr>
          <p:nvPr>
            <p:ph type="pic" idx="5"/>
          </p:nvPr>
        </p:nvSpPr>
        <p:spPr>
          <a:xfrm>
            <a:off x="3931701" y="4726621"/>
            <a:ext cx="1437120" cy="1193760"/>
          </a:xfrm>
          <a:prstGeom prst="rect">
            <a:avLst/>
          </a:prstGeom>
          <a:noFill/>
          <a:ln>
            <a:noFill/>
          </a:ln>
        </p:spPr>
      </p:sp>
      <p:sp>
        <p:nvSpPr>
          <p:cNvPr id="328" name="Google Shape;328;p27"/>
          <p:cNvSpPr>
            <a:spLocks noGrp="1"/>
          </p:cNvSpPr>
          <p:nvPr>
            <p:ph type="pic" idx="6"/>
          </p:nvPr>
        </p:nvSpPr>
        <p:spPr>
          <a:xfrm>
            <a:off x="9261581" y="4726621"/>
            <a:ext cx="1437120" cy="1193760"/>
          </a:xfrm>
          <a:prstGeom prst="rect">
            <a:avLst/>
          </a:prstGeom>
          <a:noFill/>
          <a:ln>
            <a:noFill/>
          </a:ln>
        </p:spPr>
      </p:sp>
      <p:cxnSp>
        <p:nvCxnSpPr>
          <p:cNvPr id="329" name="Google Shape;329;p27"/>
          <p:cNvCxnSpPr/>
          <p:nvPr/>
        </p:nvCxnSpPr>
        <p:spPr>
          <a:xfrm rot="10800000">
            <a:off x="7329331" y="4726640"/>
            <a:ext cx="0" cy="2544960"/>
          </a:xfrm>
          <a:prstGeom prst="straightConnector1">
            <a:avLst/>
          </a:prstGeom>
          <a:noFill/>
          <a:ln w="19050" cap="flat" cmpd="sng">
            <a:solidFill>
              <a:schemeClr val="lt1"/>
            </a:solidFill>
            <a:prstDash val="dash"/>
            <a:round/>
            <a:headEnd type="none" w="med" len="med"/>
            <a:tailEnd type="none" w="med" len="med"/>
          </a:ln>
        </p:spPr>
      </p:cxnSp>
      <p:cxnSp>
        <p:nvCxnSpPr>
          <p:cNvPr id="330" name="Google Shape;330;p27"/>
          <p:cNvCxnSpPr/>
          <p:nvPr/>
        </p:nvCxnSpPr>
        <p:spPr>
          <a:xfrm rot="10800000">
            <a:off x="4650291" y="1783000"/>
            <a:ext cx="0" cy="2544960"/>
          </a:xfrm>
          <a:prstGeom prst="straightConnector1">
            <a:avLst/>
          </a:prstGeom>
          <a:noFill/>
          <a:ln w="19050" cap="flat" cmpd="sng">
            <a:solidFill>
              <a:schemeClr val="lt1"/>
            </a:solidFill>
            <a:prstDash val="dash"/>
            <a:round/>
            <a:headEnd type="none" w="med" len="med"/>
            <a:tailEnd type="none" w="med" len="med"/>
          </a:ln>
        </p:spPr>
      </p:cxnSp>
      <p:cxnSp>
        <p:nvCxnSpPr>
          <p:cNvPr id="331" name="Google Shape;331;p27"/>
          <p:cNvCxnSpPr/>
          <p:nvPr/>
        </p:nvCxnSpPr>
        <p:spPr>
          <a:xfrm rot="10800000">
            <a:off x="9980171" y="1783000"/>
            <a:ext cx="0" cy="2544960"/>
          </a:xfrm>
          <a:prstGeom prst="straightConnector1">
            <a:avLst/>
          </a:prstGeom>
          <a:noFill/>
          <a:ln w="19050" cap="flat" cmpd="sng">
            <a:solidFill>
              <a:schemeClr val="lt1"/>
            </a:solidFill>
            <a:prstDash val="dash"/>
            <a:round/>
            <a:headEnd type="none" w="med" len="med"/>
            <a:tailEnd type="none" w="med" len="med"/>
          </a:ln>
        </p:spPr>
      </p:cxnSp>
      <p:sp>
        <p:nvSpPr>
          <p:cNvPr id="332" name="Google Shape;332;p27"/>
          <p:cNvSpPr txBox="1">
            <a:spLocks noGrp="1"/>
          </p:cNvSpPr>
          <p:nvPr>
            <p:ph type="subTitle" idx="7"/>
          </p:nvPr>
        </p:nvSpPr>
        <p:spPr>
          <a:xfrm>
            <a:off x="74732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3" name="Google Shape;333;p27"/>
          <p:cNvSpPr txBox="1">
            <a:spLocks noGrp="1"/>
          </p:cNvSpPr>
          <p:nvPr>
            <p:ph type="body" idx="8"/>
          </p:nvPr>
        </p:nvSpPr>
        <p:spPr>
          <a:xfrm>
            <a:off x="759080"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4" name="Google Shape;334;p27"/>
          <p:cNvSpPr txBox="1">
            <a:spLocks noGrp="1"/>
          </p:cNvSpPr>
          <p:nvPr>
            <p:ph type="subTitle" idx="9"/>
          </p:nvPr>
        </p:nvSpPr>
        <p:spPr>
          <a:xfrm>
            <a:off x="606320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FC600"/>
              </a:buClr>
              <a:buSzPts val="1600"/>
              <a:buFont typeface="IBM Plex Sans Medium"/>
              <a:buNone/>
              <a:defRPr sz="2560">
                <a:solidFill>
                  <a:srgbClr val="FFC600"/>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5" name="Google Shape;335;p27"/>
          <p:cNvSpPr txBox="1">
            <a:spLocks noGrp="1"/>
          </p:cNvSpPr>
          <p:nvPr>
            <p:ph type="body" idx="13"/>
          </p:nvPr>
        </p:nvSpPr>
        <p:spPr>
          <a:xfrm>
            <a:off x="6067098"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6" name="Google Shape;336;p27"/>
          <p:cNvSpPr txBox="1">
            <a:spLocks noGrp="1"/>
          </p:cNvSpPr>
          <p:nvPr>
            <p:ph type="subTitle" idx="14"/>
          </p:nvPr>
        </p:nvSpPr>
        <p:spPr>
          <a:xfrm>
            <a:off x="1139180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93822"/>
              </a:buClr>
              <a:buSzPts val="1600"/>
              <a:buFont typeface="IBM Plex Sans Medium"/>
              <a:buNone/>
              <a:defRPr sz="2560">
                <a:solidFill>
                  <a:srgbClr val="F9382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7" name="Google Shape;337;p27"/>
          <p:cNvSpPr txBox="1">
            <a:spLocks noGrp="1"/>
          </p:cNvSpPr>
          <p:nvPr>
            <p:ph type="body" idx="15"/>
          </p:nvPr>
        </p:nvSpPr>
        <p:spPr>
          <a:xfrm>
            <a:off x="11391320"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8" name="Google Shape;338;p27"/>
          <p:cNvSpPr txBox="1">
            <a:spLocks noGrp="1"/>
          </p:cNvSpPr>
          <p:nvPr>
            <p:ph type="subTitle" idx="16"/>
          </p:nvPr>
        </p:nvSpPr>
        <p:spPr>
          <a:xfrm>
            <a:off x="8714040" y="6187957"/>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600"/>
              <a:buFont typeface="IBM Plex Sans Medium"/>
              <a:buNone/>
              <a:defRPr sz="256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None/>
              <a:defRPr sz="2560">
                <a:solidFill>
                  <a:schemeClr val="accent1"/>
                </a:solidFill>
              </a:defRPr>
            </a:lvl2pPr>
            <a:lvl3pPr lvl="2" algn="ctr" rtl="0">
              <a:lnSpc>
                <a:spcPct val="100000"/>
              </a:lnSpc>
              <a:spcBef>
                <a:spcPts val="0"/>
              </a:spcBef>
              <a:spcAft>
                <a:spcPts val="0"/>
              </a:spcAft>
              <a:buSzPts val="1600"/>
              <a:buNone/>
              <a:defRPr sz="2560">
                <a:solidFill>
                  <a:schemeClr val="accent1"/>
                </a:solidFill>
              </a:defRPr>
            </a:lvl3pPr>
            <a:lvl4pPr lvl="3" algn="ctr" rtl="0">
              <a:lnSpc>
                <a:spcPct val="100000"/>
              </a:lnSpc>
              <a:spcBef>
                <a:spcPts val="0"/>
              </a:spcBef>
              <a:spcAft>
                <a:spcPts val="0"/>
              </a:spcAft>
              <a:buSzPts val="1600"/>
              <a:buNone/>
              <a:defRPr sz="2560">
                <a:solidFill>
                  <a:schemeClr val="accent1"/>
                </a:solidFill>
              </a:defRPr>
            </a:lvl4pPr>
            <a:lvl5pPr lvl="4" algn="ctr" rtl="0">
              <a:lnSpc>
                <a:spcPct val="100000"/>
              </a:lnSpc>
              <a:spcBef>
                <a:spcPts val="0"/>
              </a:spcBef>
              <a:spcAft>
                <a:spcPts val="0"/>
              </a:spcAft>
              <a:buClr>
                <a:schemeClr val="accent1"/>
              </a:buClr>
              <a:buSzPts val="1600"/>
              <a:buNone/>
              <a:defRPr sz="2560">
                <a:solidFill>
                  <a:schemeClr val="accent1"/>
                </a:solidFill>
              </a:defRPr>
            </a:lvl5pPr>
            <a:lvl6pPr lvl="5" algn="ctr" rtl="0">
              <a:lnSpc>
                <a:spcPct val="100000"/>
              </a:lnSpc>
              <a:spcBef>
                <a:spcPts val="0"/>
              </a:spcBef>
              <a:spcAft>
                <a:spcPts val="0"/>
              </a:spcAft>
              <a:buClr>
                <a:schemeClr val="accent1"/>
              </a:buClr>
              <a:buSzPts val="1600"/>
              <a:buNone/>
              <a:defRPr sz="2560">
                <a:solidFill>
                  <a:schemeClr val="accent1"/>
                </a:solidFill>
              </a:defRPr>
            </a:lvl6pPr>
            <a:lvl7pPr lvl="6" algn="ctr" rtl="0">
              <a:lnSpc>
                <a:spcPct val="100000"/>
              </a:lnSpc>
              <a:spcBef>
                <a:spcPts val="0"/>
              </a:spcBef>
              <a:spcAft>
                <a:spcPts val="0"/>
              </a:spcAft>
              <a:buClr>
                <a:schemeClr val="accent1"/>
              </a:buClr>
              <a:buSzPts val="1600"/>
              <a:buNone/>
              <a:defRPr sz="2560">
                <a:solidFill>
                  <a:schemeClr val="accent1"/>
                </a:solidFill>
              </a:defRPr>
            </a:lvl7pPr>
            <a:lvl8pPr lvl="7" algn="ctr" rtl="0">
              <a:lnSpc>
                <a:spcPct val="100000"/>
              </a:lnSpc>
              <a:spcBef>
                <a:spcPts val="0"/>
              </a:spcBef>
              <a:spcAft>
                <a:spcPts val="0"/>
              </a:spcAft>
              <a:buClr>
                <a:schemeClr val="accent1"/>
              </a:buClr>
              <a:buSzPts val="1600"/>
              <a:buNone/>
              <a:defRPr sz="2560">
                <a:solidFill>
                  <a:schemeClr val="accent1"/>
                </a:solidFill>
              </a:defRPr>
            </a:lvl8pPr>
            <a:lvl9pPr lvl="8" algn="ctr" rtl="0">
              <a:lnSpc>
                <a:spcPct val="100000"/>
              </a:lnSpc>
              <a:spcBef>
                <a:spcPts val="0"/>
              </a:spcBef>
              <a:spcAft>
                <a:spcPts val="0"/>
              </a:spcAft>
              <a:buClr>
                <a:schemeClr val="accent1"/>
              </a:buClr>
              <a:buSzPts val="1600"/>
              <a:buNone/>
              <a:defRPr sz="2560">
                <a:solidFill>
                  <a:schemeClr val="accent1"/>
                </a:solidFill>
              </a:defRPr>
            </a:lvl9pPr>
          </a:lstStyle>
          <a:p>
            <a:endParaRPr/>
          </a:p>
        </p:txBody>
      </p:sp>
      <p:sp>
        <p:nvSpPr>
          <p:cNvPr id="339" name="Google Shape;339;p27"/>
          <p:cNvSpPr txBox="1">
            <a:spLocks noGrp="1"/>
          </p:cNvSpPr>
          <p:nvPr>
            <p:ph type="body" idx="17"/>
          </p:nvPr>
        </p:nvSpPr>
        <p:spPr>
          <a:xfrm>
            <a:off x="8725800" y="6656688"/>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40" name="Google Shape;340;p27"/>
          <p:cNvSpPr txBox="1">
            <a:spLocks noGrp="1"/>
          </p:cNvSpPr>
          <p:nvPr>
            <p:ph type="subTitle" idx="18"/>
          </p:nvPr>
        </p:nvSpPr>
        <p:spPr>
          <a:xfrm>
            <a:off x="3384160" y="6187957"/>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1600"/>
              <a:buFont typeface="IBM Plex Sans Medium"/>
              <a:buNone/>
              <a:defRPr sz="256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41" name="Google Shape;341;p27"/>
          <p:cNvSpPr txBox="1">
            <a:spLocks noGrp="1"/>
          </p:cNvSpPr>
          <p:nvPr>
            <p:ph type="body" idx="19"/>
          </p:nvPr>
        </p:nvSpPr>
        <p:spPr>
          <a:xfrm>
            <a:off x="3395920" y="6656688"/>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Tree>
    <p:extLst>
      <p:ext uri="{BB962C8B-B14F-4D97-AF65-F5344CB8AC3E}">
        <p14:creationId xmlns:p14="http://schemas.microsoft.com/office/powerpoint/2010/main" val="719051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6 Topics">
  <p:cSld name="6 Topics">
    <p:bg>
      <p:bgPr>
        <a:solidFill>
          <a:schemeClr val="dk1"/>
        </a:solidFill>
        <a:effectLst/>
      </p:bgPr>
    </p:bg>
    <p:spTree>
      <p:nvGrpSpPr>
        <p:cNvPr id="1" name="Shape 342"/>
        <p:cNvGrpSpPr/>
        <p:nvPr/>
      </p:nvGrpSpPr>
      <p:grpSpPr>
        <a:xfrm>
          <a:off x="0" y="0"/>
          <a:ext cx="0" cy="0"/>
          <a:chOff x="0" y="0"/>
          <a:chExt cx="0" cy="0"/>
        </a:xfrm>
      </p:grpSpPr>
      <p:sp>
        <p:nvSpPr>
          <p:cNvPr id="343" name="Google Shape;343;p2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4" name="Google Shape;344;p2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45" name="Google Shape;345;p2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46" name="Google Shape;346;p28"/>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347" name="Google Shape;347;p28"/>
          <p:cNvSpPr>
            <a:spLocks noGrp="1"/>
          </p:cNvSpPr>
          <p:nvPr>
            <p:ph type="pic" idx="2"/>
          </p:nvPr>
        </p:nvSpPr>
        <p:spPr>
          <a:xfrm>
            <a:off x="6882120" y="1830758"/>
            <a:ext cx="877920" cy="729120"/>
          </a:xfrm>
          <a:prstGeom prst="rect">
            <a:avLst/>
          </a:prstGeom>
          <a:noFill/>
          <a:ln>
            <a:noFill/>
          </a:ln>
        </p:spPr>
      </p:sp>
      <p:sp>
        <p:nvSpPr>
          <p:cNvPr id="348" name="Google Shape;348;p28"/>
          <p:cNvSpPr txBox="1">
            <a:spLocks noGrp="1"/>
          </p:cNvSpPr>
          <p:nvPr>
            <p:ph type="subTitle" idx="3"/>
          </p:nvPr>
        </p:nvSpPr>
        <p:spPr>
          <a:xfrm>
            <a:off x="604908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49" name="Google Shape;349;p28"/>
          <p:cNvSpPr txBox="1">
            <a:spLocks noGrp="1"/>
          </p:cNvSpPr>
          <p:nvPr>
            <p:ph type="body" idx="4"/>
          </p:nvPr>
        </p:nvSpPr>
        <p:spPr>
          <a:xfrm>
            <a:off x="606084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0" name="Google Shape;350;p28"/>
          <p:cNvSpPr>
            <a:spLocks noGrp="1"/>
          </p:cNvSpPr>
          <p:nvPr>
            <p:ph type="pic" idx="5"/>
          </p:nvPr>
        </p:nvSpPr>
        <p:spPr>
          <a:xfrm>
            <a:off x="6888000" y="4778238"/>
            <a:ext cx="877920" cy="729120"/>
          </a:xfrm>
          <a:prstGeom prst="rect">
            <a:avLst/>
          </a:prstGeom>
          <a:noFill/>
          <a:ln>
            <a:noFill/>
          </a:ln>
        </p:spPr>
      </p:sp>
      <p:sp>
        <p:nvSpPr>
          <p:cNvPr id="351" name="Google Shape;351;p28"/>
          <p:cNvSpPr txBox="1">
            <a:spLocks noGrp="1"/>
          </p:cNvSpPr>
          <p:nvPr>
            <p:ph type="subTitle" idx="6"/>
          </p:nvPr>
        </p:nvSpPr>
        <p:spPr>
          <a:xfrm>
            <a:off x="605496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2" name="Google Shape;352;p28"/>
          <p:cNvSpPr txBox="1">
            <a:spLocks noGrp="1"/>
          </p:cNvSpPr>
          <p:nvPr>
            <p:ph type="body" idx="7"/>
          </p:nvPr>
        </p:nvSpPr>
        <p:spPr>
          <a:xfrm>
            <a:off x="606672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3" name="Google Shape;353;p28"/>
          <p:cNvSpPr>
            <a:spLocks noGrp="1"/>
          </p:cNvSpPr>
          <p:nvPr>
            <p:ph type="pic" idx="8"/>
          </p:nvPr>
        </p:nvSpPr>
        <p:spPr>
          <a:xfrm>
            <a:off x="3248520" y="1830758"/>
            <a:ext cx="877920" cy="729120"/>
          </a:xfrm>
          <a:prstGeom prst="rect">
            <a:avLst/>
          </a:prstGeom>
          <a:noFill/>
          <a:ln>
            <a:noFill/>
          </a:ln>
        </p:spPr>
      </p:sp>
      <p:sp>
        <p:nvSpPr>
          <p:cNvPr id="354" name="Google Shape;354;p28"/>
          <p:cNvSpPr txBox="1">
            <a:spLocks noGrp="1"/>
          </p:cNvSpPr>
          <p:nvPr>
            <p:ph type="subTitle" idx="9"/>
          </p:nvPr>
        </p:nvSpPr>
        <p:spPr>
          <a:xfrm>
            <a:off x="241548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5" name="Google Shape;355;p28"/>
          <p:cNvSpPr txBox="1">
            <a:spLocks noGrp="1"/>
          </p:cNvSpPr>
          <p:nvPr>
            <p:ph type="body" idx="13"/>
          </p:nvPr>
        </p:nvSpPr>
        <p:spPr>
          <a:xfrm>
            <a:off x="242724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6" name="Google Shape;356;p28"/>
          <p:cNvSpPr>
            <a:spLocks noGrp="1"/>
          </p:cNvSpPr>
          <p:nvPr>
            <p:ph type="pic" idx="14"/>
          </p:nvPr>
        </p:nvSpPr>
        <p:spPr>
          <a:xfrm>
            <a:off x="3254400" y="4778238"/>
            <a:ext cx="877920" cy="729120"/>
          </a:xfrm>
          <a:prstGeom prst="rect">
            <a:avLst/>
          </a:prstGeom>
          <a:noFill/>
          <a:ln>
            <a:noFill/>
          </a:ln>
        </p:spPr>
      </p:sp>
      <p:sp>
        <p:nvSpPr>
          <p:cNvPr id="357" name="Google Shape;357;p28"/>
          <p:cNvSpPr txBox="1">
            <a:spLocks noGrp="1"/>
          </p:cNvSpPr>
          <p:nvPr>
            <p:ph type="subTitle" idx="15"/>
          </p:nvPr>
        </p:nvSpPr>
        <p:spPr>
          <a:xfrm>
            <a:off x="242136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8" name="Google Shape;358;p28"/>
          <p:cNvSpPr txBox="1">
            <a:spLocks noGrp="1"/>
          </p:cNvSpPr>
          <p:nvPr>
            <p:ph type="body" idx="16"/>
          </p:nvPr>
        </p:nvSpPr>
        <p:spPr>
          <a:xfrm>
            <a:off x="243312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9" name="Google Shape;359;p28"/>
          <p:cNvSpPr>
            <a:spLocks noGrp="1"/>
          </p:cNvSpPr>
          <p:nvPr>
            <p:ph type="pic" idx="17"/>
          </p:nvPr>
        </p:nvSpPr>
        <p:spPr>
          <a:xfrm>
            <a:off x="10533360" y="1830758"/>
            <a:ext cx="877920" cy="729120"/>
          </a:xfrm>
          <a:prstGeom prst="rect">
            <a:avLst/>
          </a:prstGeom>
          <a:noFill/>
          <a:ln>
            <a:noFill/>
          </a:ln>
        </p:spPr>
      </p:sp>
      <p:sp>
        <p:nvSpPr>
          <p:cNvPr id="360" name="Google Shape;360;p28"/>
          <p:cNvSpPr txBox="1">
            <a:spLocks noGrp="1"/>
          </p:cNvSpPr>
          <p:nvPr>
            <p:ph type="subTitle" idx="18"/>
          </p:nvPr>
        </p:nvSpPr>
        <p:spPr>
          <a:xfrm>
            <a:off x="970032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61" name="Google Shape;361;p28"/>
          <p:cNvSpPr txBox="1">
            <a:spLocks noGrp="1"/>
          </p:cNvSpPr>
          <p:nvPr>
            <p:ph type="body" idx="19"/>
          </p:nvPr>
        </p:nvSpPr>
        <p:spPr>
          <a:xfrm>
            <a:off x="971208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62" name="Google Shape;362;p28"/>
          <p:cNvSpPr>
            <a:spLocks noGrp="1"/>
          </p:cNvSpPr>
          <p:nvPr>
            <p:ph type="pic" idx="20"/>
          </p:nvPr>
        </p:nvSpPr>
        <p:spPr>
          <a:xfrm>
            <a:off x="10539240" y="4778238"/>
            <a:ext cx="877920" cy="729120"/>
          </a:xfrm>
          <a:prstGeom prst="rect">
            <a:avLst/>
          </a:prstGeom>
          <a:noFill/>
          <a:ln>
            <a:noFill/>
          </a:ln>
        </p:spPr>
      </p:sp>
      <p:sp>
        <p:nvSpPr>
          <p:cNvPr id="363" name="Google Shape;363;p28"/>
          <p:cNvSpPr txBox="1">
            <a:spLocks noGrp="1"/>
          </p:cNvSpPr>
          <p:nvPr>
            <p:ph type="subTitle" idx="21"/>
          </p:nvPr>
        </p:nvSpPr>
        <p:spPr>
          <a:xfrm>
            <a:off x="970620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64" name="Google Shape;364;p28"/>
          <p:cNvSpPr txBox="1">
            <a:spLocks noGrp="1"/>
          </p:cNvSpPr>
          <p:nvPr>
            <p:ph type="body" idx="22"/>
          </p:nvPr>
        </p:nvSpPr>
        <p:spPr>
          <a:xfrm>
            <a:off x="971796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Tree>
    <p:extLst>
      <p:ext uri="{BB962C8B-B14F-4D97-AF65-F5344CB8AC3E}">
        <p14:creationId xmlns:p14="http://schemas.microsoft.com/office/powerpoint/2010/main" val="17001298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3 Topics - 1">
  <p:cSld name="3 Topics - 1">
    <p:spTree>
      <p:nvGrpSpPr>
        <p:cNvPr id="1" name="Shape 365"/>
        <p:cNvGrpSpPr/>
        <p:nvPr/>
      </p:nvGrpSpPr>
      <p:grpSpPr>
        <a:xfrm>
          <a:off x="0" y="0"/>
          <a:ext cx="0" cy="0"/>
          <a:chOff x="0" y="0"/>
          <a:chExt cx="0" cy="0"/>
        </a:xfrm>
      </p:grpSpPr>
      <p:sp>
        <p:nvSpPr>
          <p:cNvPr id="366" name="Google Shape;366;p29"/>
          <p:cNvSpPr txBox="1">
            <a:spLocks noGrp="1"/>
          </p:cNvSpPr>
          <p:nvPr>
            <p:ph type="title"/>
          </p:nvPr>
        </p:nvSpPr>
        <p:spPr>
          <a:xfrm>
            <a:off x="731520" y="19176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7" name="Google Shape;367;p2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368" name="Google Shape;368;p2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369" name="Google Shape;369;p2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0" name="Google Shape;370;p29"/>
          <p:cNvSpPr/>
          <p:nvPr/>
        </p:nvSpPr>
        <p:spPr>
          <a:xfrm>
            <a:off x="747310" y="558672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1" name="Google Shape;371;p29"/>
          <p:cNvSpPr/>
          <p:nvPr/>
        </p:nvSpPr>
        <p:spPr>
          <a:xfrm>
            <a:off x="747310" y="369048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2" name="Google Shape;372;p29"/>
          <p:cNvSpPr/>
          <p:nvPr/>
        </p:nvSpPr>
        <p:spPr>
          <a:xfrm>
            <a:off x="747310" y="184396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3" name="Google Shape;373;p29"/>
          <p:cNvSpPr txBox="1"/>
          <p:nvPr/>
        </p:nvSpPr>
        <p:spPr>
          <a:xfrm>
            <a:off x="1030941" y="1927383"/>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1</a:t>
            </a:r>
            <a:endParaRPr sz="5280">
              <a:solidFill>
                <a:srgbClr val="FFFFFF"/>
              </a:solidFill>
              <a:latin typeface="IBM Plex Mono SemiBold"/>
              <a:ea typeface="IBM Plex Mono SemiBold"/>
              <a:cs typeface="IBM Plex Mono SemiBold"/>
              <a:sym typeface="IBM Plex Mono SemiBold"/>
            </a:endParaRPr>
          </a:p>
        </p:txBody>
      </p:sp>
      <p:sp>
        <p:nvSpPr>
          <p:cNvPr id="374" name="Google Shape;374;p29"/>
          <p:cNvSpPr txBox="1"/>
          <p:nvPr/>
        </p:nvSpPr>
        <p:spPr>
          <a:xfrm>
            <a:off x="1045936" y="3790028"/>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2</a:t>
            </a:r>
            <a:endParaRPr sz="5280">
              <a:solidFill>
                <a:srgbClr val="FFFFFF"/>
              </a:solidFill>
              <a:latin typeface="IBM Plex Mono SemiBold"/>
              <a:ea typeface="IBM Plex Mono SemiBold"/>
              <a:cs typeface="IBM Plex Mono SemiBold"/>
              <a:sym typeface="IBM Plex Mono SemiBold"/>
            </a:endParaRPr>
          </a:p>
        </p:txBody>
      </p:sp>
      <p:sp>
        <p:nvSpPr>
          <p:cNvPr id="375" name="Google Shape;375;p29"/>
          <p:cNvSpPr txBox="1"/>
          <p:nvPr/>
        </p:nvSpPr>
        <p:spPr>
          <a:xfrm>
            <a:off x="1045034" y="5667670"/>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3</a:t>
            </a:r>
            <a:endParaRPr sz="5280">
              <a:solidFill>
                <a:srgbClr val="FFFFFF"/>
              </a:solidFill>
              <a:latin typeface="IBM Plex Mono SemiBold"/>
              <a:ea typeface="IBM Plex Mono SemiBold"/>
              <a:cs typeface="IBM Plex Mono SemiBold"/>
              <a:sym typeface="IBM Plex Mono SemiBold"/>
            </a:endParaRPr>
          </a:p>
        </p:txBody>
      </p:sp>
      <p:grpSp>
        <p:nvGrpSpPr>
          <p:cNvPr id="376" name="Google Shape;376;p29"/>
          <p:cNvGrpSpPr/>
          <p:nvPr/>
        </p:nvGrpSpPr>
        <p:grpSpPr>
          <a:xfrm>
            <a:off x="9944046" y="2664546"/>
            <a:ext cx="3722346" cy="3815792"/>
            <a:chOff x="1982862" y="3613287"/>
            <a:chExt cx="819900" cy="840483"/>
          </a:xfrm>
        </p:grpSpPr>
        <p:sp>
          <p:nvSpPr>
            <p:cNvPr id="377" name="Google Shape;377;p29"/>
            <p:cNvSpPr/>
            <p:nvPr/>
          </p:nvSpPr>
          <p:spPr>
            <a:xfrm>
              <a:off x="1982862" y="3633870"/>
              <a:ext cx="819900" cy="81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78" name="Google Shape;378;p29"/>
            <p:cNvSpPr/>
            <p:nvPr/>
          </p:nvSpPr>
          <p:spPr>
            <a:xfrm>
              <a:off x="2083370" y="3731983"/>
              <a:ext cx="623700" cy="623700"/>
            </a:xfrm>
            <a:prstGeom prst="ellipse">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79" name="Google Shape;379;p29"/>
            <p:cNvSpPr/>
            <p:nvPr/>
          </p:nvSpPr>
          <p:spPr>
            <a:xfrm>
              <a:off x="2166919" y="3815537"/>
              <a:ext cx="456600" cy="456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0" name="Google Shape;380;p29"/>
            <p:cNvSpPr/>
            <p:nvPr/>
          </p:nvSpPr>
          <p:spPr>
            <a:xfrm>
              <a:off x="2080960" y="3732000"/>
              <a:ext cx="623700" cy="623700"/>
            </a:xfrm>
            <a:prstGeom prst="ellipse">
              <a:avLst/>
            </a:prstGeom>
            <a:no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1" name="Google Shape;381;p29"/>
            <p:cNvSpPr/>
            <p:nvPr/>
          </p:nvSpPr>
          <p:spPr>
            <a:xfrm>
              <a:off x="2232411" y="3883453"/>
              <a:ext cx="320700" cy="320700"/>
            </a:xfrm>
            <a:prstGeom prst="ellipse">
              <a:avLst/>
            </a:prstGeom>
            <a:solidFill>
              <a:srgbClr val="FFC600"/>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382" name="Google Shape;382;p29"/>
            <p:cNvSpPr/>
            <p:nvPr/>
          </p:nvSpPr>
          <p:spPr>
            <a:xfrm>
              <a:off x="2322915" y="3971532"/>
              <a:ext cx="144600" cy="144600"/>
            </a:xfrm>
            <a:prstGeom prst="ellipse">
              <a:avLst/>
            </a:prstGeom>
            <a:solidFill>
              <a:srgbClr val="F93822"/>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383" name="Google Shape;383;p29"/>
            <p:cNvSpPr/>
            <p:nvPr/>
          </p:nvSpPr>
          <p:spPr>
            <a:xfrm rot="2279924">
              <a:off x="2497970" y="3682498"/>
              <a:ext cx="36547" cy="413728"/>
            </a:xfrm>
            <a:prstGeom prst="roundRect">
              <a:avLst>
                <a:gd name="adj" fmla="val 16667"/>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4" name="Google Shape;384;p29"/>
            <p:cNvSpPr/>
            <p:nvPr/>
          </p:nvSpPr>
          <p:spPr>
            <a:xfrm rot="-6751234">
              <a:off x="2597281" y="3638302"/>
              <a:ext cx="102125" cy="116945"/>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5" name="Google Shape;385;p29"/>
            <p:cNvSpPr/>
            <p:nvPr/>
          </p:nvSpPr>
          <p:spPr>
            <a:xfrm rot="-6733056">
              <a:off x="2646895" y="3621297"/>
              <a:ext cx="70587" cy="80758"/>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386" name="Google Shape;386;p29"/>
          <p:cNvSpPr txBox="1">
            <a:spLocks noGrp="1"/>
          </p:cNvSpPr>
          <p:nvPr>
            <p:ph type="subTitle" idx="2"/>
          </p:nvPr>
        </p:nvSpPr>
        <p:spPr>
          <a:xfrm>
            <a:off x="2122760" y="186432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87" name="Google Shape;387;p29"/>
          <p:cNvSpPr txBox="1">
            <a:spLocks noGrp="1"/>
          </p:cNvSpPr>
          <p:nvPr>
            <p:ph type="body" idx="3"/>
          </p:nvPr>
        </p:nvSpPr>
        <p:spPr>
          <a:xfrm>
            <a:off x="2151880" y="248294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
        <p:nvSpPr>
          <p:cNvPr id="388" name="Google Shape;388;p29"/>
          <p:cNvSpPr txBox="1">
            <a:spLocks noGrp="1"/>
          </p:cNvSpPr>
          <p:nvPr>
            <p:ph type="subTitle" idx="4"/>
          </p:nvPr>
        </p:nvSpPr>
        <p:spPr>
          <a:xfrm>
            <a:off x="2122760" y="369048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89" name="Google Shape;389;p29"/>
          <p:cNvSpPr txBox="1">
            <a:spLocks noGrp="1"/>
          </p:cNvSpPr>
          <p:nvPr>
            <p:ph type="body" idx="5"/>
          </p:nvPr>
        </p:nvSpPr>
        <p:spPr>
          <a:xfrm>
            <a:off x="2151880" y="430910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
        <p:nvSpPr>
          <p:cNvPr id="390" name="Google Shape;390;p29"/>
          <p:cNvSpPr txBox="1">
            <a:spLocks noGrp="1"/>
          </p:cNvSpPr>
          <p:nvPr>
            <p:ph type="subTitle" idx="6"/>
          </p:nvPr>
        </p:nvSpPr>
        <p:spPr>
          <a:xfrm>
            <a:off x="2122760" y="561492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91" name="Google Shape;391;p29"/>
          <p:cNvSpPr txBox="1">
            <a:spLocks noGrp="1"/>
          </p:cNvSpPr>
          <p:nvPr>
            <p:ph type="body" idx="7"/>
          </p:nvPr>
        </p:nvSpPr>
        <p:spPr>
          <a:xfrm>
            <a:off x="2151880" y="623354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Tree>
    <p:extLst>
      <p:ext uri="{BB962C8B-B14F-4D97-AF65-F5344CB8AC3E}">
        <p14:creationId xmlns:p14="http://schemas.microsoft.com/office/powerpoint/2010/main" val="296718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 Topics - 1">
  <p:cSld name="4 Topics - 1">
    <p:spTree>
      <p:nvGrpSpPr>
        <p:cNvPr id="1" name="Shape 392"/>
        <p:cNvGrpSpPr/>
        <p:nvPr/>
      </p:nvGrpSpPr>
      <p:grpSpPr>
        <a:xfrm>
          <a:off x="0" y="0"/>
          <a:ext cx="0" cy="0"/>
          <a:chOff x="0" y="0"/>
          <a:chExt cx="0" cy="0"/>
        </a:xfrm>
      </p:grpSpPr>
      <p:sp>
        <p:nvSpPr>
          <p:cNvPr id="393" name="Google Shape;393;p30"/>
          <p:cNvSpPr/>
          <p:nvPr/>
        </p:nvSpPr>
        <p:spPr>
          <a:xfrm rot="-5400000">
            <a:off x="4837000" y="-2239400"/>
            <a:ext cx="5826240" cy="14019360"/>
          </a:xfrm>
          <a:prstGeom prst="round2SameRect">
            <a:avLst>
              <a:gd name="adj1" fmla="val 14166"/>
              <a:gd name="adj2" fmla="val 0"/>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94" name="Google Shape;394;p3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5" name="Google Shape;395;p3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396" name="Google Shape;396;p30"/>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397" name="Google Shape;397;p3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98" name="Google Shape;398;p30"/>
          <p:cNvSpPr>
            <a:spLocks noGrp="1"/>
          </p:cNvSpPr>
          <p:nvPr>
            <p:ph type="pic" idx="2"/>
          </p:nvPr>
        </p:nvSpPr>
        <p:spPr>
          <a:xfrm>
            <a:off x="1529720" y="2496781"/>
            <a:ext cx="1445280" cy="1445280"/>
          </a:xfrm>
          <a:prstGeom prst="roundRect">
            <a:avLst>
              <a:gd name="adj" fmla="val 16667"/>
            </a:avLst>
          </a:prstGeom>
          <a:noFill/>
          <a:ln>
            <a:noFill/>
          </a:ln>
        </p:spPr>
      </p:sp>
      <p:sp>
        <p:nvSpPr>
          <p:cNvPr id="399" name="Google Shape;399;p30"/>
          <p:cNvSpPr>
            <a:spLocks noGrp="1"/>
          </p:cNvSpPr>
          <p:nvPr>
            <p:ph type="pic" idx="3"/>
          </p:nvPr>
        </p:nvSpPr>
        <p:spPr>
          <a:xfrm>
            <a:off x="1529720" y="4945800"/>
            <a:ext cx="1445280" cy="1445280"/>
          </a:xfrm>
          <a:prstGeom prst="roundRect">
            <a:avLst>
              <a:gd name="adj" fmla="val 16667"/>
            </a:avLst>
          </a:prstGeom>
          <a:noFill/>
          <a:ln>
            <a:noFill/>
          </a:ln>
        </p:spPr>
      </p:sp>
      <p:sp>
        <p:nvSpPr>
          <p:cNvPr id="400" name="Google Shape;400;p30"/>
          <p:cNvSpPr>
            <a:spLocks noGrp="1"/>
          </p:cNvSpPr>
          <p:nvPr>
            <p:ph type="pic" idx="4"/>
          </p:nvPr>
        </p:nvSpPr>
        <p:spPr>
          <a:xfrm>
            <a:off x="7447880" y="2496800"/>
            <a:ext cx="1445280" cy="1445280"/>
          </a:xfrm>
          <a:prstGeom prst="roundRect">
            <a:avLst>
              <a:gd name="adj" fmla="val 16667"/>
            </a:avLst>
          </a:prstGeom>
          <a:noFill/>
          <a:ln>
            <a:noFill/>
          </a:ln>
        </p:spPr>
      </p:sp>
      <p:sp>
        <p:nvSpPr>
          <p:cNvPr id="401" name="Google Shape;401;p30"/>
          <p:cNvSpPr>
            <a:spLocks noGrp="1"/>
          </p:cNvSpPr>
          <p:nvPr>
            <p:ph type="pic" idx="5"/>
          </p:nvPr>
        </p:nvSpPr>
        <p:spPr>
          <a:xfrm>
            <a:off x="7447880" y="4945800"/>
            <a:ext cx="1445280" cy="1445280"/>
          </a:xfrm>
          <a:prstGeom prst="roundRect">
            <a:avLst>
              <a:gd name="adj" fmla="val 16667"/>
            </a:avLst>
          </a:prstGeom>
          <a:noFill/>
          <a:ln>
            <a:noFill/>
          </a:ln>
        </p:spPr>
      </p:sp>
      <p:sp>
        <p:nvSpPr>
          <p:cNvPr id="402" name="Google Shape;402;p30"/>
          <p:cNvSpPr txBox="1">
            <a:spLocks noGrp="1"/>
          </p:cNvSpPr>
          <p:nvPr>
            <p:ph type="subTitle" idx="6"/>
          </p:nvPr>
        </p:nvSpPr>
        <p:spPr>
          <a:xfrm>
            <a:off x="3218840" y="2511981"/>
            <a:ext cx="3946560" cy="49824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3" name="Google Shape;403;p30"/>
          <p:cNvSpPr txBox="1">
            <a:spLocks noGrp="1"/>
          </p:cNvSpPr>
          <p:nvPr>
            <p:ph type="body" idx="7"/>
          </p:nvPr>
        </p:nvSpPr>
        <p:spPr>
          <a:xfrm>
            <a:off x="3237280" y="3156981"/>
            <a:ext cx="3948480" cy="1445280"/>
          </a:xfrm>
          <a:prstGeom prst="rect">
            <a:avLst/>
          </a:prstGeom>
        </p:spPr>
        <p:txBody>
          <a:bodyPr spcFirstLastPara="1" wrap="square" lIns="0" tIns="0" rIns="0" bIns="0" anchor="t" anchorCtr="0">
            <a:normAutofit/>
          </a:bodyPr>
          <a:lstStyle>
            <a:lvl1pPr marL="731520" lvl="0" indent="-508000">
              <a:spcBef>
                <a:spcPts val="0"/>
              </a:spcBef>
              <a:spcAft>
                <a:spcPts val="0"/>
              </a:spcAft>
              <a:buClr>
                <a:schemeClr val="lt1"/>
              </a:buClr>
              <a:buSzPts val="1400"/>
              <a:buChar char="■"/>
              <a:defRPr sz="2240">
                <a:solidFill>
                  <a:schemeClr val="lt1"/>
                </a:solidFill>
              </a:defRPr>
            </a:lvl1pPr>
            <a:lvl2pPr marL="1463040" lvl="1" indent="-508000">
              <a:spcBef>
                <a:spcPts val="0"/>
              </a:spcBef>
              <a:spcAft>
                <a:spcPts val="0"/>
              </a:spcAft>
              <a:buClr>
                <a:schemeClr val="lt1"/>
              </a:buClr>
              <a:buSzPts val="1400"/>
              <a:buChar char="■"/>
              <a:defRPr>
                <a:solidFill>
                  <a:schemeClr val="lt1"/>
                </a:solidFill>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404" name="Google Shape;404;p30"/>
          <p:cNvSpPr txBox="1">
            <a:spLocks noGrp="1"/>
          </p:cNvSpPr>
          <p:nvPr>
            <p:ph type="subTitle" idx="8"/>
          </p:nvPr>
        </p:nvSpPr>
        <p:spPr>
          <a:xfrm>
            <a:off x="3218840" y="494582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5" name="Google Shape;405;p30"/>
          <p:cNvSpPr txBox="1">
            <a:spLocks noGrp="1"/>
          </p:cNvSpPr>
          <p:nvPr>
            <p:ph type="body" idx="9"/>
          </p:nvPr>
        </p:nvSpPr>
        <p:spPr>
          <a:xfrm>
            <a:off x="3237280" y="559082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06" name="Google Shape;406;p30"/>
          <p:cNvSpPr txBox="1">
            <a:spLocks noGrp="1"/>
          </p:cNvSpPr>
          <p:nvPr>
            <p:ph type="subTitle" idx="13"/>
          </p:nvPr>
        </p:nvSpPr>
        <p:spPr>
          <a:xfrm>
            <a:off x="9155280" y="251198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7" name="Google Shape;407;p30"/>
          <p:cNvSpPr txBox="1">
            <a:spLocks noGrp="1"/>
          </p:cNvSpPr>
          <p:nvPr>
            <p:ph type="body" idx="14"/>
          </p:nvPr>
        </p:nvSpPr>
        <p:spPr>
          <a:xfrm>
            <a:off x="9173720" y="315698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08" name="Google Shape;408;p30"/>
          <p:cNvSpPr txBox="1">
            <a:spLocks noGrp="1"/>
          </p:cNvSpPr>
          <p:nvPr>
            <p:ph type="subTitle" idx="15"/>
          </p:nvPr>
        </p:nvSpPr>
        <p:spPr>
          <a:xfrm>
            <a:off x="9155280" y="494582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9" name="Google Shape;409;p30"/>
          <p:cNvSpPr txBox="1">
            <a:spLocks noGrp="1"/>
          </p:cNvSpPr>
          <p:nvPr>
            <p:ph type="body" idx="16"/>
          </p:nvPr>
        </p:nvSpPr>
        <p:spPr>
          <a:xfrm>
            <a:off x="9173720" y="559082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410" name="Google Shape;410;p30"/>
          <p:cNvGrpSpPr/>
          <p:nvPr/>
        </p:nvGrpSpPr>
        <p:grpSpPr>
          <a:xfrm rot="5400000">
            <a:off x="-100393" y="5263742"/>
            <a:ext cx="1409686" cy="773784"/>
            <a:chOff x="5988337" y="3156400"/>
            <a:chExt cx="881054" cy="483615"/>
          </a:xfrm>
        </p:grpSpPr>
        <p:sp>
          <p:nvSpPr>
            <p:cNvPr id="411" name="Google Shape;411;p30"/>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2" name="Google Shape;412;p30"/>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3" name="Google Shape;413;p30"/>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4" name="Google Shape;414;p30"/>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5" name="Google Shape;415;p30"/>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6" name="Google Shape;416;p30"/>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7" name="Google Shape;417;p30"/>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8" name="Google Shape;418;p30"/>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9" name="Google Shape;419;p30"/>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0" name="Google Shape;420;p30"/>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1" name="Google Shape;421;p30"/>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2" name="Google Shape;422;p30"/>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3" name="Google Shape;423;p30"/>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4" name="Google Shape;424;p30"/>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5" name="Google Shape;425;p30"/>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27500139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 Topics - 2">
  <p:cSld name="3 Topics - 2">
    <p:bg>
      <p:bgPr>
        <a:solidFill>
          <a:schemeClr val="dk1"/>
        </a:solidFill>
        <a:effectLst/>
      </p:bgPr>
    </p:bg>
    <p:spTree>
      <p:nvGrpSpPr>
        <p:cNvPr id="1" name="Shape 426"/>
        <p:cNvGrpSpPr/>
        <p:nvPr/>
      </p:nvGrpSpPr>
      <p:grpSpPr>
        <a:xfrm>
          <a:off x="0" y="0"/>
          <a:ext cx="0" cy="0"/>
          <a:chOff x="0" y="0"/>
          <a:chExt cx="0" cy="0"/>
        </a:xfrm>
      </p:grpSpPr>
      <p:sp>
        <p:nvSpPr>
          <p:cNvPr id="427" name="Google Shape;427;p31"/>
          <p:cNvSpPr/>
          <p:nvPr/>
        </p:nvSpPr>
        <p:spPr>
          <a:xfrm rot="5400000">
            <a:off x="3980800" y="-2221640"/>
            <a:ext cx="5851680" cy="13982880"/>
          </a:xfrm>
          <a:prstGeom prst="round2SameRect">
            <a:avLst>
              <a:gd name="adj1" fmla="val 7469"/>
              <a:gd name="adj2" fmla="val 0"/>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28" name="Google Shape;428;p31"/>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9" name="Google Shape;429;p3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30" name="Google Shape;430;p31"/>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431" name="Google Shape;431;p3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32" name="Google Shape;432;p31"/>
          <p:cNvSpPr>
            <a:spLocks noGrp="1"/>
          </p:cNvSpPr>
          <p:nvPr>
            <p:ph type="pic" idx="2"/>
          </p:nvPr>
        </p:nvSpPr>
        <p:spPr>
          <a:xfrm>
            <a:off x="1529720" y="2496781"/>
            <a:ext cx="1445280" cy="1445280"/>
          </a:xfrm>
          <a:prstGeom prst="roundRect">
            <a:avLst>
              <a:gd name="adj" fmla="val 16667"/>
            </a:avLst>
          </a:prstGeom>
          <a:noFill/>
          <a:ln>
            <a:noFill/>
          </a:ln>
        </p:spPr>
      </p:sp>
      <p:sp>
        <p:nvSpPr>
          <p:cNvPr id="433" name="Google Shape;433;p31"/>
          <p:cNvSpPr txBox="1">
            <a:spLocks noGrp="1"/>
          </p:cNvSpPr>
          <p:nvPr>
            <p:ph type="subTitle" idx="3"/>
          </p:nvPr>
        </p:nvSpPr>
        <p:spPr>
          <a:xfrm>
            <a:off x="733800"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34" name="Google Shape;434;p31"/>
          <p:cNvSpPr txBox="1">
            <a:spLocks noGrp="1"/>
          </p:cNvSpPr>
          <p:nvPr>
            <p:ph type="body" idx="4"/>
          </p:nvPr>
        </p:nvSpPr>
        <p:spPr>
          <a:xfrm>
            <a:off x="747920"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sp>
        <p:nvSpPr>
          <p:cNvPr id="435" name="Google Shape;435;p31"/>
          <p:cNvSpPr>
            <a:spLocks noGrp="1"/>
          </p:cNvSpPr>
          <p:nvPr>
            <p:ph type="pic" idx="5"/>
          </p:nvPr>
        </p:nvSpPr>
        <p:spPr>
          <a:xfrm>
            <a:off x="5753021" y="2496781"/>
            <a:ext cx="1445280" cy="1445280"/>
          </a:xfrm>
          <a:prstGeom prst="roundRect">
            <a:avLst>
              <a:gd name="adj" fmla="val 16667"/>
            </a:avLst>
          </a:prstGeom>
          <a:noFill/>
          <a:ln>
            <a:noFill/>
          </a:ln>
        </p:spPr>
      </p:sp>
      <p:sp>
        <p:nvSpPr>
          <p:cNvPr id="436" name="Google Shape;436;p31"/>
          <p:cNvSpPr txBox="1">
            <a:spLocks noGrp="1"/>
          </p:cNvSpPr>
          <p:nvPr>
            <p:ph type="subTitle" idx="6"/>
          </p:nvPr>
        </p:nvSpPr>
        <p:spPr>
          <a:xfrm>
            <a:off x="4957101"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37" name="Google Shape;437;p31"/>
          <p:cNvSpPr txBox="1">
            <a:spLocks noGrp="1"/>
          </p:cNvSpPr>
          <p:nvPr>
            <p:ph type="body" idx="7"/>
          </p:nvPr>
        </p:nvSpPr>
        <p:spPr>
          <a:xfrm>
            <a:off x="4971213"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sp>
        <p:nvSpPr>
          <p:cNvPr id="438" name="Google Shape;438;p31"/>
          <p:cNvSpPr>
            <a:spLocks noGrp="1"/>
          </p:cNvSpPr>
          <p:nvPr>
            <p:ph type="pic" idx="8"/>
          </p:nvPr>
        </p:nvSpPr>
        <p:spPr>
          <a:xfrm>
            <a:off x="9976301" y="2496781"/>
            <a:ext cx="1445280" cy="1445280"/>
          </a:xfrm>
          <a:prstGeom prst="roundRect">
            <a:avLst>
              <a:gd name="adj" fmla="val 16667"/>
            </a:avLst>
          </a:prstGeom>
          <a:noFill/>
          <a:ln>
            <a:noFill/>
          </a:ln>
        </p:spPr>
      </p:sp>
      <p:sp>
        <p:nvSpPr>
          <p:cNvPr id="439" name="Google Shape;439;p31"/>
          <p:cNvSpPr txBox="1">
            <a:spLocks noGrp="1"/>
          </p:cNvSpPr>
          <p:nvPr>
            <p:ph type="subTitle" idx="9"/>
          </p:nvPr>
        </p:nvSpPr>
        <p:spPr>
          <a:xfrm>
            <a:off x="9180381"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40" name="Google Shape;440;p31"/>
          <p:cNvSpPr txBox="1">
            <a:spLocks noGrp="1"/>
          </p:cNvSpPr>
          <p:nvPr>
            <p:ph type="body" idx="13"/>
          </p:nvPr>
        </p:nvSpPr>
        <p:spPr>
          <a:xfrm>
            <a:off x="9194485"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grpSp>
        <p:nvGrpSpPr>
          <p:cNvPr id="441" name="Google Shape;441;p31"/>
          <p:cNvGrpSpPr/>
          <p:nvPr/>
        </p:nvGrpSpPr>
        <p:grpSpPr>
          <a:xfrm>
            <a:off x="11885607" y="1613769"/>
            <a:ext cx="1409686" cy="773784"/>
            <a:chOff x="5988337" y="3156400"/>
            <a:chExt cx="881054" cy="483615"/>
          </a:xfrm>
        </p:grpSpPr>
        <p:sp>
          <p:nvSpPr>
            <p:cNvPr id="442" name="Google Shape;442;p31"/>
            <p:cNvSpPr/>
            <p:nvPr/>
          </p:nvSpPr>
          <p:spPr>
            <a:xfrm>
              <a:off x="6779691"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3" name="Google Shape;443;p31"/>
            <p:cNvSpPr/>
            <p:nvPr/>
          </p:nvSpPr>
          <p:spPr>
            <a:xfrm>
              <a:off x="6779691"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4" name="Google Shape;444;p31"/>
            <p:cNvSpPr/>
            <p:nvPr/>
          </p:nvSpPr>
          <p:spPr>
            <a:xfrm>
              <a:off x="6779691"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5" name="Google Shape;445;p31"/>
            <p:cNvSpPr/>
            <p:nvPr/>
          </p:nvSpPr>
          <p:spPr>
            <a:xfrm>
              <a:off x="5988337"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6" name="Google Shape;446;p31"/>
            <p:cNvSpPr/>
            <p:nvPr/>
          </p:nvSpPr>
          <p:spPr>
            <a:xfrm>
              <a:off x="5988337"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7" name="Google Shape;447;p31"/>
            <p:cNvSpPr/>
            <p:nvPr/>
          </p:nvSpPr>
          <p:spPr>
            <a:xfrm>
              <a:off x="5988337"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8" name="Google Shape;448;p31"/>
            <p:cNvSpPr/>
            <p:nvPr/>
          </p:nvSpPr>
          <p:spPr>
            <a:xfrm>
              <a:off x="6186176"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9" name="Google Shape;449;p31"/>
            <p:cNvSpPr/>
            <p:nvPr/>
          </p:nvSpPr>
          <p:spPr>
            <a:xfrm>
              <a:off x="6186176"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0" name="Google Shape;450;p31"/>
            <p:cNvSpPr/>
            <p:nvPr/>
          </p:nvSpPr>
          <p:spPr>
            <a:xfrm>
              <a:off x="6186176"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1" name="Google Shape;451;p31"/>
            <p:cNvSpPr/>
            <p:nvPr/>
          </p:nvSpPr>
          <p:spPr>
            <a:xfrm>
              <a:off x="6384014"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2" name="Google Shape;452;p31"/>
            <p:cNvSpPr/>
            <p:nvPr/>
          </p:nvSpPr>
          <p:spPr>
            <a:xfrm>
              <a:off x="6384014"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3" name="Google Shape;453;p31"/>
            <p:cNvSpPr/>
            <p:nvPr/>
          </p:nvSpPr>
          <p:spPr>
            <a:xfrm>
              <a:off x="6384014"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4" name="Google Shape;454;p31"/>
            <p:cNvSpPr/>
            <p:nvPr/>
          </p:nvSpPr>
          <p:spPr>
            <a:xfrm>
              <a:off x="658185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5" name="Google Shape;455;p31"/>
            <p:cNvSpPr/>
            <p:nvPr/>
          </p:nvSpPr>
          <p:spPr>
            <a:xfrm>
              <a:off x="658185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6" name="Google Shape;456;p31"/>
            <p:cNvSpPr/>
            <p:nvPr/>
          </p:nvSpPr>
          <p:spPr>
            <a:xfrm>
              <a:off x="658185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19395425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mp; Image - Black">
  <p:cSld name="Content &amp; Image - Black">
    <p:bg>
      <p:bgPr>
        <a:solidFill>
          <a:schemeClr val="dk1"/>
        </a:solidFill>
        <a:effectLst/>
      </p:bgPr>
    </p:bg>
    <p:spTree>
      <p:nvGrpSpPr>
        <p:cNvPr id="1" name="Shape 457"/>
        <p:cNvGrpSpPr/>
        <p:nvPr/>
      </p:nvGrpSpPr>
      <p:grpSpPr>
        <a:xfrm>
          <a:off x="0" y="0"/>
          <a:ext cx="0" cy="0"/>
          <a:chOff x="0" y="0"/>
          <a:chExt cx="0" cy="0"/>
        </a:xfrm>
      </p:grpSpPr>
      <p:sp>
        <p:nvSpPr>
          <p:cNvPr id="458" name="Google Shape;458;p32"/>
          <p:cNvSpPr/>
          <p:nvPr/>
        </p:nvSpPr>
        <p:spPr>
          <a:xfrm>
            <a:off x="7012800" y="2097800"/>
            <a:ext cx="6902880" cy="5642880"/>
          </a:xfrm>
          <a:prstGeom prst="roundRect">
            <a:avLst>
              <a:gd name="adj" fmla="val 7142"/>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59" name="Google Shape;459;p32"/>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0" name="Google Shape;460;p32"/>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61" name="Google Shape;461;p32"/>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462" name="Google Shape;462;p32"/>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63" name="Google Shape;463;p32"/>
          <p:cNvSpPr>
            <a:spLocks noGrp="1"/>
          </p:cNvSpPr>
          <p:nvPr>
            <p:ph type="pic" idx="2"/>
          </p:nvPr>
        </p:nvSpPr>
        <p:spPr>
          <a:xfrm>
            <a:off x="6769080" y="1843960"/>
            <a:ext cx="6902880" cy="5658720"/>
          </a:xfrm>
          <a:prstGeom prst="roundRect">
            <a:avLst>
              <a:gd name="adj" fmla="val 7365"/>
            </a:avLst>
          </a:prstGeom>
          <a:noFill/>
          <a:ln>
            <a:noFill/>
          </a:ln>
        </p:spPr>
      </p:sp>
      <p:sp>
        <p:nvSpPr>
          <p:cNvPr id="464" name="Google Shape;464;p32"/>
          <p:cNvSpPr txBox="1">
            <a:spLocks noGrp="1"/>
          </p:cNvSpPr>
          <p:nvPr>
            <p:ph type="subTitle" idx="3"/>
          </p:nvPr>
        </p:nvSpPr>
        <p:spPr>
          <a:xfrm>
            <a:off x="747320" y="1839560"/>
            <a:ext cx="511632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32"/>
          <p:cNvSpPr txBox="1">
            <a:spLocks noGrp="1"/>
          </p:cNvSpPr>
          <p:nvPr>
            <p:ph type="body" idx="4"/>
          </p:nvPr>
        </p:nvSpPr>
        <p:spPr>
          <a:xfrm>
            <a:off x="747320" y="2759360"/>
            <a:ext cx="5116320" cy="4929600"/>
          </a:xfrm>
          <a:prstGeom prst="rect">
            <a:avLst/>
          </a:prstGeom>
        </p:spPr>
        <p:txBody>
          <a:bodyPr spcFirstLastPara="1" wrap="square" lIns="0" tIns="0" rIns="0" bIns="0" anchor="t" anchorCtr="0">
            <a:normAutofit/>
          </a:bodyPr>
          <a:lstStyle>
            <a:lvl1pPr marL="731520" lvl="0" indent="-528320">
              <a:spcBef>
                <a:spcPts val="0"/>
              </a:spcBef>
              <a:spcAft>
                <a:spcPts val="0"/>
              </a:spcAft>
              <a:buClr>
                <a:schemeClr val="lt1"/>
              </a:buClr>
              <a:buSzPts val="1600"/>
              <a:buChar char="■"/>
              <a:defRPr>
                <a:solidFill>
                  <a:schemeClr val="lt1"/>
                </a:solidFill>
              </a:defRPr>
            </a:lvl1pPr>
            <a:lvl2pPr marL="1463040" lvl="1" indent="-508000">
              <a:spcBef>
                <a:spcPts val="0"/>
              </a:spcBef>
              <a:spcAft>
                <a:spcPts val="0"/>
              </a:spcAft>
              <a:buClr>
                <a:schemeClr val="lt1"/>
              </a:buClr>
              <a:buSzPts val="1400"/>
              <a:buChar char="■"/>
              <a:defRPr>
                <a:solidFill>
                  <a:schemeClr val="lt1"/>
                </a:solidFill>
              </a:defRPr>
            </a:lvl2pPr>
            <a:lvl3pPr marL="2194560" lvl="2" indent="-508000">
              <a:spcBef>
                <a:spcPts val="0"/>
              </a:spcBef>
              <a:spcAft>
                <a:spcPts val="0"/>
              </a:spcAft>
              <a:buClr>
                <a:schemeClr val="lt1"/>
              </a:buClr>
              <a:buSzPts val="1400"/>
              <a:buChar char="■"/>
              <a:defRPr>
                <a:solidFill>
                  <a:schemeClr val="lt1"/>
                </a:solidFill>
              </a:defRPr>
            </a:lvl3pPr>
            <a:lvl4pPr marL="2926080" lvl="3" indent="-508000">
              <a:spcBef>
                <a:spcPts val="0"/>
              </a:spcBef>
              <a:spcAft>
                <a:spcPts val="0"/>
              </a:spcAft>
              <a:buClr>
                <a:schemeClr val="lt1"/>
              </a:buClr>
              <a:buSzPts val="1400"/>
              <a:buChar char="●"/>
              <a:defRPr>
                <a:solidFill>
                  <a:schemeClr val="lt1"/>
                </a:solidFill>
              </a:defRPr>
            </a:lvl4pPr>
            <a:lvl5pPr marL="3657600" lvl="4" indent="-508000">
              <a:spcBef>
                <a:spcPts val="0"/>
              </a:spcBef>
              <a:spcAft>
                <a:spcPts val="0"/>
              </a:spcAft>
              <a:buClr>
                <a:schemeClr val="lt1"/>
              </a:buClr>
              <a:buSzPts val="1400"/>
              <a:buChar char="○"/>
              <a:defRPr>
                <a:solidFill>
                  <a:schemeClr val="lt1"/>
                </a:solidFill>
              </a:defRPr>
            </a:lvl5pPr>
            <a:lvl6pPr marL="4389120" lvl="5" indent="-508000">
              <a:spcBef>
                <a:spcPts val="0"/>
              </a:spcBef>
              <a:spcAft>
                <a:spcPts val="0"/>
              </a:spcAft>
              <a:buClr>
                <a:schemeClr val="lt1"/>
              </a:buClr>
              <a:buSzPts val="1400"/>
              <a:buChar char="■"/>
              <a:defRPr>
                <a:solidFill>
                  <a:schemeClr val="lt1"/>
                </a:solidFill>
              </a:defRPr>
            </a:lvl6pPr>
            <a:lvl7pPr marL="5120640" lvl="6" indent="-508000">
              <a:spcBef>
                <a:spcPts val="0"/>
              </a:spcBef>
              <a:spcAft>
                <a:spcPts val="0"/>
              </a:spcAft>
              <a:buClr>
                <a:schemeClr val="lt1"/>
              </a:buClr>
              <a:buSzPts val="1400"/>
              <a:buChar char="●"/>
              <a:defRPr>
                <a:solidFill>
                  <a:schemeClr val="lt1"/>
                </a:solidFill>
              </a:defRPr>
            </a:lvl7pPr>
            <a:lvl8pPr marL="5852160" lvl="7" indent="-508000">
              <a:spcBef>
                <a:spcPts val="0"/>
              </a:spcBef>
              <a:spcAft>
                <a:spcPts val="0"/>
              </a:spcAft>
              <a:buClr>
                <a:schemeClr val="lt1"/>
              </a:buClr>
              <a:buSzPts val="1400"/>
              <a:buChar char="○"/>
              <a:defRPr>
                <a:solidFill>
                  <a:schemeClr val="lt1"/>
                </a:solidFill>
              </a:defRPr>
            </a:lvl8pPr>
            <a:lvl9pPr marL="6583680" lvl="8" indent="-508000">
              <a:spcBef>
                <a:spcPts val="0"/>
              </a:spcBef>
              <a:spcAft>
                <a:spcPts val="0"/>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854956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amp; Image - Spacecraft">
  <p:cSld name="Content &amp; Image - Spacecraft">
    <p:spTree>
      <p:nvGrpSpPr>
        <p:cNvPr id="1" name="Shape 466"/>
        <p:cNvGrpSpPr/>
        <p:nvPr/>
      </p:nvGrpSpPr>
      <p:grpSpPr>
        <a:xfrm>
          <a:off x="0" y="0"/>
          <a:ext cx="0" cy="0"/>
          <a:chOff x="0" y="0"/>
          <a:chExt cx="0" cy="0"/>
        </a:xfrm>
      </p:grpSpPr>
      <p:sp>
        <p:nvSpPr>
          <p:cNvPr id="467" name="Google Shape;467;p3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8" name="Google Shape;468;p3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469" name="Google Shape;469;p33"/>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470" name="Google Shape;470;p33"/>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33"/>
          <p:cNvSpPr txBox="1">
            <a:spLocks noGrp="1"/>
          </p:cNvSpPr>
          <p:nvPr>
            <p:ph type="subTitle" idx="2"/>
          </p:nvPr>
        </p:nvSpPr>
        <p:spPr>
          <a:xfrm>
            <a:off x="8782560" y="1839560"/>
            <a:ext cx="511632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2" name="Google Shape;472;p33"/>
          <p:cNvSpPr txBox="1">
            <a:spLocks noGrp="1"/>
          </p:cNvSpPr>
          <p:nvPr>
            <p:ph type="body" idx="3"/>
          </p:nvPr>
        </p:nvSpPr>
        <p:spPr>
          <a:xfrm>
            <a:off x="8782560" y="2759360"/>
            <a:ext cx="5116320" cy="49296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Clr>
                <a:schemeClr val="dk1"/>
              </a:buClr>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473" name="Google Shape;473;p33"/>
          <p:cNvGrpSpPr/>
          <p:nvPr/>
        </p:nvGrpSpPr>
        <p:grpSpPr>
          <a:xfrm>
            <a:off x="731527" y="6671249"/>
            <a:ext cx="1409686" cy="773784"/>
            <a:chOff x="5988337" y="3156400"/>
            <a:chExt cx="881054" cy="483615"/>
          </a:xfrm>
        </p:grpSpPr>
        <p:sp>
          <p:nvSpPr>
            <p:cNvPr id="474" name="Google Shape;474;p33"/>
            <p:cNvSpPr/>
            <p:nvPr/>
          </p:nvSpPr>
          <p:spPr>
            <a:xfrm>
              <a:off x="6779691"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5" name="Google Shape;475;p33"/>
            <p:cNvSpPr/>
            <p:nvPr/>
          </p:nvSpPr>
          <p:spPr>
            <a:xfrm>
              <a:off x="6779691"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6" name="Google Shape;476;p33"/>
            <p:cNvSpPr/>
            <p:nvPr/>
          </p:nvSpPr>
          <p:spPr>
            <a:xfrm>
              <a:off x="6779691"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7" name="Google Shape;477;p33"/>
            <p:cNvSpPr/>
            <p:nvPr/>
          </p:nvSpPr>
          <p:spPr>
            <a:xfrm>
              <a:off x="5988337"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8" name="Google Shape;478;p33"/>
            <p:cNvSpPr/>
            <p:nvPr/>
          </p:nvSpPr>
          <p:spPr>
            <a:xfrm>
              <a:off x="5988337"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9" name="Google Shape;479;p33"/>
            <p:cNvSpPr/>
            <p:nvPr/>
          </p:nvSpPr>
          <p:spPr>
            <a:xfrm>
              <a:off x="5988337"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0" name="Google Shape;480;p33"/>
            <p:cNvSpPr/>
            <p:nvPr/>
          </p:nvSpPr>
          <p:spPr>
            <a:xfrm>
              <a:off x="6186176"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1" name="Google Shape;481;p33"/>
            <p:cNvSpPr/>
            <p:nvPr/>
          </p:nvSpPr>
          <p:spPr>
            <a:xfrm>
              <a:off x="6186176"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2" name="Google Shape;482;p33"/>
            <p:cNvSpPr/>
            <p:nvPr/>
          </p:nvSpPr>
          <p:spPr>
            <a:xfrm>
              <a:off x="6186176"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3" name="Google Shape;483;p33"/>
            <p:cNvSpPr/>
            <p:nvPr/>
          </p:nvSpPr>
          <p:spPr>
            <a:xfrm>
              <a:off x="6384014"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4" name="Google Shape;484;p33"/>
            <p:cNvSpPr/>
            <p:nvPr/>
          </p:nvSpPr>
          <p:spPr>
            <a:xfrm>
              <a:off x="6384014"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5" name="Google Shape;485;p33"/>
            <p:cNvSpPr/>
            <p:nvPr/>
          </p:nvSpPr>
          <p:spPr>
            <a:xfrm>
              <a:off x="6384014"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6" name="Google Shape;486;p33"/>
            <p:cNvSpPr/>
            <p:nvPr/>
          </p:nvSpPr>
          <p:spPr>
            <a:xfrm>
              <a:off x="6581853"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7" name="Google Shape;487;p33"/>
            <p:cNvSpPr/>
            <p:nvPr/>
          </p:nvSpPr>
          <p:spPr>
            <a:xfrm>
              <a:off x="6581853"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8" name="Google Shape;488;p33"/>
            <p:cNvSpPr/>
            <p:nvPr/>
          </p:nvSpPr>
          <p:spPr>
            <a:xfrm>
              <a:off x="6581853"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489" name="Google Shape;489;p33"/>
          <p:cNvSpPr>
            <a:spLocks noGrp="1"/>
          </p:cNvSpPr>
          <p:nvPr>
            <p:ph type="pic" idx="4"/>
          </p:nvPr>
        </p:nvSpPr>
        <p:spPr>
          <a:xfrm>
            <a:off x="747320" y="1843960"/>
            <a:ext cx="7302240" cy="4201440"/>
          </a:xfrm>
          <a:prstGeom prst="roundRect">
            <a:avLst>
              <a:gd name="adj" fmla="val 7365"/>
            </a:avLst>
          </a:prstGeom>
          <a:noFill/>
          <a:ln>
            <a:noFill/>
          </a:ln>
        </p:spPr>
      </p:sp>
    </p:spTree>
    <p:extLst>
      <p:ext uri="{BB962C8B-B14F-4D97-AF65-F5344CB8AC3E}">
        <p14:creationId xmlns:p14="http://schemas.microsoft.com/office/powerpoint/2010/main" val="25774747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mp; body - 2 Topic Grey">
  <p:cSld name="Title &amp; body - 2 Topic Grey">
    <p:bg>
      <p:bgPr>
        <a:solidFill>
          <a:schemeClr val="dk2"/>
        </a:solidFill>
        <a:effectLst/>
      </p:bgPr>
    </p:bg>
    <p:spTree>
      <p:nvGrpSpPr>
        <p:cNvPr id="1" name="Shape 490"/>
        <p:cNvGrpSpPr/>
        <p:nvPr/>
      </p:nvGrpSpPr>
      <p:grpSpPr>
        <a:xfrm>
          <a:off x="0" y="0"/>
          <a:ext cx="0" cy="0"/>
          <a:chOff x="0" y="0"/>
          <a:chExt cx="0" cy="0"/>
        </a:xfrm>
      </p:grpSpPr>
      <p:sp>
        <p:nvSpPr>
          <p:cNvPr id="491" name="Google Shape;491;p34"/>
          <p:cNvSpPr/>
          <p:nvPr/>
        </p:nvSpPr>
        <p:spPr>
          <a:xfrm>
            <a:off x="7938120" y="2087800"/>
            <a:ext cx="5498400" cy="5844960"/>
          </a:xfrm>
          <a:prstGeom prst="roundRect">
            <a:avLst>
              <a:gd name="adj" fmla="val 7490"/>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2" name="Google Shape;492;p34"/>
          <p:cNvSpPr/>
          <p:nvPr/>
        </p:nvSpPr>
        <p:spPr>
          <a:xfrm>
            <a:off x="1682920" y="2087800"/>
            <a:ext cx="5498400" cy="5844960"/>
          </a:xfrm>
          <a:prstGeom prst="roundRect">
            <a:avLst>
              <a:gd name="adj" fmla="val 7554"/>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3" name="Google Shape;493;p34"/>
          <p:cNvSpPr/>
          <p:nvPr/>
        </p:nvSpPr>
        <p:spPr>
          <a:xfrm>
            <a:off x="1439080" y="1843960"/>
            <a:ext cx="5498400" cy="5844960"/>
          </a:xfrm>
          <a:prstGeom prst="roundRect">
            <a:avLst>
              <a:gd name="adj" fmla="val 7545"/>
            </a:avLst>
          </a:prstGeom>
          <a:solidFill>
            <a:schemeClr val="l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4" name="Google Shape;494;p3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5" name="Google Shape;495;p34"/>
          <p:cNvSpPr txBox="1">
            <a:spLocks noGrp="1"/>
          </p:cNvSpPr>
          <p:nvPr>
            <p:ph type="body" idx="1"/>
          </p:nvPr>
        </p:nvSpPr>
        <p:spPr>
          <a:xfrm>
            <a:off x="1851800" y="4644240"/>
            <a:ext cx="4672800" cy="2699520"/>
          </a:xfrm>
          <a:prstGeom prst="rect">
            <a:avLst/>
          </a:prstGeom>
        </p:spPr>
        <p:txBody>
          <a:bodyPr spcFirstLastPara="1" wrap="square" lIns="91425" tIns="91425"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96" name="Google Shape;496;p3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97" name="Google Shape;497;p34"/>
          <p:cNvPicPr preferRelativeResize="0"/>
          <p:nvPr/>
        </p:nvPicPr>
        <p:blipFill>
          <a:blip r:embed="rId2">
            <a:alphaModFix/>
          </a:blip>
          <a:stretch>
            <a:fillRect/>
          </a:stretch>
        </p:blipFill>
        <p:spPr>
          <a:xfrm>
            <a:off x="13678909" y="100272"/>
            <a:ext cx="958624" cy="960083"/>
          </a:xfrm>
          <a:prstGeom prst="rect">
            <a:avLst/>
          </a:prstGeom>
          <a:noFill/>
          <a:ln>
            <a:noFill/>
          </a:ln>
        </p:spPr>
      </p:pic>
      <p:sp>
        <p:nvSpPr>
          <p:cNvPr id="498" name="Google Shape;498;p34"/>
          <p:cNvSpPr/>
          <p:nvPr/>
        </p:nvSpPr>
        <p:spPr>
          <a:xfrm>
            <a:off x="7694275" y="1843960"/>
            <a:ext cx="5498400" cy="5844960"/>
          </a:xfrm>
          <a:prstGeom prst="roundRect">
            <a:avLst>
              <a:gd name="adj" fmla="val 7482"/>
            </a:avLst>
          </a:prstGeom>
          <a:solidFill>
            <a:schemeClr val="l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9" name="Google Shape;499;p34"/>
          <p:cNvSpPr txBox="1">
            <a:spLocks noGrp="1"/>
          </p:cNvSpPr>
          <p:nvPr>
            <p:ph type="body" idx="2"/>
          </p:nvPr>
        </p:nvSpPr>
        <p:spPr>
          <a:xfrm>
            <a:off x="8033800" y="4644240"/>
            <a:ext cx="4819200" cy="2699520"/>
          </a:xfrm>
          <a:prstGeom prst="rect">
            <a:avLst/>
          </a:prstGeom>
        </p:spPr>
        <p:txBody>
          <a:bodyPr spcFirstLastPara="1" wrap="square" lIns="91425" tIns="91425"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500" name="Google Shape;500;p34"/>
          <p:cNvSpPr>
            <a:spLocks noGrp="1"/>
          </p:cNvSpPr>
          <p:nvPr>
            <p:ph type="pic" idx="3"/>
          </p:nvPr>
        </p:nvSpPr>
        <p:spPr>
          <a:xfrm>
            <a:off x="3303800" y="2148400"/>
            <a:ext cx="1768800" cy="1632000"/>
          </a:xfrm>
          <a:prstGeom prst="roundRect">
            <a:avLst>
              <a:gd name="adj" fmla="val 16667"/>
            </a:avLst>
          </a:prstGeom>
          <a:noFill/>
          <a:ln>
            <a:noFill/>
          </a:ln>
        </p:spPr>
      </p:sp>
      <p:sp>
        <p:nvSpPr>
          <p:cNvPr id="501" name="Google Shape;501;p34"/>
          <p:cNvSpPr>
            <a:spLocks noGrp="1"/>
          </p:cNvSpPr>
          <p:nvPr>
            <p:ph type="pic" idx="4"/>
          </p:nvPr>
        </p:nvSpPr>
        <p:spPr>
          <a:xfrm>
            <a:off x="9559080" y="2148400"/>
            <a:ext cx="1768800" cy="1632000"/>
          </a:xfrm>
          <a:prstGeom prst="roundRect">
            <a:avLst>
              <a:gd name="adj" fmla="val 16667"/>
            </a:avLst>
          </a:prstGeom>
          <a:noFill/>
          <a:ln>
            <a:noFill/>
          </a:ln>
        </p:spPr>
      </p:sp>
      <p:sp>
        <p:nvSpPr>
          <p:cNvPr id="502" name="Google Shape;502;p34"/>
          <p:cNvSpPr txBox="1">
            <a:spLocks noGrp="1"/>
          </p:cNvSpPr>
          <p:nvPr>
            <p:ph type="subTitle" idx="5"/>
          </p:nvPr>
        </p:nvSpPr>
        <p:spPr>
          <a:xfrm>
            <a:off x="1851800" y="4024080"/>
            <a:ext cx="46728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503" name="Google Shape;503;p34"/>
          <p:cNvSpPr txBox="1">
            <a:spLocks noGrp="1"/>
          </p:cNvSpPr>
          <p:nvPr>
            <p:ph type="subTitle" idx="6"/>
          </p:nvPr>
        </p:nvSpPr>
        <p:spPr>
          <a:xfrm>
            <a:off x="8033811" y="4024080"/>
            <a:ext cx="46728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22843746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4 Topics - 3">
  <p:cSld name="4 Topics - 3">
    <p:bg>
      <p:bgPr>
        <a:solidFill>
          <a:schemeClr val="dk2"/>
        </a:solidFill>
        <a:effectLst/>
      </p:bgPr>
    </p:bg>
    <p:spTree>
      <p:nvGrpSpPr>
        <p:cNvPr id="1" name="Shape 504"/>
        <p:cNvGrpSpPr/>
        <p:nvPr/>
      </p:nvGrpSpPr>
      <p:grpSpPr>
        <a:xfrm>
          <a:off x="0" y="0"/>
          <a:ext cx="0" cy="0"/>
          <a:chOff x="0" y="0"/>
          <a:chExt cx="0" cy="0"/>
        </a:xfrm>
      </p:grpSpPr>
      <p:sp>
        <p:nvSpPr>
          <p:cNvPr id="505" name="Google Shape;505;p3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06" name="Google Shape;506;p3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507" name="Google Shape;507;p35"/>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508" name="Google Shape;508;p35"/>
          <p:cNvSpPr>
            <a:spLocks noGrp="1"/>
          </p:cNvSpPr>
          <p:nvPr>
            <p:ph type="pic" idx="2"/>
          </p:nvPr>
        </p:nvSpPr>
        <p:spPr>
          <a:xfrm>
            <a:off x="746424" y="1645920"/>
            <a:ext cx="1252800" cy="1140000"/>
          </a:xfrm>
          <a:prstGeom prst="roundRect">
            <a:avLst>
              <a:gd name="adj" fmla="val 16667"/>
            </a:avLst>
          </a:prstGeom>
          <a:noFill/>
          <a:ln>
            <a:noFill/>
          </a:ln>
        </p:spPr>
      </p:sp>
      <p:sp>
        <p:nvSpPr>
          <p:cNvPr id="509" name="Google Shape;509;p35"/>
          <p:cNvSpPr txBox="1">
            <a:spLocks noGrp="1"/>
          </p:cNvSpPr>
          <p:nvPr>
            <p:ph type="subTitle" idx="1"/>
          </p:nvPr>
        </p:nvSpPr>
        <p:spPr>
          <a:xfrm>
            <a:off x="2449634" y="1645920"/>
            <a:ext cx="11428320" cy="41664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0" name="Google Shape;510;p35"/>
          <p:cNvSpPr txBox="1">
            <a:spLocks noGrp="1"/>
          </p:cNvSpPr>
          <p:nvPr>
            <p:ph type="body" idx="3"/>
          </p:nvPr>
        </p:nvSpPr>
        <p:spPr>
          <a:xfrm>
            <a:off x="2472155" y="2167078"/>
            <a:ext cx="11428320" cy="618720"/>
          </a:xfrm>
          <a:prstGeom prst="rect">
            <a:avLst/>
          </a:prstGeom>
        </p:spPr>
        <p:txBody>
          <a:bodyPr spcFirstLastPara="1" wrap="square" lIns="0" tIns="0" rIns="0" bIns="0" anchor="t" anchorCtr="0">
            <a:normAutofit/>
          </a:bodyPr>
          <a:lstStyle>
            <a:lvl1pPr marL="731520" lvl="0" indent="-487680">
              <a:spcBef>
                <a:spcPts val="0"/>
              </a:spcBef>
              <a:spcAft>
                <a:spcPts val="0"/>
              </a:spcAft>
              <a:buClr>
                <a:schemeClr val="lt2"/>
              </a:buClr>
              <a:buSzPts val="1200"/>
              <a:buChar char="■"/>
              <a:defRPr sz="1920">
                <a:solidFill>
                  <a:schemeClr val="lt2"/>
                </a:solidFill>
              </a:defRPr>
            </a:lvl1pPr>
            <a:lvl2pPr marL="1463040" lvl="1" indent="-487680">
              <a:spcBef>
                <a:spcPts val="0"/>
              </a:spcBef>
              <a:spcAft>
                <a:spcPts val="0"/>
              </a:spcAft>
              <a:buClr>
                <a:schemeClr val="lt2"/>
              </a:buClr>
              <a:buSzPts val="1200"/>
              <a:buChar char="■"/>
              <a:defRPr sz="1920">
                <a:solidFill>
                  <a:schemeClr val="lt2"/>
                </a:solidFill>
              </a:defRPr>
            </a:lvl2pPr>
            <a:lvl3pPr marL="2194560" lvl="2" indent="-487680">
              <a:spcBef>
                <a:spcPts val="0"/>
              </a:spcBef>
              <a:spcAft>
                <a:spcPts val="0"/>
              </a:spcAft>
              <a:buClr>
                <a:schemeClr val="lt2"/>
              </a:buClr>
              <a:buSzPts val="1200"/>
              <a:buChar char="■"/>
              <a:defRPr sz="1920">
                <a:solidFill>
                  <a:schemeClr val="lt2"/>
                </a:solidFill>
              </a:defRPr>
            </a:lvl3pPr>
            <a:lvl4pPr marL="2926080" lvl="3" indent="-487680">
              <a:spcBef>
                <a:spcPts val="0"/>
              </a:spcBef>
              <a:spcAft>
                <a:spcPts val="0"/>
              </a:spcAft>
              <a:buClr>
                <a:schemeClr val="lt2"/>
              </a:buClr>
              <a:buSzPts val="1200"/>
              <a:buChar char="●"/>
              <a:defRPr sz="1920">
                <a:solidFill>
                  <a:schemeClr val="lt2"/>
                </a:solidFill>
              </a:defRPr>
            </a:lvl4pPr>
            <a:lvl5pPr marL="3657600" lvl="4" indent="-487680">
              <a:spcBef>
                <a:spcPts val="0"/>
              </a:spcBef>
              <a:spcAft>
                <a:spcPts val="0"/>
              </a:spcAft>
              <a:buClr>
                <a:schemeClr val="lt2"/>
              </a:buClr>
              <a:buSzPts val="1200"/>
              <a:buChar char="○"/>
              <a:defRPr sz="1920">
                <a:solidFill>
                  <a:schemeClr val="lt2"/>
                </a:solidFill>
              </a:defRPr>
            </a:lvl5pPr>
            <a:lvl6pPr marL="4389120" lvl="5" indent="-487680">
              <a:spcBef>
                <a:spcPts val="0"/>
              </a:spcBef>
              <a:spcAft>
                <a:spcPts val="0"/>
              </a:spcAft>
              <a:buClr>
                <a:schemeClr val="lt2"/>
              </a:buClr>
              <a:buSzPts val="1200"/>
              <a:buChar char="■"/>
              <a:defRPr sz="1920">
                <a:solidFill>
                  <a:schemeClr val="lt2"/>
                </a:solidFill>
              </a:defRPr>
            </a:lvl6pPr>
            <a:lvl7pPr marL="5120640" lvl="6" indent="-487680">
              <a:spcBef>
                <a:spcPts val="0"/>
              </a:spcBef>
              <a:spcAft>
                <a:spcPts val="0"/>
              </a:spcAft>
              <a:buClr>
                <a:schemeClr val="lt2"/>
              </a:buClr>
              <a:buSzPts val="1200"/>
              <a:buChar char="●"/>
              <a:defRPr sz="1920">
                <a:solidFill>
                  <a:schemeClr val="lt2"/>
                </a:solidFill>
              </a:defRPr>
            </a:lvl7pPr>
            <a:lvl8pPr marL="5852160" lvl="7" indent="-487680">
              <a:spcBef>
                <a:spcPts val="0"/>
              </a:spcBef>
              <a:spcAft>
                <a:spcPts val="0"/>
              </a:spcAft>
              <a:buClr>
                <a:schemeClr val="lt2"/>
              </a:buClr>
              <a:buSzPts val="1200"/>
              <a:buChar char="○"/>
              <a:defRPr sz="1920">
                <a:solidFill>
                  <a:schemeClr val="lt2"/>
                </a:solidFill>
              </a:defRPr>
            </a:lvl8pPr>
            <a:lvl9pPr marL="6583680" lvl="8" indent="-487680">
              <a:spcBef>
                <a:spcPts val="0"/>
              </a:spcBef>
              <a:spcAft>
                <a:spcPts val="0"/>
              </a:spcAft>
              <a:buClr>
                <a:schemeClr val="lt2"/>
              </a:buClr>
              <a:buSzPts val="1200"/>
              <a:buChar char="■"/>
              <a:defRPr sz="1920">
                <a:solidFill>
                  <a:schemeClr val="lt2"/>
                </a:solidFill>
              </a:defRPr>
            </a:lvl9pPr>
          </a:lstStyle>
          <a:p>
            <a:endParaRPr/>
          </a:p>
        </p:txBody>
      </p:sp>
      <p:sp>
        <p:nvSpPr>
          <p:cNvPr id="511" name="Google Shape;511;p35"/>
          <p:cNvSpPr>
            <a:spLocks noGrp="1"/>
          </p:cNvSpPr>
          <p:nvPr>
            <p:ph type="pic" idx="4"/>
          </p:nvPr>
        </p:nvSpPr>
        <p:spPr>
          <a:xfrm>
            <a:off x="746424" y="3296594"/>
            <a:ext cx="1252800" cy="1140000"/>
          </a:xfrm>
          <a:prstGeom prst="roundRect">
            <a:avLst>
              <a:gd name="adj" fmla="val 16667"/>
            </a:avLst>
          </a:prstGeom>
          <a:noFill/>
          <a:ln>
            <a:noFill/>
          </a:ln>
        </p:spPr>
      </p:sp>
      <p:sp>
        <p:nvSpPr>
          <p:cNvPr id="512" name="Google Shape;512;p35"/>
          <p:cNvSpPr txBox="1">
            <a:spLocks noGrp="1"/>
          </p:cNvSpPr>
          <p:nvPr>
            <p:ph type="subTitle" idx="5"/>
          </p:nvPr>
        </p:nvSpPr>
        <p:spPr>
          <a:xfrm>
            <a:off x="2449634" y="3296594"/>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3" name="Google Shape;513;p35"/>
          <p:cNvSpPr txBox="1">
            <a:spLocks noGrp="1"/>
          </p:cNvSpPr>
          <p:nvPr>
            <p:ph type="body" idx="6"/>
          </p:nvPr>
        </p:nvSpPr>
        <p:spPr>
          <a:xfrm>
            <a:off x="2472155" y="3817752"/>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sp>
        <p:nvSpPr>
          <p:cNvPr id="514" name="Google Shape;514;p35"/>
          <p:cNvSpPr>
            <a:spLocks noGrp="1"/>
          </p:cNvSpPr>
          <p:nvPr>
            <p:ph type="pic" idx="7"/>
          </p:nvPr>
        </p:nvSpPr>
        <p:spPr>
          <a:xfrm>
            <a:off x="746424" y="4947267"/>
            <a:ext cx="1252800" cy="1140000"/>
          </a:xfrm>
          <a:prstGeom prst="roundRect">
            <a:avLst>
              <a:gd name="adj" fmla="val 16667"/>
            </a:avLst>
          </a:prstGeom>
          <a:noFill/>
          <a:ln>
            <a:noFill/>
          </a:ln>
        </p:spPr>
      </p:sp>
      <p:sp>
        <p:nvSpPr>
          <p:cNvPr id="515" name="Google Shape;515;p35"/>
          <p:cNvSpPr txBox="1">
            <a:spLocks noGrp="1"/>
          </p:cNvSpPr>
          <p:nvPr>
            <p:ph type="subTitle" idx="8"/>
          </p:nvPr>
        </p:nvSpPr>
        <p:spPr>
          <a:xfrm>
            <a:off x="2449634" y="4947267"/>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6" name="Google Shape;516;p35"/>
          <p:cNvSpPr txBox="1">
            <a:spLocks noGrp="1"/>
          </p:cNvSpPr>
          <p:nvPr>
            <p:ph type="body" idx="9"/>
          </p:nvPr>
        </p:nvSpPr>
        <p:spPr>
          <a:xfrm>
            <a:off x="2472155" y="5468426"/>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cxnSp>
        <p:nvCxnSpPr>
          <p:cNvPr id="517" name="Google Shape;517;p35"/>
          <p:cNvCxnSpPr/>
          <p:nvPr/>
        </p:nvCxnSpPr>
        <p:spPr>
          <a:xfrm>
            <a:off x="732960" y="3051573"/>
            <a:ext cx="13166400" cy="0"/>
          </a:xfrm>
          <a:prstGeom prst="straightConnector1">
            <a:avLst/>
          </a:prstGeom>
          <a:noFill/>
          <a:ln w="9525" cap="flat" cmpd="sng">
            <a:solidFill>
              <a:schemeClr val="lt2"/>
            </a:solidFill>
            <a:prstDash val="dash"/>
            <a:round/>
            <a:headEnd type="none" w="med" len="med"/>
            <a:tailEnd type="none" w="med" len="med"/>
          </a:ln>
        </p:spPr>
      </p:cxnSp>
      <p:cxnSp>
        <p:nvCxnSpPr>
          <p:cNvPr id="518" name="Google Shape;518;p35"/>
          <p:cNvCxnSpPr/>
          <p:nvPr/>
        </p:nvCxnSpPr>
        <p:spPr>
          <a:xfrm>
            <a:off x="732960" y="4694112"/>
            <a:ext cx="13166400" cy="0"/>
          </a:xfrm>
          <a:prstGeom prst="straightConnector1">
            <a:avLst/>
          </a:prstGeom>
          <a:noFill/>
          <a:ln w="9525" cap="flat" cmpd="sng">
            <a:solidFill>
              <a:schemeClr val="lt2"/>
            </a:solidFill>
            <a:prstDash val="dash"/>
            <a:round/>
            <a:headEnd type="none" w="med" len="med"/>
            <a:tailEnd type="none" w="med" len="med"/>
          </a:ln>
        </p:spPr>
      </p:cxnSp>
      <p:sp>
        <p:nvSpPr>
          <p:cNvPr id="519" name="Google Shape;519;p35"/>
          <p:cNvSpPr>
            <a:spLocks noGrp="1"/>
          </p:cNvSpPr>
          <p:nvPr>
            <p:ph type="pic" idx="13"/>
          </p:nvPr>
        </p:nvSpPr>
        <p:spPr>
          <a:xfrm>
            <a:off x="746424" y="6563280"/>
            <a:ext cx="1252800" cy="1140000"/>
          </a:xfrm>
          <a:prstGeom prst="roundRect">
            <a:avLst>
              <a:gd name="adj" fmla="val 16667"/>
            </a:avLst>
          </a:prstGeom>
          <a:noFill/>
          <a:ln>
            <a:noFill/>
          </a:ln>
        </p:spPr>
      </p:sp>
      <p:sp>
        <p:nvSpPr>
          <p:cNvPr id="520" name="Google Shape;520;p35"/>
          <p:cNvSpPr txBox="1">
            <a:spLocks noGrp="1"/>
          </p:cNvSpPr>
          <p:nvPr>
            <p:ph type="subTitle" idx="14"/>
          </p:nvPr>
        </p:nvSpPr>
        <p:spPr>
          <a:xfrm>
            <a:off x="2449634" y="656328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21" name="Google Shape;521;p35"/>
          <p:cNvSpPr txBox="1">
            <a:spLocks noGrp="1"/>
          </p:cNvSpPr>
          <p:nvPr>
            <p:ph type="body" idx="15"/>
          </p:nvPr>
        </p:nvSpPr>
        <p:spPr>
          <a:xfrm>
            <a:off x="2450360" y="7101840"/>
            <a:ext cx="1142688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cxnSp>
        <p:nvCxnSpPr>
          <p:cNvPr id="522" name="Google Shape;522;p35"/>
          <p:cNvCxnSpPr/>
          <p:nvPr/>
        </p:nvCxnSpPr>
        <p:spPr>
          <a:xfrm>
            <a:off x="732960" y="6310125"/>
            <a:ext cx="13166400" cy="0"/>
          </a:xfrm>
          <a:prstGeom prst="straightConnector1">
            <a:avLst/>
          </a:prstGeom>
          <a:noFill/>
          <a:ln w="9525" cap="flat" cmpd="sng">
            <a:solidFill>
              <a:schemeClr val="lt2"/>
            </a:solidFill>
            <a:prstDash val="dash"/>
            <a:round/>
            <a:headEnd type="none" w="med" len="med"/>
            <a:tailEnd type="none" w="med" len="med"/>
          </a:ln>
        </p:spPr>
      </p:cxnSp>
    </p:spTree>
    <p:extLst>
      <p:ext uri="{BB962C8B-B14F-4D97-AF65-F5344CB8AC3E}">
        <p14:creationId xmlns:p14="http://schemas.microsoft.com/office/powerpoint/2010/main" val="16215842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 Topics - 2">
  <p:cSld name="4 Topics - 2">
    <p:bg>
      <p:bgPr>
        <a:solidFill>
          <a:schemeClr val="lt2"/>
        </a:solidFill>
        <a:effectLst/>
      </p:bgPr>
    </p:bg>
    <p:spTree>
      <p:nvGrpSpPr>
        <p:cNvPr id="1" name="Shape 523"/>
        <p:cNvGrpSpPr/>
        <p:nvPr/>
      </p:nvGrpSpPr>
      <p:grpSpPr>
        <a:xfrm>
          <a:off x="0" y="0"/>
          <a:ext cx="0" cy="0"/>
          <a:chOff x="0" y="0"/>
          <a:chExt cx="0" cy="0"/>
        </a:xfrm>
      </p:grpSpPr>
      <p:sp>
        <p:nvSpPr>
          <p:cNvPr id="524" name="Google Shape;524;p36"/>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5" name="Google Shape;525;p3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sp>
        <p:nvSpPr>
          <p:cNvPr id="526" name="Google Shape;526;p36"/>
          <p:cNvSpPr>
            <a:spLocks noGrp="1"/>
          </p:cNvSpPr>
          <p:nvPr>
            <p:ph type="pic" idx="2"/>
          </p:nvPr>
        </p:nvSpPr>
        <p:spPr>
          <a:xfrm>
            <a:off x="746424" y="1645920"/>
            <a:ext cx="1252800" cy="1140000"/>
          </a:xfrm>
          <a:prstGeom prst="roundRect">
            <a:avLst>
              <a:gd name="adj" fmla="val 16667"/>
            </a:avLst>
          </a:prstGeom>
          <a:noFill/>
          <a:ln>
            <a:noFill/>
          </a:ln>
        </p:spPr>
      </p:sp>
      <p:sp>
        <p:nvSpPr>
          <p:cNvPr id="527" name="Google Shape;527;p36"/>
          <p:cNvSpPr txBox="1">
            <a:spLocks noGrp="1"/>
          </p:cNvSpPr>
          <p:nvPr>
            <p:ph type="subTitle" idx="1"/>
          </p:nvPr>
        </p:nvSpPr>
        <p:spPr>
          <a:xfrm>
            <a:off x="2449634" y="164592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28" name="Google Shape;528;p36"/>
          <p:cNvSpPr txBox="1">
            <a:spLocks noGrp="1"/>
          </p:cNvSpPr>
          <p:nvPr>
            <p:ph type="body" idx="3"/>
          </p:nvPr>
        </p:nvSpPr>
        <p:spPr>
          <a:xfrm>
            <a:off x="2472155" y="2167078"/>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529" name="Google Shape;529;p36"/>
          <p:cNvSpPr>
            <a:spLocks noGrp="1"/>
          </p:cNvSpPr>
          <p:nvPr>
            <p:ph type="pic" idx="4"/>
          </p:nvPr>
        </p:nvSpPr>
        <p:spPr>
          <a:xfrm>
            <a:off x="746424" y="3296594"/>
            <a:ext cx="1252800" cy="1140000"/>
          </a:xfrm>
          <a:prstGeom prst="roundRect">
            <a:avLst>
              <a:gd name="adj" fmla="val 16667"/>
            </a:avLst>
          </a:prstGeom>
          <a:noFill/>
          <a:ln>
            <a:noFill/>
          </a:ln>
        </p:spPr>
      </p:sp>
      <p:sp>
        <p:nvSpPr>
          <p:cNvPr id="530" name="Google Shape;530;p36"/>
          <p:cNvSpPr txBox="1">
            <a:spLocks noGrp="1"/>
          </p:cNvSpPr>
          <p:nvPr>
            <p:ph type="subTitle" idx="5"/>
          </p:nvPr>
        </p:nvSpPr>
        <p:spPr>
          <a:xfrm>
            <a:off x="2449634" y="3296594"/>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1600"/>
              <a:buFont typeface="IBM Plex Sans Medium"/>
              <a:buNone/>
              <a:defRPr>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1" name="Google Shape;531;p36"/>
          <p:cNvSpPr txBox="1">
            <a:spLocks noGrp="1"/>
          </p:cNvSpPr>
          <p:nvPr>
            <p:ph type="body" idx="6"/>
          </p:nvPr>
        </p:nvSpPr>
        <p:spPr>
          <a:xfrm>
            <a:off x="2472155" y="3817752"/>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532" name="Google Shape;532;p36"/>
          <p:cNvSpPr>
            <a:spLocks noGrp="1"/>
          </p:cNvSpPr>
          <p:nvPr>
            <p:ph type="pic" idx="7"/>
          </p:nvPr>
        </p:nvSpPr>
        <p:spPr>
          <a:xfrm>
            <a:off x="746424" y="4947267"/>
            <a:ext cx="1252800" cy="1140000"/>
          </a:xfrm>
          <a:prstGeom prst="roundRect">
            <a:avLst>
              <a:gd name="adj" fmla="val 16667"/>
            </a:avLst>
          </a:prstGeom>
          <a:noFill/>
          <a:ln>
            <a:noFill/>
          </a:ln>
        </p:spPr>
      </p:sp>
      <p:sp>
        <p:nvSpPr>
          <p:cNvPr id="533" name="Google Shape;533;p36"/>
          <p:cNvSpPr txBox="1">
            <a:spLocks noGrp="1"/>
          </p:cNvSpPr>
          <p:nvPr>
            <p:ph type="subTitle" idx="8"/>
          </p:nvPr>
        </p:nvSpPr>
        <p:spPr>
          <a:xfrm>
            <a:off x="2449634" y="4947267"/>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4" name="Google Shape;534;p36"/>
          <p:cNvSpPr txBox="1">
            <a:spLocks noGrp="1"/>
          </p:cNvSpPr>
          <p:nvPr>
            <p:ph type="body" idx="9"/>
          </p:nvPr>
        </p:nvSpPr>
        <p:spPr>
          <a:xfrm>
            <a:off x="2472155" y="5468426"/>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cxnSp>
        <p:nvCxnSpPr>
          <p:cNvPr id="535" name="Google Shape;535;p36"/>
          <p:cNvCxnSpPr/>
          <p:nvPr/>
        </p:nvCxnSpPr>
        <p:spPr>
          <a:xfrm>
            <a:off x="732960" y="3051573"/>
            <a:ext cx="13166400" cy="0"/>
          </a:xfrm>
          <a:prstGeom prst="straightConnector1">
            <a:avLst/>
          </a:prstGeom>
          <a:noFill/>
          <a:ln w="9525" cap="flat" cmpd="sng">
            <a:solidFill>
              <a:schemeClr val="accent5"/>
            </a:solidFill>
            <a:prstDash val="dash"/>
            <a:round/>
            <a:headEnd type="none" w="med" len="med"/>
            <a:tailEnd type="none" w="med" len="med"/>
          </a:ln>
        </p:spPr>
      </p:cxnSp>
      <p:cxnSp>
        <p:nvCxnSpPr>
          <p:cNvPr id="536" name="Google Shape;536;p36"/>
          <p:cNvCxnSpPr/>
          <p:nvPr/>
        </p:nvCxnSpPr>
        <p:spPr>
          <a:xfrm>
            <a:off x="732960" y="4694112"/>
            <a:ext cx="13166400" cy="0"/>
          </a:xfrm>
          <a:prstGeom prst="straightConnector1">
            <a:avLst/>
          </a:prstGeom>
          <a:noFill/>
          <a:ln w="9525" cap="flat" cmpd="sng">
            <a:solidFill>
              <a:schemeClr val="accent5"/>
            </a:solidFill>
            <a:prstDash val="dash"/>
            <a:round/>
            <a:headEnd type="none" w="med" len="med"/>
            <a:tailEnd type="none" w="med" len="med"/>
          </a:ln>
        </p:spPr>
      </p:cxnSp>
      <p:sp>
        <p:nvSpPr>
          <p:cNvPr id="537" name="Google Shape;537;p36"/>
          <p:cNvSpPr>
            <a:spLocks noGrp="1"/>
          </p:cNvSpPr>
          <p:nvPr>
            <p:ph type="pic" idx="13"/>
          </p:nvPr>
        </p:nvSpPr>
        <p:spPr>
          <a:xfrm>
            <a:off x="746424" y="6563280"/>
            <a:ext cx="1252800" cy="1140000"/>
          </a:xfrm>
          <a:prstGeom prst="roundRect">
            <a:avLst>
              <a:gd name="adj" fmla="val 16667"/>
            </a:avLst>
          </a:prstGeom>
          <a:noFill/>
          <a:ln>
            <a:noFill/>
          </a:ln>
        </p:spPr>
      </p:sp>
      <p:sp>
        <p:nvSpPr>
          <p:cNvPr id="538" name="Google Shape;538;p36"/>
          <p:cNvSpPr txBox="1">
            <a:spLocks noGrp="1"/>
          </p:cNvSpPr>
          <p:nvPr>
            <p:ph type="subTitle" idx="14"/>
          </p:nvPr>
        </p:nvSpPr>
        <p:spPr>
          <a:xfrm>
            <a:off x="2449634" y="656328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9" name="Google Shape;539;p36"/>
          <p:cNvSpPr txBox="1">
            <a:spLocks noGrp="1"/>
          </p:cNvSpPr>
          <p:nvPr>
            <p:ph type="body" idx="15"/>
          </p:nvPr>
        </p:nvSpPr>
        <p:spPr>
          <a:xfrm>
            <a:off x="2450360" y="7101840"/>
            <a:ext cx="1142688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cxnSp>
        <p:nvCxnSpPr>
          <p:cNvPr id="540" name="Google Shape;540;p36"/>
          <p:cNvCxnSpPr/>
          <p:nvPr/>
        </p:nvCxnSpPr>
        <p:spPr>
          <a:xfrm>
            <a:off x="732960" y="6310125"/>
            <a:ext cx="13166400" cy="0"/>
          </a:xfrm>
          <a:prstGeom prst="straightConnector1">
            <a:avLst/>
          </a:prstGeom>
          <a:noFill/>
          <a:ln w="9525" cap="flat" cmpd="sng">
            <a:solidFill>
              <a:schemeClr val="accent5"/>
            </a:solidFill>
            <a:prstDash val="dash"/>
            <a:round/>
            <a:headEnd type="none" w="med" len="med"/>
            <a:tailEnd type="none" w="med" len="med"/>
          </a:ln>
        </p:spPr>
      </p:cxnSp>
      <p:pic>
        <p:nvPicPr>
          <p:cNvPr id="541" name="Google Shape;541;p36"/>
          <p:cNvPicPr preferRelativeResize="0"/>
          <p:nvPr/>
        </p:nvPicPr>
        <p:blipFill>
          <a:blip r:embed="rId2">
            <a:alphaModFix/>
          </a:blip>
          <a:stretch>
            <a:fillRect/>
          </a:stretch>
        </p:blipFill>
        <p:spPr>
          <a:xfrm>
            <a:off x="13671763" y="99217"/>
            <a:ext cx="958624" cy="958626"/>
          </a:xfrm>
          <a:prstGeom prst="rect">
            <a:avLst/>
          </a:prstGeom>
          <a:noFill/>
          <a:ln>
            <a:noFill/>
          </a:ln>
        </p:spPr>
      </p:pic>
    </p:spTree>
    <p:extLst>
      <p:ext uri="{BB962C8B-B14F-4D97-AF65-F5344CB8AC3E}">
        <p14:creationId xmlns:p14="http://schemas.microsoft.com/office/powerpoint/2010/main" val="5237962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4 Topics &amp; Image">
  <p:cSld name="4 Topics &amp; Image">
    <p:spTree>
      <p:nvGrpSpPr>
        <p:cNvPr id="1" name="Shape 542"/>
        <p:cNvGrpSpPr/>
        <p:nvPr/>
      </p:nvGrpSpPr>
      <p:grpSpPr>
        <a:xfrm>
          <a:off x="0" y="0"/>
          <a:ext cx="0" cy="0"/>
          <a:chOff x="0" y="0"/>
          <a:chExt cx="0" cy="0"/>
        </a:xfrm>
      </p:grpSpPr>
      <p:sp>
        <p:nvSpPr>
          <p:cNvPr id="543" name="Google Shape;543;p37"/>
          <p:cNvSpPr txBox="1">
            <a:spLocks noGrp="1"/>
          </p:cNvSpPr>
          <p:nvPr>
            <p:ph type="subTitle" idx="1"/>
          </p:nvPr>
        </p:nvSpPr>
        <p:spPr>
          <a:xfrm>
            <a:off x="738560" y="1820000"/>
            <a:ext cx="12740160" cy="958560"/>
          </a:xfrm>
          <a:prstGeom prst="rect">
            <a:avLst/>
          </a:prstGeom>
        </p:spPr>
        <p:txBody>
          <a:bodyPr spcFirstLastPara="1" wrap="square" lIns="0" tIns="0" rIns="0" bIns="0" anchor="t" anchorCtr="0">
            <a:normAutofit/>
          </a:bodyPr>
          <a:lstStyle>
            <a:lvl1pPr lvl="0">
              <a:spcBef>
                <a:spcPts val="0"/>
              </a:spcBef>
              <a:spcAft>
                <a:spcPts val="0"/>
              </a:spcAft>
              <a:buClr>
                <a:schemeClr val="accent4"/>
              </a:buClr>
              <a:buSzPts val="1500"/>
              <a:buFont typeface="IBM Plex Sans Medium"/>
              <a:buNone/>
              <a:defRPr sz="2400">
                <a:solidFill>
                  <a:schemeClr val="accent4"/>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4" name="Google Shape;544;p37"/>
          <p:cNvSpPr/>
          <p:nvPr/>
        </p:nvSpPr>
        <p:spPr>
          <a:xfrm>
            <a:off x="946560" y="3221240"/>
            <a:ext cx="6639840" cy="4262880"/>
          </a:xfrm>
          <a:prstGeom prst="roundRect">
            <a:avLst>
              <a:gd name="adj" fmla="val 10160"/>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45" name="Google Shape;545;p37"/>
          <p:cNvSpPr>
            <a:spLocks noGrp="1"/>
          </p:cNvSpPr>
          <p:nvPr>
            <p:ph type="pic" idx="2"/>
          </p:nvPr>
        </p:nvSpPr>
        <p:spPr>
          <a:xfrm>
            <a:off x="731520" y="2977400"/>
            <a:ext cx="6582240" cy="4262880"/>
          </a:xfrm>
          <a:prstGeom prst="roundRect">
            <a:avLst>
              <a:gd name="adj" fmla="val 10485"/>
            </a:avLst>
          </a:prstGeom>
          <a:noFill/>
          <a:ln>
            <a:noFill/>
          </a:ln>
        </p:spPr>
      </p:sp>
      <p:sp>
        <p:nvSpPr>
          <p:cNvPr id="546" name="Google Shape;546;p3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547" name="Google Shape;547;p37"/>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548" name="Google Shape;548;p37"/>
          <p:cNvSpPr txBox="1">
            <a:spLocks noGrp="1"/>
          </p:cNvSpPr>
          <p:nvPr>
            <p:ph type="subTitle" idx="3"/>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549" name="Google Shape;549;p37"/>
          <p:cNvCxnSpPr>
            <a:endCxn id="550" idx="0"/>
          </p:cNvCxnSpPr>
          <p:nvPr/>
        </p:nvCxnSpPr>
        <p:spPr>
          <a:xfrm flipH="1">
            <a:off x="8550157" y="3310293"/>
            <a:ext cx="9120" cy="3247680"/>
          </a:xfrm>
          <a:prstGeom prst="straightConnector1">
            <a:avLst/>
          </a:prstGeom>
          <a:noFill/>
          <a:ln w="9525" cap="flat" cmpd="sng">
            <a:solidFill>
              <a:srgbClr val="BBBCBC"/>
            </a:solidFill>
            <a:prstDash val="dash"/>
            <a:round/>
            <a:headEnd type="none" w="med" len="med"/>
            <a:tailEnd type="none" w="med" len="med"/>
          </a:ln>
        </p:spPr>
      </p:cxnSp>
      <p:sp>
        <p:nvSpPr>
          <p:cNvPr id="551" name="Google Shape;551;p37"/>
          <p:cNvSpPr/>
          <p:nvPr/>
        </p:nvSpPr>
        <p:spPr>
          <a:xfrm>
            <a:off x="8208837" y="2977397"/>
            <a:ext cx="682560" cy="68256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2" name="Google Shape;552;p37"/>
          <p:cNvSpPr/>
          <p:nvPr/>
        </p:nvSpPr>
        <p:spPr>
          <a:xfrm>
            <a:off x="8208837" y="4143882"/>
            <a:ext cx="682560" cy="68256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3" name="Google Shape;553;p37"/>
          <p:cNvSpPr/>
          <p:nvPr/>
        </p:nvSpPr>
        <p:spPr>
          <a:xfrm rot="-2700000">
            <a:off x="8279308" y="5423055"/>
            <a:ext cx="541701" cy="538306"/>
          </a:xfrm>
          <a:prstGeom prst="roundRect">
            <a:avLst>
              <a:gd name="adj" fmla="val 5808"/>
            </a:avLst>
          </a:prstGeom>
          <a:solidFill>
            <a:srgbClr val="0072CE"/>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0" name="Google Shape;550;p37"/>
          <p:cNvSpPr/>
          <p:nvPr/>
        </p:nvSpPr>
        <p:spPr>
          <a:xfrm>
            <a:off x="8208877" y="6557973"/>
            <a:ext cx="682560" cy="682560"/>
          </a:xfrm>
          <a:prstGeom prst="roundRect">
            <a:avLst>
              <a:gd name="adj" fmla="val 50000"/>
            </a:avLst>
          </a:prstGeom>
          <a:solidFill>
            <a:srgbClr val="888B8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4" name="Google Shape;554;p37"/>
          <p:cNvSpPr txBox="1">
            <a:spLocks noGrp="1"/>
          </p:cNvSpPr>
          <p:nvPr>
            <p:ph type="subTitle" idx="4"/>
          </p:nvPr>
        </p:nvSpPr>
        <p:spPr>
          <a:xfrm>
            <a:off x="9214000" y="3153560"/>
            <a:ext cx="4457760" cy="330240"/>
          </a:xfrm>
          <a:prstGeom prst="rect">
            <a:avLst/>
          </a:prstGeom>
        </p:spPr>
        <p:txBody>
          <a:bodyPr spcFirstLastPara="1" wrap="square" lIns="0" tIns="0" rIns="0" bIns="0" anchor="t" anchorCtr="0">
            <a:normAutofit/>
          </a:bodyPr>
          <a:lstStyle>
            <a:lvl1pPr lv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5" name="Google Shape;555;p37"/>
          <p:cNvSpPr txBox="1">
            <a:spLocks noGrp="1"/>
          </p:cNvSpPr>
          <p:nvPr>
            <p:ph type="subTitle" idx="5"/>
          </p:nvPr>
        </p:nvSpPr>
        <p:spPr>
          <a:xfrm>
            <a:off x="9214000" y="4320040"/>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6" name="Google Shape;556;p37"/>
          <p:cNvSpPr txBox="1">
            <a:spLocks noGrp="1"/>
          </p:cNvSpPr>
          <p:nvPr>
            <p:ph type="subTitle" idx="6"/>
          </p:nvPr>
        </p:nvSpPr>
        <p:spPr>
          <a:xfrm>
            <a:off x="9214000" y="5526085"/>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7" name="Google Shape;557;p37"/>
          <p:cNvSpPr txBox="1">
            <a:spLocks noGrp="1"/>
          </p:cNvSpPr>
          <p:nvPr>
            <p:ph type="subTitle" idx="7"/>
          </p:nvPr>
        </p:nvSpPr>
        <p:spPr>
          <a:xfrm>
            <a:off x="9214000" y="6758502"/>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8" name="Google Shape;558;p3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34906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bout Camunda">
  <p:cSld name="About Camunda">
    <p:bg>
      <p:bgPr>
        <a:solidFill>
          <a:schemeClr val="dk1"/>
        </a:solidFill>
        <a:effectLst/>
      </p:bgPr>
    </p:bg>
    <p:spTree>
      <p:nvGrpSpPr>
        <p:cNvPr id="1" name="Shape 559"/>
        <p:cNvGrpSpPr/>
        <p:nvPr/>
      </p:nvGrpSpPr>
      <p:grpSpPr>
        <a:xfrm>
          <a:off x="0" y="0"/>
          <a:ext cx="0" cy="0"/>
          <a:chOff x="0" y="0"/>
          <a:chExt cx="0" cy="0"/>
        </a:xfrm>
      </p:grpSpPr>
      <p:sp>
        <p:nvSpPr>
          <p:cNvPr id="560" name="Google Shape;560;p38"/>
          <p:cNvSpPr/>
          <p:nvPr/>
        </p:nvSpPr>
        <p:spPr>
          <a:xfrm>
            <a:off x="376280" y="3420960"/>
            <a:ext cx="13522560" cy="5003040"/>
          </a:xfrm>
          <a:prstGeom prst="round2SameRect">
            <a:avLst>
              <a:gd name="adj1" fmla="val 6841"/>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61" name="Google Shape;561;p38"/>
          <p:cNvSpPr txBox="1">
            <a:spLocks noGrp="1"/>
          </p:cNvSpPr>
          <p:nvPr>
            <p:ph type="body" idx="1"/>
          </p:nvPr>
        </p:nvSpPr>
        <p:spPr>
          <a:xfrm>
            <a:off x="731520" y="4886880"/>
            <a:ext cx="6583680" cy="2184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sz="2560"/>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562" name="Google Shape;562;p38"/>
          <p:cNvSpPr txBox="1">
            <a:spLocks noGrp="1"/>
          </p:cNvSpPr>
          <p:nvPr>
            <p:ph type="subTitle" idx="2"/>
          </p:nvPr>
        </p:nvSpPr>
        <p:spPr>
          <a:xfrm>
            <a:off x="747320" y="745940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63" name="Google Shape;563;p38"/>
          <p:cNvPicPr preferRelativeResize="0"/>
          <p:nvPr/>
        </p:nvPicPr>
        <p:blipFill>
          <a:blip r:embed="rId2">
            <a:alphaModFix/>
          </a:blip>
          <a:stretch>
            <a:fillRect/>
          </a:stretch>
        </p:blipFill>
        <p:spPr>
          <a:xfrm>
            <a:off x="13678909" y="100272"/>
            <a:ext cx="958624" cy="960083"/>
          </a:xfrm>
          <a:prstGeom prst="rect">
            <a:avLst/>
          </a:prstGeom>
          <a:noFill/>
          <a:ln>
            <a:noFill/>
          </a:ln>
        </p:spPr>
      </p:pic>
      <p:pic>
        <p:nvPicPr>
          <p:cNvPr id="564" name="Google Shape;564;p38"/>
          <p:cNvPicPr preferRelativeResize="0"/>
          <p:nvPr/>
        </p:nvPicPr>
        <p:blipFill>
          <a:blip r:embed="rId3">
            <a:alphaModFix/>
          </a:blip>
          <a:stretch>
            <a:fillRect/>
          </a:stretch>
        </p:blipFill>
        <p:spPr>
          <a:xfrm>
            <a:off x="731521" y="1060358"/>
            <a:ext cx="4382155" cy="1499960"/>
          </a:xfrm>
          <a:prstGeom prst="rect">
            <a:avLst/>
          </a:prstGeom>
          <a:noFill/>
          <a:ln>
            <a:noFill/>
          </a:ln>
        </p:spPr>
      </p:pic>
      <p:sp>
        <p:nvSpPr>
          <p:cNvPr id="565" name="Google Shape;565;p38"/>
          <p:cNvSpPr txBox="1"/>
          <p:nvPr/>
        </p:nvSpPr>
        <p:spPr>
          <a:xfrm>
            <a:off x="747320" y="172480"/>
            <a:ext cx="6165600" cy="837152"/>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5440" b="1">
                <a:solidFill>
                  <a:schemeClr val="lt1"/>
                </a:solidFill>
                <a:latin typeface="IBM Plex Sans"/>
                <a:ea typeface="IBM Plex Sans"/>
                <a:cs typeface="IBM Plex Sans"/>
                <a:sym typeface="IBM Plex Sans"/>
              </a:rPr>
              <a:t>About</a:t>
            </a:r>
            <a:endParaRPr sz="5440" b="1">
              <a:solidFill>
                <a:schemeClr val="lt1"/>
              </a:solidFill>
              <a:latin typeface="IBM Plex Sans"/>
              <a:ea typeface="IBM Plex Sans"/>
              <a:cs typeface="IBM Plex Sans"/>
              <a:sym typeface="IBM Plex Sans"/>
            </a:endParaRPr>
          </a:p>
        </p:txBody>
      </p:sp>
      <p:sp>
        <p:nvSpPr>
          <p:cNvPr id="566" name="Google Shape;566;p38"/>
          <p:cNvSpPr txBox="1">
            <a:spLocks noGrp="1"/>
          </p:cNvSpPr>
          <p:nvPr>
            <p:ph type="subTitle" idx="3"/>
          </p:nvPr>
        </p:nvSpPr>
        <p:spPr>
          <a:xfrm>
            <a:off x="731520" y="3696240"/>
            <a:ext cx="6583680" cy="83712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7" name="Google Shape;567;p38"/>
          <p:cNvSpPr txBox="1"/>
          <p:nvPr/>
        </p:nvSpPr>
        <p:spPr>
          <a:xfrm>
            <a:off x="747320" y="2758800"/>
            <a:ext cx="5030400" cy="33888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1920"/>
              </a:spcAft>
              <a:buNone/>
            </a:pPr>
            <a:r>
              <a:rPr lang="en" sz="2160">
                <a:solidFill>
                  <a:srgbClr val="F7F7F7"/>
                </a:solidFill>
                <a:latin typeface="IBM Plex Sans Medium"/>
                <a:ea typeface="IBM Plex Sans Medium"/>
                <a:cs typeface="IBM Plex Sans Medium"/>
                <a:sym typeface="IBM Plex Sans Medium"/>
              </a:rPr>
              <a:t>Orchestrate. Automate. Transform.</a:t>
            </a:r>
            <a:endParaRPr sz="2160">
              <a:solidFill>
                <a:srgbClr val="F7F7F7"/>
              </a:solidFill>
              <a:latin typeface="IBM Plex Sans Medium"/>
              <a:ea typeface="IBM Plex Sans Medium"/>
              <a:cs typeface="IBM Plex Sans Medium"/>
              <a:sym typeface="IBM Plex Sans Medium"/>
            </a:endParaRPr>
          </a:p>
        </p:txBody>
      </p:sp>
      <p:grpSp>
        <p:nvGrpSpPr>
          <p:cNvPr id="568" name="Google Shape;568;p38"/>
          <p:cNvGrpSpPr/>
          <p:nvPr/>
        </p:nvGrpSpPr>
        <p:grpSpPr>
          <a:xfrm>
            <a:off x="6171417" y="816366"/>
            <a:ext cx="6276491" cy="1865997"/>
            <a:chOff x="4932575" y="3084725"/>
            <a:chExt cx="3928700" cy="1168000"/>
          </a:xfrm>
        </p:grpSpPr>
        <p:cxnSp>
          <p:nvCxnSpPr>
            <p:cNvPr id="569" name="Google Shape;569;p38"/>
            <p:cNvCxnSpPr/>
            <p:nvPr/>
          </p:nvCxnSpPr>
          <p:spPr>
            <a:xfrm>
              <a:off x="5681125" y="3991125"/>
              <a:ext cx="1563900" cy="0"/>
            </a:xfrm>
            <a:prstGeom prst="straightConnector1">
              <a:avLst/>
            </a:prstGeom>
            <a:noFill/>
            <a:ln w="19050" cap="flat" cmpd="sng">
              <a:solidFill>
                <a:schemeClr val="accent1"/>
              </a:solidFill>
              <a:prstDash val="dash"/>
              <a:round/>
              <a:headEnd type="none" w="med" len="med"/>
              <a:tailEnd type="none" w="med" len="med"/>
            </a:ln>
          </p:spPr>
        </p:cxnSp>
        <p:cxnSp>
          <p:nvCxnSpPr>
            <p:cNvPr id="570" name="Google Shape;570;p38"/>
            <p:cNvCxnSpPr>
              <a:stCxn id="571" idx="6"/>
              <a:endCxn id="572" idx="2"/>
            </p:cNvCxnSpPr>
            <p:nvPr/>
          </p:nvCxnSpPr>
          <p:spPr>
            <a:xfrm>
              <a:off x="5214275" y="3346325"/>
              <a:ext cx="3365400" cy="0"/>
            </a:xfrm>
            <a:prstGeom prst="straightConnector1">
              <a:avLst/>
            </a:prstGeom>
            <a:noFill/>
            <a:ln w="19050" cap="flat" cmpd="sng">
              <a:solidFill>
                <a:schemeClr val="accent1"/>
              </a:solidFill>
              <a:prstDash val="dash"/>
              <a:round/>
              <a:headEnd type="none" w="med" len="med"/>
              <a:tailEnd type="none" w="med" len="med"/>
            </a:ln>
          </p:spPr>
        </p:cxnSp>
        <p:sp>
          <p:nvSpPr>
            <p:cNvPr id="571" name="Google Shape;571;p38"/>
            <p:cNvSpPr/>
            <p:nvPr/>
          </p:nvSpPr>
          <p:spPr>
            <a:xfrm>
              <a:off x="4932575" y="3205475"/>
              <a:ext cx="281700" cy="28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2" name="Google Shape;572;p38"/>
            <p:cNvSpPr/>
            <p:nvPr/>
          </p:nvSpPr>
          <p:spPr>
            <a:xfrm>
              <a:off x="8579575" y="3205475"/>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3" name="Google Shape;573;p38"/>
            <p:cNvSpPr/>
            <p:nvPr/>
          </p:nvSpPr>
          <p:spPr>
            <a:xfrm rot="2700000">
              <a:off x="5526360" y="3205477"/>
              <a:ext cx="281711" cy="281711"/>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4" name="Google Shape;574;p38"/>
            <p:cNvSpPr/>
            <p:nvPr/>
          </p:nvSpPr>
          <p:spPr>
            <a:xfrm rot="2700000">
              <a:off x="7071978" y="3205477"/>
              <a:ext cx="281711" cy="281711"/>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5" name="Google Shape;575;p38"/>
            <p:cNvSpPr/>
            <p:nvPr/>
          </p:nvSpPr>
          <p:spPr>
            <a:xfrm>
              <a:off x="6108675" y="3084725"/>
              <a:ext cx="662700" cy="5232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6" name="Google Shape;576;p38"/>
            <p:cNvSpPr/>
            <p:nvPr/>
          </p:nvSpPr>
          <p:spPr>
            <a:xfrm>
              <a:off x="6350925" y="3729525"/>
              <a:ext cx="662700" cy="523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7" name="Google Shape;577;p38"/>
            <p:cNvSpPr/>
            <p:nvPr/>
          </p:nvSpPr>
          <p:spPr>
            <a:xfrm>
              <a:off x="7664450" y="3084725"/>
              <a:ext cx="662700" cy="5232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cxnSp>
          <p:nvCxnSpPr>
            <p:cNvPr id="578" name="Google Shape;578;p38"/>
            <p:cNvCxnSpPr/>
            <p:nvPr/>
          </p:nvCxnSpPr>
          <p:spPr>
            <a:xfrm>
              <a:off x="5667225" y="3545525"/>
              <a:ext cx="0" cy="445500"/>
            </a:xfrm>
            <a:prstGeom prst="straightConnector1">
              <a:avLst/>
            </a:prstGeom>
            <a:noFill/>
            <a:ln w="19050" cap="flat" cmpd="sng">
              <a:solidFill>
                <a:schemeClr val="accent1"/>
              </a:solidFill>
              <a:prstDash val="dash"/>
              <a:round/>
              <a:headEnd type="none" w="med" len="med"/>
              <a:tailEnd type="none" w="med" len="med"/>
            </a:ln>
          </p:spPr>
        </p:cxnSp>
        <p:cxnSp>
          <p:nvCxnSpPr>
            <p:cNvPr id="579" name="Google Shape;579;p38"/>
            <p:cNvCxnSpPr/>
            <p:nvPr/>
          </p:nvCxnSpPr>
          <p:spPr>
            <a:xfrm>
              <a:off x="7212825" y="3545525"/>
              <a:ext cx="0" cy="445500"/>
            </a:xfrm>
            <a:prstGeom prst="straightConnector1">
              <a:avLst/>
            </a:prstGeom>
            <a:noFill/>
            <a:ln w="19050" cap="flat" cmpd="sng">
              <a:solidFill>
                <a:schemeClr val="accent1"/>
              </a:solidFill>
              <a:prstDash val="dash"/>
              <a:round/>
              <a:headEnd type="none" w="med" len="med"/>
              <a:tailEnd type="none" w="med" len="med"/>
            </a:ln>
          </p:spPr>
        </p:cxnSp>
      </p:grpSp>
    </p:spTree>
    <p:extLst>
      <p:ext uri="{BB962C8B-B14F-4D97-AF65-F5344CB8AC3E}">
        <p14:creationId xmlns:p14="http://schemas.microsoft.com/office/powerpoint/2010/main" val="5070305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se Study - 1">
  <p:cSld name="Case Study - 1">
    <p:spTree>
      <p:nvGrpSpPr>
        <p:cNvPr id="1" name="Shape 580"/>
        <p:cNvGrpSpPr/>
        <p:nvPr/>
      </p:nvGrpSpPr>
      <p:grpSpPr>
        <a:xfrm>
          <a:off x="0" y="0"/>
          <a:ext cx="0" cy="0"/>
          <a:chOff x="0" y="0"/>
          <a:chExt cx="0" cy="0"/>
        </a:xfrm>
      </p:grpSpPr>
      <p:sp>
        <p:nvSpPr>
          <p:cNvPr id="581" name="Google Shape;581;p39"/>
          <p:cNvSpPr/>
          <p:nvPr/>
        </p:nvSpPr>
        <p:spPr>
          <a:xfrm>
            <a:off x="8349981" y="389008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82" name="Google Shape;582;p39"/>
          <p:cNvSpPr/>
          <p:nvPr/>
        </p:nvSpPr>
        <p:spPr>
          <a:xfrm>
            <a:off x="8349981" y="603596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83" name="Google Shape;583;p3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4" name="Google Shape;584;p3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585" name="Google Shape;585;p3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586" name="Google Shape;586;p3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7" name="Google Shape;587;p39"/>
          <p:cNvSpPr txBox="1">
            <a:spLocks noGrp="1"/>
          </p:cNvSpPr>
          <p:nvPr>
            <p:ph type="subTitle" idx="2"/>
          </p:nvPr>
        </p:nvSpPr>
        <p:spPr>
          <a:xfrm>
            <a:off x="761720" y="1853960"/>
            <a:ext cx="6180000" cy="70656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588" name="Google Shape;588;p39"/>
          <p:cNvSpPr txBox="1">
            <a:spLocks noGrp="1"/>
          </p:cNvSpPr>
          <p:nvPr>
            <p:ph type="body" idx="3"/>
          </p:nvPr>
        </p:nvSpPr>
        <p:spPr>
          <a:xfrm>
            <a:off x="761720" y="2759360"/>
            <a:ext cx="6180000" cy="494400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589" name="Google Shape;589;p39"/>
          <p:cNvSpPr/>
          <p:nvPr/>
        </p:nvSpPr>
        <p:spPr>
          <a:xfrm>
            <a:off x="8349981" y="188268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90" name="Google Shape;590;p39"/>
          <p:cNvSpPr/>
          <p:nvPr/>
        </p:nvSpPr>
        <p:spPr>
          <a:xfrm>
            <a:off x="7766077" y="2028843"/>
            <a:ext cx="1213440" cy="121344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1" name="Google Shape;591;p39"/>
          <p:cNvSpPr/>
          <p:nvPr/>
        </p:nvSpPr>
        <p:spPr>
          <a:xfrm>
            <a:off x="7766077" y="4102566"/>
            <a:ext cx="1213440" cy="121344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2" name="Google Shape;592;p39"/>
          <p:cNvSpPr/>
          <p:nvPr/>
        </p:nvSpPr>
        <p:spPr>
          <a:xfrm rot="-2700000">
            <a:off x="7891378" y="6376512"/>
            <a:ext cx="963250" cy="957139"/>
          </a:xfrm>
          <a:prstGeom prst="roundRect">
            <a:avLst>
              <a:gd name="adj" fmla="val 5808"/>
            </a:avLst>
          </a:prstGeom>
          <a:solidFill>
            <a:schemeClr val="accent3"/>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3" name="Google Shape;593;p39"/>
          <p:cNvSpPr>
            <a:spLocks noGrp="1"/>
          </p:cNvSpPr>
          <p:nvPr>
            <p:ph type="pic" idx="4"/>
          </p:nvPr>
        </p:nvSpPr>
        <p:spPr>
          <a:xfrm>
            <a:off x="7902480" y="2153800"/>
            <a:ext cx="958560" cy="958560"/>
          </a:xfrm>
          <a:prstGeom prst="roundRect">
            <a:avLst>
              <a:gd name="adj" fmla="val 16667"/>
            </a:avLst>
          </a:prstGeom>
          <a:noFill/>
          <a:ln>
            <a:noFill/>
          </a:ln>
        </p:spPr>
      </p:sp>
      <p:sp>
        <p:nvSpPr>
          <p:cNvPr id="594" name="Google Shape;594;p39"/>
          <p:cNvSpPr>
            <a:spLocks noGrp="1"/>
          </p:cNvSpPr>
          <p:nvPr>
            <p:ph type="pic" idx="5"/>
          </p:nvPr>
        </p:nvSpPr>
        <p:spPr>
          <a:xfrm>
            <a:off x="7902480" y="4229920"/>
            <a:ext cx="958560" cy="958560"/>
          </a:xfrm>
          <a:prstGeom prst="roundRect">
            <a:avLst>
              <a:gd name="adj" fmla="val 16667"/>
            </a:avLst>
          </a:prstGeom>
          <a:noFill/>
          <a:ln>
            <a:noFill/>
          </a:ln>
        </p:spPr>
      </p:sp>
      <p:sp>
        <p:nvSpPr>
          <p:cNvPr id="595" name="Google Shape;595;p39"/>
          <p:cNvSpPr>
            <a:spLocks noGrp="1"/>
          </p:cNvSpPr>
          <p:nvPr>
            <p:ph type="pic" idx="6"/>
          </p:nvPr>
        </p:nvSpPr>
        <p:spPr>
          <a:xfrm>
            <a:off x="7902480" y="6375800"/>
            <a:ext cx="958560" cy="958560"/>
          </a:xfrm>
          <a:prstGeom prst="roundRect">
            <a:avLst>
              <a:gd name="adj" fmla="val 16667"/>
            </a:avLst>
          </a:prstGeom>
          <a:noFill/>
          <a:ln>
            <a:noFill/>
          </a:ln>
        </p:spPr>
      </p:sp>
      <p:sp>
        <p:nvSpPr>
          <p:cNvPr id="596" name="Google Shape;596;p39"/>
          <p:cNvSpPr txBox="1">
            <a:spLocks noGrp="1"/>
          </p:cNvSpPr>
          <p:nvPr>
            <p:ph type="subTitle" idx="7"/>
          </p:nvPr>
        </p:nvSpPr>
        <p:spPr>
          <a:xfrm>
            <a:off x="9284120" y="202884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None/>
              <a:defRPr sz="2560" b="1">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7" name="Google Shape;597;p39"/>
          <p:cNvSpPr txBox="1">
            <a:spLocks noGrp="1"/>
          </p:cNvSpPr>
          <p:nvPr>
            <p:ph type="body" idx="8"/>
          </p:nvPr>
        </p:nvSpPr>
        <p:spPr>
          <a:xfrm>
            <a:off x="9284120" y="256052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
        <p:nvSpPr>
          <p:cNvPr id="598" name="Google Shape;598;p39"/>
          <p:cNvSpPr txBox="1">
            <a:spLocks noGrp="1"/>
          </p:cNvSpPr>
          <p:nvPr>
            <p:ph type="subTitle" idx="9"/>
          </p:nvPr>
        </p:nvSpPr>
        <p:spPr>
          <a:xfrm>
            <a:off x="9284120" y="403240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None/>
              <a:defRPr sz="2560" b="1">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9" name="Google Shape;599;p39"/>
          <p:cNvSpPr txBox="1">
            <a:spLocks noGrp="1"/>
          </p:cNvSpPr>
          <p:nvPr>
            <p:ph type="body" idx="13"/>
          </p:nvPr>
        </p:nvSpPr>
        <p:spPr>
          <a:xfrm>
            <a:off x="9284120" y="456408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
        <p:nvSpPr>
          <p:cNvPr id="600" name="Google Shape;600;p39"/>
          <p:cNvSpPr txBox="1">
            <a:spLocks noGrp="1"/>
          </p:cNvSpPr>
          <p:nvPr>
            <p:ph type="subTitle" idx="14"/>
          </p:nvPr>
        </p:nvSpPr>
        <p:spPr>
          <a:xfrm>
            <a:off x="9284120" y="617836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2560" b="1">
                <a:solidFill>
                  <a:schemeClr val="accent3"/>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01" name="Google Shape;601;p39"/>
          <p:cNvSpPr txBox="1">
            <a:spLocks noGrp="1"/>
          </p:cNvSpPr>
          <p:nvPr>
            <p:ph type="body" idx="15"/>
          </p:nvPr>
        </p:nvSpPr>
        <p:spPr>
          <a:xfrm>
            <a:off x="9284120" y="671004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Tree>
    <p:extLst>
      <p:ext uri="{BB962C8B-B14F-4D97-AF65-F5344CB8AC3E}">
        <p14:creationId xmlns:p14="http://schemas.microsoft.com/office/powerpoint/2010/main" val="36845293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ase Study - 3">
  <p:cSld name="Case Study - 3">
    <p:spTree>
      <p:nvGrpSpPr>
        <p:cNvPr id="1" name="Shape 602"/>
        <p:cNvGrpSpPr/>
        <p:nvPr/>
      </p:nvGrpSpPr>
      <p:grpSpPr>
        <a:xfrm>
          <a:off x="0" y="0"/>
          <a:ext cx="0" cy="0"/>
          <a:chOff x="0" y="0"/>
          <a:chExt cx="0" cy="0"/>
        </a:xfrm>
      </p:grpSpPr>
      <p:sp>
        <p:nvSpPr>
          <p:cNvPr id="603" name="Google Shape;603;p4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604" name="Google Shape;604;p40"/>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05" name="Google Shape;605;p4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6" name="Google Shape;606;p40"/>
          <p:cNvSpPr txBox="1">
            <a:spLocks noGrp="1"/>
          </p:cNvSpPr>
          <p:nvPr>
            <p:ph type="subTitle" idx="2"/>
          </p:nvPr>
        </p:nvSpPr>
        <p:spPr>
          <a:xfrm>
            <a:off x="4225187" y="1809355"/>
            <a:ext cx="6180000" cy="7065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2000"/>
              <a:buNone/>
              <a:defRPr sz="3200" b="1">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7" name="Google Shape;607;p40"/>
          <p:cNvSpPr/>
          <p:nvPr/>
        </p:nvSpPr>
        <p:spPr>
          <a:xfrm>
            <a:off x="1909880" y="3263000"/>
            <a:ext cx="10810560" cy="3137760"/>
          </a:xfrm>
          <a:prstGeom prst="roundRect">
            <a:avLst>
              <a:gd name="adj" fmla="val 11847"/>
            </a:avLst>
          </a:prstGeom>
          <a:solidFill>
            <a:srgbClr val="434343"/>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608" name="Google Shape;608;p40"/>
          <p:cNvSpPr txBox="1">
            <a:spLocks noGrp="1"/>
          </p:cNvSpPr>
          <p:nvPr>
            <p:ph type="subTitle" idx="3"/>
          </p:nvPr>
        </p:nvSpPr>
        <p:spPr>
          <a:xfrm>
            <a:off x="4225187" y="2475200"/>
            <a:ext cx="6180000" cy="7065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609" name="Google Shape;609;p40"/>
          <p:cNvSpPr txBox="1">
            <a:spLocks noGrp="1"/>
          </p:cNvSpPr>
          <p:nvPr>
            <p:ph type="body" idx="4"/>
          </p:nvPr>
        </p:nvSpPr>
        <p:spPr>
          <a:xfrm>
            <a:off x="2532240" y="4992075"/>
            <a:ext cx="278256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0" name="Google Shape;610;p40"/>
          <p:cNvSpPr>
            <a:spLocks noGrp="1"/>
          </p:cNvSpPr>
          <p:nvPr>
            <p:ph type="pic" idx="5"/>
          </p:nvPr>
        </p:nvSpPr>
        <p:spPr>
          <a:xfrm>
            <a:off x="3476051" y="3561458"/>
            <a:ext cx="958560" cy="958560"/>
          </a:xfrm>
          <a:prstGeom prst="roundRect">
            <a:avLst>
              <a:gd name="adj" fmla="val 16667"/>
            </a:avLst>
          </a:prstGeom>
          <a:noFill/>
          <a:ln>
            <a:noFill/>
          </a:ln>
        </p:spPr>
      </p:sp>
      <p:sp>
        <p:nvSpPr>
          <p:cNvPr id="611" name="Google Shape;611;p40"/>
          <p:cNvSpPr txBox="1">
            <a:spLocks noGrp="1"/>
          </p:cNvSpPr>
          <p:nvPr>
            <p:ph type="subTitle" idx="6"/>
          </p:nvPr>
        </p:nvSpPr>
        <p:spPr>
          <a:xfrm>
            <a:off x="2532200" y="4638738"/>
            <a:ext cx="278256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sp>
        <p:nvSpPr>
          <p:cNvPr id="612" name="Google Shape;612;p40"/>
          <p:cNvSpPr txBox="1">
            <a:spLocks noGrp="1"/>
          </p:cNvSpPr>
          <p:nvPr>
            <p:ph type="body" idx="7"/>
          </p:nvPr>
        </p:nvSpPr>
        <p:spPr>
          <a:xfrm>
            <a:off x="6053360" y="4992075"/>
            <a:ext cx="262128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3" name="Google Shape;613;p40"/>
          <p:cNvSpPr>
            <a:spLocks noGrp="1"/>
          </p:cNvSpPr>
          <p:nvPr>
            <p:ph type="pic" idx="8"/>
          </p:nvPr>
        </p:nvSpPr>
        <p:spPr>
          <a:xfrm>
            <a:off x="6835896" y="3561458"/>
            <a:ext cx="958560" cy="958560"/>
          </a:xfrm>
          <a:prstGeom prst="roundRect">
            <a:avLst>
              <a:gd name="adj" fmla="val 16667"/>
            </a:avLst>
          </a:prstGeom>
          <a:noFill/>
          <a:ln>
            <a:noFill/>
          </a:ln>
        </p:spPr>
      </p:sp>
      <p:sp>
        <p:nvSpPr>
          <p:cNvPr id="614" name="Google Shape;614;p40"/>
          <p:cNvSpPr txBox="1">
            <a:spLocks noGrp="1"/>
          </p:cNvSpPr>
          <p:nvPr>
            <p:ph type="subTitle" idx="9"/>
          </p:nvPr>
        </p:nvSpPr>
        <p:spPr>
          <a:xfrm>
            <a:off x="6053520" y="4638738"/>
            <a:ext cx="262128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sp>
        <p:nvSpPr>
          <p:cNvPr id="615" name="Google Shape;615;p40"/>
          <p:cNvSpPr txBox="1">
            <a:spLocks noGrp="1"/>
          </p:cNvSpPr>
          <p:nvPr>
            <p:ph type="body" idx="13"/>
          </p:nvPr>
        </p:nvSpPr>
        <p:spPr>
          <a:xfrm>
            <a:off x="9283160" y="4992075"/>
            <a:ext cx="278256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6" name="Google Shape;616;p40"/>
          <p:cNvSpPr>
            <a:spLocks noGrp="1"/>
          </p:cNvSpPr>
          <p:nvPr>
            <p:ph type="pic" idx="14"/>
          </p:nvPr>
        </p:nvSpPr>
        <p:spPr>
          <a:xfrm>
            <a:off x="10161696" y="3561458"/>
            <a:ext cx="958560" cy="958560"/>
          </a:xfrm>
          <a:prstGeom prst="roundRect">
            <a:avLst>
              <a:gd name="adj" fmla="val 16667"/>
            </a:avLst>
          </a:prstGeom>
          <a:noFill/>
          <a:ln>
            <a:noFill/>
          </a:ln>
        </p:spPr>
      </p:sp>
      <p:sp>
        <p:nvSpPr>
          <p:cNvPr id="617" name="Google Shape;617;p40"/>
          <p:cNvSpPr txBox="1">
            <a:spLocks noGrp="1"/>
          </p:cNvSpPr>
          <p:nvPr>
            <p:ph type="subTitle" idx="15"/>
          </p:nvPr>
        </p:nvSpPr>
        <p:spPr>
          <a:xfrm>
            <a:off x="9283160" y="4638738"/>
            <a:ext cx="278256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grpSp>
        <p:nvGrpSpPr>
          <p:cNvPr id="618" name="Google Shape;618;p40"/>
          <p:cNvGrpSpPr/>
          <p:nvPr/>
        </p:nvGrpSpPr>
        <p:grpSpPr>
          <a:xfrm>
            <a:off x="11855164" y="5815200"/>
            <a:ext cx="2367186" cy="2034288"/>
            <a:chOff x="7208350" y="3156400"/>
            <a:chExt cx="1479491" cy="1271430"/>
          </a:xfrm>
        </p:grpSpPr>
        <p:sp>
          <p:nvSpPr>
            <p:cNvPr id="619" name="Google Shape;619;p40"/>
            <p:cNvSpPr/>
            <p:nvPr/>
          </p:nvSpPr>
          <p:spPr>
            <a:xfrm>
              <a:off x="820246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0" name="Google Shape;620;p40"/>
            <p:cNvSpPr/>
            <p:nvPr/>
          </p:nvSpPr>
          <p:spPr>
            <a:xfrm>
              <a:off x="820246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1" name="Google Shape;621;p40"/>
            <p:cNvSpPr/>
            <p:nvPr/>
          </p:nvSpPr>
          <p:spPr>
            <a:xfrm>
              <a:off x="820246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2" name="Google Shape;622;p40"/>
            <p:cNvSpPr/>
            <p:nvPr/>
          </p:nvSpPr>
          <p:spPr>
            <a:xfrm>
              <a:off x="8202466"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3" name="Google Shape;623;p40"/>
            <p:cNvSpPr/>
            <p:nvPr/>
          </p:nvSpPr>
          <p:spPr>
            <a:xfrm>
              <a:off x="8202466"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4" name="Google Shape;624;p40"/>
            <p:cNvSpPr/>
            <p:nvPr/>
          </p:nvSpPr>
          <p:spPr>
            <a:xfrm>
              <a:off x="7608951"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5" name="Google Shape;625;p40"/>
            <p:cNvSpPr/>
            <p:nvPr/>
          </p:nvSpPr>
          <p:spPr>
            <a:xfrm>
              <a:off x="7608951"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6" name="Google Shape;626;p40"/>
            <p:cNvSpPr/>
            <p:nvPr/>
          </p:nvSpPr>
          <p:spPr>
            <a:xfrm>
              <a:off x="7806789"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7" name="Google Shape;627;p40"/>
            <p:cNvSpPr/>
            <p:nvPr/>
          </p:nvSpPr>
          <p:spPr>
            <a:xfrm>
              <a:off x="7806789"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8" name="Google Shape;628;p40"/>
            <p:cNvSpPr/>
            <p:nvPr/>
          </p:nvSpPr>
          <p:spPr>
            <a:xfrm>
              <a:off x="8004628"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9" name="Google Shape;629;p40"/>
            <p:cNvSpPr/>
            <p:nvPr/>
          </p:nvSpPr>
          <p:spPr>
            <a:xfrm>
              <a:off x="8004628"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0" name="Google Shape;630;p40"/>
            <p:cNvSpPr/>
            <p:nvPr/>
          </p:nvSpPr>
          <p:spPr>
            <a:xfrm>
              <a:off x="8004628"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1" name="Google Shape;631;p40"/>
            <p:cNvSpPr/>
            <p:nvPr/>
          </p:nvSpPr>
          <p:spPr>
            <a:xfrm>
              <a:off x="8004628"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2" name="Google Shape;632;p40"/>
            <p:cNvSpPr/>
            <p:nvPr/>
          </p:nvSpPr>
          <p:spPr>
            <a:xfrm>
              <a:off x="8004628"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3" name="Google Shape;633;p40"/>
            <p:cNvSpPr/>
            <p:nvPr/>
          </p:nvSpPr>
          <p:spPr>
            <a:xfrm>
              <a:off x="8202466"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4" name="Google Shape;634;p40"/>
            <p:cNvSpPr/>
            <p:nvPr/>
          </p:nvSpPr>
          <p:spPr>
            <a:xfrm>
              <a:off x="7411112"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5" name="Google Shape;635;p40"/>
            <p:cNvSpPr/>
            <p:nvPr/>
          </p:nvSpPr>
          <p:spPr>
            <a:xfrm>
              <a:off x="7608951"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6" name="Google Shape;636;p40"/>
            <p:cNvSpPr/>
            <p:nvPr/>
          </p:nvSpPr>
          <p:spPr>
            <a:xfrm>
              <a:off x="7806789"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7" name="Google Shape;637;p40"/>
            <p:cNvSpPr/>
            <p:nvPr/>
          </p:nvSpPr>
          <p:spPr>
            <a:xfrm>
              <a:off x="8004628"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8" name="Google Shape;638;p40"/>
            <p:cNvSpPr/>
            <p:nvPr/>
          </p:nvSpPr>
          <p:spPr>
            <a:xfrm>
              <a:off x="7208350"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9" name="Google Shape;639;p40"/>
            <p:cNvSpPr/>
            <p:nvPr/>
          </p:nvSpPr>
          <p:spPr>
            <a:xfrm>
              <a:off x="8202466"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0" name="Google Shape;640;p40"/>
            <p:cNvSpPr/>
            <p:nvPr/>
          </p:nvSpPr>
          <p:spPr>
            <a:xfrm>
              <a:off x="7411112"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1" name="Google Shape;641;p40"/>
            <p:cNvSpPr/>
            <p:nvPr/>
          </p:nvSpPr>
          <p:spPr>
            <a:xfrm>
              <a:off x="7608951"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2" name="Google Shape;642;p40"/>
            <p:cNvSpPr/>
            <p:nvPr/>
          </p:nvSpPr>
          <p:spPr>
            <a:xfrm>
              <a:off x="7806789"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3" name="Google Shape;643;p40"/>
            <p:cNvSpPr/>
            <p:nvPr/>
          </p:nvSpPr>
          <p:spPr>
            <a:xfrm>
              <a:off x="8004628"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4" name="Google Shape;644;p40"/>
            <p:cNvSpPr/>
            <p:nvPr/>
          </p:nvSpPr>
          <p:spPr>
            <a:xfrm>
              <a:off x="7208350"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5" name="Google Shape;645;p40"/>
            <p:cNvSpPr/>
            <p:nvPr/>
          </p:nvSpPr>
          <p:spPr>
            <a:xfrm>
              <a:off x="859814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6" name="Google Shape;646;p40"/>
            <p:cNvSpPr/>
            <p:nvPr/>
          </p:nvSpPr>
          <p:spPr>
            <a:xfrm>
              <a:off x="859814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7" name="Google Shape;647;p40"/>
            <p:cNvSpPr/>
            <p:nvPr/>
          </p:nvSpPr>
          <p:spPr>
            <a:xfrm>
              <a:off x="859814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8" name="Google Shape;648;p40"/>
            <p:cNvSpPr/>
            <p:nvPr/>
          </p:nvSpPr>
          <p:spPr>
            <a:xfrm>
              <a:off x="8598141"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9" name="Google Shape;649;p40"/>
            <p:cNvSpPr/>
            <p:nvPr/>
          </p:nvSpPr>
          <p:spPr>
            <a:xfrm>
              <a:off x="8598141"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0" name="Google Shape;650;p40"/>
            <p:cNvSpPr/>
            <p:nvPr/>
          </p:nvSpPr>
          <p:spPr>
            <a:xfrm>
              <a:off x="840030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1" name="Google Shape;651;p40"/>
            <p:cNvSpPr/>
            <p:nvPr/>
          </p:nvSpPr>
          <p:spPr>
            <a:xfrm>
              <a:off x="840030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2" name="Google Shape;652;p40"/>
            <p:cNvSpPr/>
            <p:nvPr/>
          </p:nvSpPr>
          <p:spPr>
            <a:xfrm>
              <a:off x="840030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3" name="Google Shape;653;p40"/>
            <p:cNvSpPr/>
            <p:nvPr/>
          </p:nvSpPr>
          <p:spPr>
            <a:xfrm>
              <a:off x="8400303"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4" name="Google Shape;654;p40"/>
            <p:cNvSpPr/>
            <p:nvPr/>
          </p:nvSpPr>
          <p:spPr>
            <a:xfrm>
              <a:off x="8400303"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5" name="Google Shape;655;p40"/>
            <p:cNvSpPr/>
            <p:nvPr/>
          </p:nvSpPr>
          <p:spPr>
            <a:xfrm>
              <a:off x="8598141"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6" name="Google Shape;656;p40"/>
            <p:cNvSpPr/>
            <p:nvPr/>
          </p:nvSpPr>
          <p:spPr>
            <a:xfrm>
              <a:off x="8400303"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7" name="Google Shape;657;p40"/>
            <p:cNvSpPr/>
            <p:nvPr/>
          </p:nvSpPr>
          <p:spPr>
            <a:xfrm>
              <a:off x="8598141"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8" name="Google Shape;658;p40"/>
            <p:cNvSpPr/>
            <p:nvPr/>
          </p:nvSpPr>
          <p:spPr>
            <a:xfrm>
              <a:off x="8400303"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32231403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se Study - 2">
  <p:cSld name="Case Study - 2">
    <p:bg>
      <p:bgPr>
        <a:solidFill>
          <a:schemeClr val="dk2"/>
        </a:solidFill>
        <a:effectLst/>
      </p:bgPr>
    </p:bg>
    <p:spTree>
      <p:nvGrpSpPr>
        <p:cNvPr id="1" name="Shape 659"/>
        <p:cNvGrpSpPr/>
        <p:nvPr/>
      </p:nvGrpSpPr>
      <p:grpSpPr>
        <a:xfrm>
          <a:off x="0" y="0"/>
          <a:ext cx="0" cy="0"/>
          <a:chOff x="0" y="0"/>
          <a:chExt cx="0" cy="0"/>
        </a:xfrm>
      </p:grpSpPr>
      <p:sp>
        <p:nvSpPr>
          <p:cNvPr id="660" name="Google Shape;660;p41"/>
          <p:cNvSpPr/>
          <p:nvPr/>
        </p:nvSpPr>
        <p:spPr>
          <a:xfrm>
            <a:off x="6366680" y="1867720"/>
            <a:ext cx="6797760" cy="4518720"/>
          </a:xfrm>
          <a:prstGeom prst="roundRect">
            <a:avLst>
              <a:gd name="adj" fmla="val 10177"/>
            </a:avLst>
          </a:prstGeom>
          <a:solidFill>
            <a:schemeClr val="accen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61" name="Google Shape;661;p41"/>
          <p:cNvSpPr/>
          <p:nvPr/>
        </p:nvSpPr>
        <p:spPr>
          <a:xfrm>
            <a:off x="0" y="-28760"/>
            <a:ext cx="7315200" cy="8258400"/>
          </a:xfrm>
          <a:prstGeom prst="rect">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62" name="Google Shape;662;p41"/>
          <p:cNvSpPr txBox="1">
            <a:spLocks noGrp="1"/>
          </p:cNvSpPr>
          <p:nvPr>
            <p:ph type="title"/>
          </p:nvPr>
        </p:nvSpPr>
        <p:spPr>
          <a:xfrm>
            <a:off x="731520" y="182880"/>
            <a:ext cx="578064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3" name="Google Shape;663;p4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4" name="Google Shape;664;p41"/>
          <p:cNvSpPr txBox="1">
            <a:spLocks noGrp="1"/>
          </p:cNvSpPr>
          <p:nvPr>
            <p:ph type="subTitle" idx="2"/>
          </p:nvPr>
        </p:nvSpPr>
        <p:spPr>
          <a:xfrm>
            <a:off x="731520" y="1894203"/>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5" name="Google Shape;665;p41"/>
          <p:cNvSpPr txBox="1">
            <a:spLocks noGrp="1"/>
          </p:cNvSpPr>
          <p:nvPr>
            <p:ph type="body" idx="3"/>
          </p:nvPr>
        </p:nvSpPr>
        <p:spPr>
          <a:xfrm>
            <a:off x="742922" y="2407866"/>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66" name="Google Shape;666;p41"/>
          <p:cNvSpPr txBox="1">
            <a:spLocks noGrp="1"/>
          </p:cNvSpPr>
          <p:nvPr>
            <p:ph type="subTitle" idx="4"/>
          </p:nvPr>
        </p:nvSpPr>
        <p:spPr>
          <a:xfrm>
            <a:off x="731520" y="3876694"/>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7" name="Google Shape;667;p41"/>
          <p:cNvSpPr txBox="1">
            <a:spLocks noGrp="1"/>
          </p:cNvSpPr>
          <p:nvPr>
            <p:ph type="body" idx="5"/>
          </p:nvPr>
        </p:nvSpPr>
        <p:spPr>
          <a:xfrm>
            <a:off x="742922" y="4390371"/>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68" name="Google Shape;668;p41"/>
          <p:cNvSpPr txBox="1">
            <a:spLocks noGrp="1"/>
          </p:cNvSpPr>
          <p:nvPr>
            <p:ph type="subTitle" idx="6"/>
          </p:nvPr>
        </p:nvSpPr>
        <p:spPr>
          <a:xfrm>
            <a:off x="731520" y="5859186"/>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9" name="Google Shape;669;p41"/>
          <p:cNvSpPr txBox="1">
            <a:spLocks noGrp="1"/>
          </p:cNvSpPr>
          <p:nvPr>
            <p:ph type="body" idx="7"/>
          </p:nvPr>
        </p:nvSpPr>
        <p:spPr>
          <a:xfrm>
            <a:off x="742922" y="6372877"/>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70" name="Google Shape;670;p41"/>
          <p:cNvSpPr/>
          <p:nvPr/>
        </p:nvSpPr>
        <p:spPr>
          <a:xfrm rot="-2700000">
            <a:off x="6853603" y="3692582"/>
            <a:ext cx="874323" cy="868893"/>
          </a:xfrm>
          <a:prstGeom prst="roundRect">
            <a:avLst>
              <a:gd name="adj" fmla="val 5808"/>
            </a:avLst>
          </a:prstGeom>
          <a:solidFill>
            <a:schemeClr val="lt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pic>
        <p:nvPicPr>
          <p:cNvPr id="671" name="Google Shape;671;p41"/>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672" name="Google Shape;672;p41"/>
          <p:cNvSpPr txBox="1"/>
          <p:nvPr/>
        </p:nvSpPr>
        <p:spPr>
          <a:xfrm>
            <a:off x="7731200" y="2538520"/>
            <a:ext cx="590880" cy="54912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7680">
                <a:solidFill>
                  <a:srgbClr val="FFFFFF"/>
                </a:solidFill>
                <a:latin typeface="IBM Plex Sans SemiBold"/>
                <a:ea typeface="IBM Plex Sans SemiBold"/>
                <a:cs typeface="IBM Plex Sans SemiBold"/>
                <a:sym typeface="IBM Plex Sans SemiBold"/>
              </a:rPr>
              <a:t>“</a:t>
            </a:r>
            <a:endParaRPr sz="7680">
              <a:solidFill>
                <a:srgbClr val="FFFFFF"/>
              </a:solidFill>
              <a:latin typeface="IBM Plex Sans SemiBold"/>
              <a:ea typeface="IBM Plex Sans SemiBold"/>
              <a:cs typeface="IBM Plex Sans SemiBold"/>
              <a:sym typeface="IBM Plex Sans SemiBold"/>
            </a:endParaRPr>
          </a:p>
        </p:txBody>
      </p:sp>
      <p:sp>
        <p:nvSpPr>
          <p:cNvPr id="673" name="Google Shape;673;p41"/>
          <p:cNvSpPr txBox="1">
            <a:spLocks noGrp="1"/>
          </p:cNvSpPr>
          <p:nvPr>
            <p:ph type="body" idx="8"/>
          </p:nvPr>
        </p:nvSpPr>
        <p:spPr>
          <a:xfrm>
            <a:off x="8322080" y="2759360"/>
            <a:ext cx="4253280" cy="3176160"/>
          </a:xfrm>
          <a:prstGeom prst="rect">
            <a:avLst/>
          </a:prstGeom>
        </p:spPr>
        <p:txBody>
          <a:bodyPr spcFirstLastPara="1" wrap="square" lIns="0" tIns="0" rIns="0" bIns="0" anchor="t" anchorCtr="0">
            <a:normAutofit/>
          </a:bodyPr>
          <a:lstStyle>
            <a:lvl1pPr marL="731520" lvl="0" indent="-528320">
              <a:spcBef>
                <a:spcPts val="0"/>
              </a:spcBef>
              <a:spcAft>
                <a:spcPts val="0"/>
              </a:spcAft>
              <a:buClr>
                <a:schemeClr val="lt1"/>
              </a:buClr>
              <a:buSzPts val="1600"/>
              <a:buFont typeface="IBM Plex Sans Light"/>
              <a:buChar char="■"/>
              <a:defRPr>
                <a:solidFill>
                  <a:schemeClr val="lt1"/>
                </a:solidFill>
                <a:latin typeface="IBM Plex Sans Light"/>
                <a:ea typeface="IBM Plex Sans Light"/>
                <a:cs typeface="IBM Plex Sans Light"/>
                <a:sym typeface="IBM Plex Sans Light"/>
              </a:defRPr>
            </a:lvl1pPr>
            <a:lvl2pPr marL="1463040" lvl="1"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674" name="Google Shape;674;p41"/>
          <p:cNvSpPr txBox="1">
            <a:spLocks noGrp="1"/>
          </p:cNvSpPr>
          <p:nvPr>
            <p:ph type="subTitle" idx="9"/>
          </p:nvPr>
        </p:nvSpPr>
        <p:spPr>
          <a:xfrm>
            <a:off x="8322080" y="6621280"/>
            <a:ext cx="3722400" cy="34464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400"/>
              <a:buNone/>
              <a:defRPr sz="2240" b="1">
                <a:solidFill>
                  <a:schemeClr val="lt2"/>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75" name="Google Shape;675;p41"/>
          <p:cNvSpPr txBox="1">
            <a:spLocks noGrp="1"/>
          </p:cNvSpPr>
          <p:nvPr>
            <p:ph type="subTitle" idx="13"/>
          </p:nvPr>
        </p:nvSpPr>
        <p:spPr>
          <a:xfrm>
            <a:off x="8322080" y="7095520"/>
            <a:ext cx="3722400" cy="344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200"/>
              <a:buNone/>
              <a:defRPr sz="1920">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676" name="Google Shape;676;p41"/>
          <p:cNvGrpSpPr/>
          <p:nvPr/>
        </p:nvGrpSpPr>
        <p:grpSpPr>
          <a:xfrm>
            <a:off x="13318598" y="6519240"/>
            <a:ext cx="1503360" cy="1497203"/>
            <a:chOff x="511165" y="3659475"/>
            <a:chExt cx="939600" cy="935752"/>
          </a:xfrm>
        </p:grpSpPr>
        <p:sp>
          <p:nvSpPr>
            <p:cNvPr id="677" name="Google Shape;677;p41"/>
            <p:cNvSpPr/>
            <p:nvPr/>
          </p:nvSpPr>
          <p:spPr>
            <a:xfrm>
              <a:off x="511165" y="365947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78" name="Google Shape;678;p41"/>
            <p:cNvSpPr/>
            <p:nvPr/>
          </p:nvSpPr>
          <p:spPr>
            <a:xfrm>
              <a:off x="511165" y="383300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79" name="Google Shape;679;p41"/>
            <p:cNvSpPr/>
            <p:nvPr/>
          </p:nvSpPr>
          <p:spPr>
            <a:xfrm>
              <a:off x="511165" y="400653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0" name="Google Shape;680;p41"/>
            <p:cNvSpPr/>
            <p:nvPr/>
          </p:nvSpPr>
          <p:spPr>
            <a:xfrm>
              <a:off x="511165" y="418006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1" name="Google Shape;681;p41"/>
            <p:cNvSpPr/>
            <p:nvPr/>
          </p:nvSpPr>
          <p:spPr>
            <a:xfrm>
              <a:off x="511165" y="435359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2" name="Google Shape;682;p41"/>
            <p:cNvSpPr/>
            <p:nvPr/>
          </p:nvSpPr>
          <p:spPr>
            <a:xfrm>
              <a:off x="511165" y="452712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38801569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ase Study - 4">
  <p:cSld name="Case Study - 4">
    <p:spTree>
      <p:nvGrpSpPr>
        <p:cNvPr id="1" name="Shape 683"/>
        <p:cNvGrpSpPr/>
        <p:nvPr/>
      </p:nvGrpSpPr>
      <p:grpSpPr>
        <a:xfrm>
          <a:off x="0" y="0"/>
          <a:ext cx="0" cy="0"/>
          <a:chOff x="0" y="0"/>
          <a:chExt cx="0" cy="0"/>
        </a:xfrm>
      </p:grpSpPr>
      <p:sp>
        <p:nvSpPr>
          <p:cNvPr id="684" name="Google Shape;684;p42"/>
          <p:cNvSpPr txBox="1">
            <a:spLocks noGrp="1"/>
          </p:cNvSpPr>
          <p:nvPr>
            <p:ph type="sldNum" idx="12"/>
          </p:nvPr>
        </p:nvSpPr>
        <p:spPr>
          <a:xfrm>
            <a:off x="8487472" y="5278598"/>
            <a:ext cx="562080" cy="22128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685" name="Google Shape;685;p42"/>
          <p:cNvSpPr/>
          <p:nvPr/>
        </p:nvSpPr>
        <p:spPr>
          <a:xfrm rot="5400000">
            <a:off x="6464760" y="422794"/>
            <a:ext cx="5783520" cy="9525600"/>
          </a:xfrm>
          <a:prstGeom prst="round2SameRect">
            <a:avLst>
              <a:gd name="adj1" fmla="val 8300"/>
              <a:gd name="adj2" fmla="val 0"/>
            </a:avLst>
          </a:prstGeom>
          <a:solidFill>
            <a:srgbClr val="1F2A44"/>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86" name="Google Shape;686;p42"/>
          <p:cNvSpPr/>
          <p:nvPr/>
        </p:nvSpPr>
        <p:spPr>
          <a:xfrm>
            <a:off x="511107" y="605549"/>
            <a:ext cx="9753120" cy="7425600"/>
          </a:xfrm>
          <a:prstGeom prst="roundRect">
            <a:avLst>
              <a:gd name="adj" fmla="val 4405"/>
            </a:avLst>
          </a:prstGeom>
          <a:solidFill>
            <a:srgbClr val="1F2A44"/>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87" name="Google Shape;687;p42"/>
          <p:cNvSpPr/>
          <p:nvPr/>
        </p:nvSpPr>
        <p:spPr>
          <a:xfrm>
            <a:off x="511081" y="1905257"/>
            <a:ext cx="9754107" cy="6569050"/>
          </a:xfrm>
          <a:custGeom>
            <a:avLst/>
            <a:gdLst/>
            <a:ahLst/>
            <a:cxnLst/>
            <a:rect l="l" t="t" r="r" b="b"/>
            <a:pathLst>
              <a:path w="444500" h="457200" extrusionOk="0">
                <a:moveTo>
                  <a:pt x="444500" y="0"/>
                </a:moveTo>
                <a:lnTo>
                  <a:pt x="0" y="0"/>
                </a:lnTo>
                <a:lnTo>
                  <a:pt x="0" y="457200"/>
                </a:lnTo>
                <a:lnTo>
                  <a:pt x="444500" y="457200"/>
                </a:lnTo>
                <a:lnTo>
                  <a:pt x="4445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80"/>
          </a:p>
        </p:txBody>
      </p:sp>
      <p:pic>
        <p:nvPicPr>
          <p:cNvPr id="688" name="Google Shape;688;p42"/>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89" name="Google Shape;689;p42"/>
          <p:cNvSpPr txBox="1">
            <a:spLocks noGrp="1"/>
          </p:cNvSpPr>
          <p:nvPr>
            <p:ph type="title"/>
          </p:nvPr>
        </p:nvSpPr>
        <p:spPr>
          <a:xfrm>
            <a:off x="731520" y="848560"/>
            <a:ext cx="952560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0" name="Google Shape;690;p42"/>
          <p:cNvSpPr>
            <a:spLocks noGrp="1"/>
          </p:cNvSpPr>
          <p:nvPr>
            <p:ph type="pic" idx="2"/>
          </p:nvPr>
        </p:nvSpPr>
        <p:spPr>
          <a:xfrm>
            <a:off x="11106680" y="1027960"/>
            <a:ext cx="1768800" cy="1632000"/>
          </a:xfrm>
          <a:prstGeom prst="roundRect">
            <a:avLst>
              <a:gd name="adj" fmla="val 16667"/>
            </a:avLst>
          </a:prstGeom>
          <a:noFill/>
          <a:ln>
            <a:noFill/>
          </a:ln>
        </p:spPr>
      </p:sp>
      <p:cxnSp>
        <p:nvCxnSpPr>
          <p:cNvPr id="691" name="Google Shape;691;p42"/>
          <p:cNvCxnSpPr/>
          <p:nvPr/>
        </p:nvCxnSpPr>
        <p:spPr>
          <a:xfrm rot="10800000">
            <a:off x="265472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2" name="Google Shape;692;p42"/>
          <p:cNvCxnSpPr/>
          <p:nvPr/>
        </p:nvCxnSpPr>
        <p:spPr>
          <a:xfrm rot="10800000">
            <a:off x="4480882"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3" name="Google Shape;693;p42"/>
          <p:cNvCxnSpPr/>
          <p:nvPr/>
        </p:nvCxnSpPr>
        <p:spPr>
          <a:xfrm rot="10800000">
            <a:off x="629392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4" name="Google Shape;694;p42"/>
          <p:cNvCxnSpPr/>
          <p:nvPr/>
        </p:nvCxnSpPr>
        <p:spPr>
          <a:xfrm rot="10800000">
            <a:off x="810696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5" name="Google Shape;695;p42"/>
          <p:cNvCxnSpPr/>
          <p:nvPr/>
        </p:nvCxnSpPr>
        <p:spPr>
          <a:xfrm>
            <a:off x="929040" y="2958160"/>
            <a:ext cx="2432640" cy="0"/>
          </a:xfrm>
          <a:prstGeom prst="straightConnector1">
            <a:avLst/>
          </a:prstGeom>
          <a:noFill/>
          <a:ln w="19050" cap="flat" cmpd="sng">
            <a:solidFill>
              <a:srgbClr val="D9D9D9"/>
            </a:solidFill>
            <a:prstDash val="solid"/>
            <a:round/>
            <a:headEnd type="none" w="med" len="med"/>
            <a:tailEnd type="none" w="med" len="med"/>
          </a:ln>
        </p:spPr>
      </p:cxnSp>
      <p:cxnSp>
        <p:nvCxnSpPr>
          <p:cNvPr id="696" name="Google Shape;696;p42"/>
          <p:cNvCxnSpPr/>
          <p:nvPr/>
        </p:nvCxnSpPr>
        <p:spPr>
          <a:xfrm>
            <a:off x="7473266" y="2958160"/>
            <a:ext cx="2432640" cy="0"/>
          </a:xfrm>
          <a:prstGeom prst="straightConnector1">
            <a:avLst/>
          </a:prstGeom>
          <a:noFill/>
          <a:ln w="19050" cap="flat" cmpd="sng">
            <a:solidFill>
              <a:srgbClr val="D9D9D9"/>
            </a:solidFill>
            <a:prstDash val="solid"/>
            <a:round/>
            <a:headEnd type="none" w="med" len="med"/>
            <a:tailEnd type="none" w="med" len="med"/>
          </a:ln>
        </p:spPr>
      </p:cxnSp>
      <p:sp>
        <p:nvSpPr>
          <p:cNvPr id="697" name="Google Shape;697;p42"/>
          <p:cNvSpPr txBox="1">
            <a:spLocks noGrp="1"/>
          </p:cNvSpPr>
          <p:nvPr>
            <p:ph type="subTitle" idx="1"/>
          </p:nvPr>
        </p:nvSpPr>
        <p:spPr>
          <a:xfrm>
            <a:off x="1244720" y="2129520"/>
            <a:ext cx="8265120" cy="5006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98" name="Google Shape;698;p42"/>
          <p:cNvSpPr txBox="1">
            <a:spLocks noGrp="1"/>
          </p:cNvSpPr>
          <p:nvPr>
            <p:ph type="subTitle" idx="3"/>
          </p:nvPr>
        </p:nvSpPr>
        <p:spPr>
          <a:xfrm>
            <a:off x="3500400" y="2688680"/>
            <a:ext cx="3834240" cy="50064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699" name="Google Shape;699;p42"/>
          <p:cNvSpPr txBox="1">
            <a:spLocks noGrp="1"/>
          </p:cNvSpPr>
          <p:nvPr>
            <p:ph type="subTitle" idx="4"/>
          </p:nvPr>
        </p:nvSpPr>
        <p:spPr>
          <a:xfrm>
            <a:off x="101924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0" name="Google Shape;700;p42"/>
          <p:cNvSpPr txBox="1">
            <a:spLocks noGrp="1"/>
          </p:cNvSpPr>
          <p:nvPr>
            <p:ph type="subTitle" idx="5"/>
          </p:nvPr>
        </p:nvSpPr>
        <p:spPr>
          <a:xfrm>
            <a:off x="284540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1" name="Google Shape;701;p42"/>
          <p:cNvSpPr txBox="1">
            <a:spLocks noGrp="1"/>
          </p:cNvSpPr>
          <p:nvPr>
            <p:ph type="subTitle" idx="6"/>
          </p:nvPr>
        </p:nvSpPr>
        <p:spPr>
          <a:xfrm>
            <a:off x="466500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2" name="Google Shape;702;p42"/>
          <p:cNvSpPr txBox="1">
            <a:spLocks noGrp="1"/>
          </p:cNvSpPr>
          <p:nvPr>
            <p:ph type="subTitle" idx="7"/>
          </p:nvPr>
        </p:nvSpPr>
        <p:spPr>
          <a:xfrm>
            <a:off x="647804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3" name="Google Shape;703;p42"/>
          <p:cNvSpPr txBox="1">
            <a:spLocks noGrp="1"/>
          </p:cNvSpPr>
          <p:nvPr>
            <p:ph type="subTitle" idx="8"/>
          </p:nvPr>
        </p:nvSpPr>
        <p:spPr>
          <a:xfrm>
            <a:off x="829108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4" name="Google Shape;704;p42"/>
          <p:cNvSpPr>
            <a:spLocks noGrp="1"/>
          </p:cNvSpPr>
          <p:nvPr>
            <p:ph type="pic" idx="9"/>
          </p:nvPr>
        </p:nvSpPr>
        <p:spPr>
          <a:xfrm>
            <a:off x="1410800" y="3453800"/>
            <a:ext cx="661920" cy="661920"/>
          </a:xfrm>
          <a:prstGeom prst="roundRect">
            <a:avLst>
              <a:gd name="adj" fmla="val 16667"/>
            </a:avLst>
          </a:prstGeom>
          <a:noFill/>
          <a:ln>
            <a:noFill/>
          </a:ln>
        </p:spPr>
      </p:sp>
      <p:sp>
        <p:nvSpPr>
          <p:cNvPr id="705" name="Google Shape;705;p42"/>
          <p:cNvSpPr>
            <a:spLocks noGrp="1"/>
          </p:cNvSpPr>
          <p:nvPr>
            <p:ph type="pic" idx="13"/>
          </p:nvPr>
        </p:nvSpPr>
        <p:spPr>
          <a:xfrm>
            <a:off x="3236840" y="3453800"/>
            <a:ext cx="661920" cy="661920"/>
          </a:xfrm>
          <a:prstGeom prst="roundRect">
            <a:avLst>
              <a:gd name="adj" fmla="val 16667"/>
            </a:avLst>
          </a:prstGeom>
          <a:noFill/>
          <a:ln>
            <a:noFill/>
          </a:ln>
        </p:spPr>
      </p:sp>
      <p:sp>
        <p:nvSpPr>
          <p:cNvPr id="706" name="Google Shape;706;p42"/>
          <p:cNvSpPr>
            <a:spLocks noGrp="1"/>
          </p:cNvSpPr>
          <p:nvPr>
            <p:ph type="pic" idx="14"/>
          </p:nvPr>
        </p:nvSpPr>
        <p:spPr>
          <a:xfrm>
            <a:off x="5056440" y="3453800"/>
            <a:ext cx="661920" cy="661920"/>
          </a:xfrm>
          <a:prstGeom prst="roundRect">
            <a:avLst>
              <a:gd name="adj" fmla="val 16667"/>
            </a:avLst>
          </a:prstGeom>
          <a:noFill/>
          <a:ln>
            <a:noFill/>
          </a:ln>
        </p:spPr>
      </p:sp>
      <p:sp>
        <p:nvSpPr>
          <p:cNvPr id="707" name="Google Shape;707;p42"/>
          <p:cNvSpPr>
            <a:spLocks noGrp="1"/>
          </p:cNvSpPr>
          <p:nvPr>
            <p:ph type="pic" idx="15"/>
          </p:nvPr>
        </p:nvSpPr>
        <p:spPr>
          <a:xfrm>
            <a:off x="6869480" y="3453800"/>
            <a:ext cx="661920" cy="661920"/>
          </a:xfrm>
          <a:prstGeom prst="roundRect">
            <a:avLst>
              <a:gd name="adj" fmla="val 16667"/>
            </a:avLst>
          </a:prstGeom>
          <a:noFill/>
          <a:ln>
            <a:noFill/>
          </a:ln>
        </p:spPr>
      </p:sp>
      <p:sp>
        <p:nvSpPr>
          <p:cNvPr id="708" name="Google Shape;708;p42"/>
          <p:cNvSpPr>
            <a:spLocks noGrp="1"/>
          </p:cNvSpPr>
          <p:nvPr>
            <p:ph type="pic" idx="16"/>
          </p:nvPr>
        </p:nvSpPr>
        <p:spPr>
          <a:xfrm>
            <a:off x="8682520" y="3453800"/>
            <a:ext cx="661920" cy="661920"/>
          </a:xfrm>
          <a:prstGeom prst="roundRect">
            <a:avLst>
              <a:gd name="adj" fmla="val 16667"/>
            </a:avLst>
          </a:prstGeom>
          <a:noFill/>
          <a:ln>
            <a:noFill/>
          </a:ln>
        </p:spPr>
      </p:sp>
      <p:sp>
        <p:nvSpPr>
          <p:cNvPr id="709" name="Google Shape;709;p42"/>
          <p:cNvSpPr txBox="1">
            <a:spLocks noGrp="1"/>
          </p:cNvSpPr>
          <p:nvPr>
            <p:ph type="subTitle" idx="17"/>
          </p:nvPr>
        </p:nvSpPr>
        <p:spPr>
          <a:xfrm>
            <a:off x="10192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0" name="Google Shape;710;p42"/>
          <p:cNvSpPr txBox="1">
            <a:spLocks noGrp="1"/>
          </p:cNvSpPr>
          <p:nvPr>
            <p:ph type="subTitle" idx="18"/>
          </p:nvPr>
        </p:nvSpPr>
        <p:spPr>
          <a:xfrm>
            <a:off x="284540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1" name="Google Shape;711;p42"/>
          <p:cNvSpPr txBox="1">
            <a:spLocks noGrp="1"/>
          </p:cNvSpPr>
          <p:nvPr>
            <p:ph type="subTitle" idx="19"/>
          </p:nvPr>
        </p:nvSpPr>
        <p:spPr>
          <a:xfrm>
            <a:off x="466500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2" name="Google Shape;712;p42"/>
          <p:cNvSpPr txBox="1">
            <a:spLocks noGrp="1"/>
          </p:cNvSpPr>
          <p:nvPr>
            <p:ph type="subTitle" idx="20"/>
          </p:nvPr>
        </p:nvSpPr>
        <p:spPr>
          <a:xfrm>
            <a:off x="64780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3" name="Google Shape;713;p42"/>
          <p:cNvSpPr txBox="1">
            <a:spLocks noGrp="1"/>
          </p:cNvSpPr>
          <p:nvPr>
            <p:ph type="subTitle" idx="21"/>
          </p:nvPr>
        </p:nvSpPr>
        <p:spPr>
          <a:xfrm>
            <a:off x="82976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4" name="Google Shape;714;p42"/>
          <p:cNvSpPr txBox="1">
            <a:spLocks noGrp="1"/>
          </p:cNvSpPr>
          <p:nvPr>
            <p:ph type="subTitle" idx="22"/>
          </p:nvPr>
        </p:nvSpPr>
        <p:spPr>
          <a:xfrm>
            <a:off x="10192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5" name="Google Shape;715;p42"/>
          <p:cNvSpPr txBox="1">
            <a:spLocks noGrp="1"/>
          </p:cNvSpPr>
          <p:nvPr>
            <p:ph type="subTitle" idx="23"/>
          </p:nvPr>
        </p:nvSpPr>
        <p:spPr>
          <a:xfrm>
            <a:off x="284540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6" name="Google Shape;716;p42"/>
          <p:cNvSpPr txBox="1">
            <a:spLocks noGrp="1"/>
          </p:cNvSpPr>
          <p:nvPr>
            <p:ph type="subTitle" idx="24"/>
          </p:nvPr>
        </p:nvSpPr>
        <p:spPr>
          <a:xfrm>
            <a:off x="466500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7" name="Google Shape;717;p42"/>
          <p:cNvSpPr txBox="1">
            <a:spLocks noGrp="1"/>
          </p:cNvSpPr>
          <p:nvPr>
            <p:ph type="subTitle" idx="25"/>
          </p:nvPr>
        </p:nvSpPr>
        <p:spPr>
          <a:xfrm>
            <a:off x="64780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8" name="Google Shape;718;p42"/>
          <p:cNvSpPr txBox="1">
            <a:spLocks noGrp="1"/>
          </p:cNvSpPr>
          <p:nvPr>
            <p:ph type="subTitle" idx="26"/>
          </p:nvPr>
        </p:nvSpPr>
        <p:spPr>
          <a:xfrm>
            <a:off x="82976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9" name="Google Shape;719;p42"/>
          <p:cNvSpPr txBox="1">
            <a:spLocks noGrp="1"/>
          </p:cNvSpPr>
          <p:nvPr>
            <p:ph type="body" idx="27"/>
          </p:nvPr>
        </p:nvSpPr>
        <p:spPr>
          <a:xfrm>
            <a:off x="10502120" y="3697640"/>
            <a:ext cx="4253280" cy="44409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1pPr>
            <a:lvl2pPr marL="1463040" lvl="1"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2pPr>
            <a:lvl3pPr marL="2194560" lvl="2"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3pPr>
            <a:lvl4pPr marL="2926080" lvl="3"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4pPr>
            <a:lvl5pPr marL="3657600" lvl="4"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5pPr>
            <a:lvl6pPr marL="4389120" lvl="5"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6pPr>
            <a:lvl7pPr marL="5120640" lvl="6"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7pPr>
            <a:lvl8pPr marL="5852160" lvl="7"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8pPr>
            <a:lvl9pPr marL="6583680" lvl="8"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9pPr>
          </a:lstStyle>
          <a:p>
            <a:endParaRPr/>
          </a:p>
        </p:txBody>
      </p:sp>
      <p:sp>
        <p:nvSpPr>
          <p:cNvPr id="720" name="Google Shape;720;p42"/>
          <p:cNvSpPr txBox="1">
            <a:spLocks noGrp="1"/>
          </p:cNvSpPr>
          <p:nvPr>
            <p:ph type="subTitle" idx="28"/>
          </p:nvPr>
        </p:nvSpPr>
        <p:spPr>
          <a:xfrm>
            <a:off x="10576560" y="2912440"/>
            <a:ext cx="332256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200"/>
              <a:buNone/>
              <a:defRPr sz="1920" b="1">
                <a:solidFill>
                  <a:schemeClr val="lt1"/>
                </a:solidFill>
              </a:defRPr>
            </a:lvl1pPr>
            <a:lvl2pPr lvl="1" rtl="0">
              <a:lnSpc>
                <a:spcPct val="100000"/>
              </a:lnSpc>
              <a:spcBef>
                <a:spcPts val="0"/>
              </a:spcBef>
              <a:spcAft>
                <a:spcPts val="0"/>
              </a:spcAft>
              <a:buClr>
                <a:schemeClr val="lt1"/>
              </a:buClr>
              <a:buSzPts val="1200"/>
              <a:buNone/>
              <a:defRPr sz="1920" b="1">
                <a:solidFill>
                  <a:schemeClr val="lt1"/>
                </a:solidFill>
              </a:defRPr>
            </a:lvl2pPr>
            <a:lvl3pPr lvl="2" rtl="0">
              <a:lnSpc>
                <a:spcPct val="100000"/>
              </a:lnSpc>
              <a:spcBef>
                <a:spcPts val="0"/>
              </a:spcBef>
              <a:spcAft>
                <a:spcPts val="0"/>
              </a:spcAft>
              <a:buClr>
                <a:schemeClr val="lt1"/>
              </a:buClr>
              <a:buSzPts val="1200"/>
              <a:buNone/>
              <a:defRPr sz="1920" b="1">
                <a:solidFill>
                  <a:schemeClr val="lt1"/>
                </a:solidFill>
              </a:defRPr>
            </a:lvl3pPr>
            <a:lvl4pPr lvl="3" rtl="0">
              <a:lnSpc>
                <a:spcPct val="100000"/>
              </a:lnSpc>
              <a:spcBef>
                <a:spcPts val="0"/>
              </a:spcBef>
              <a:spcAft>
                <a:spcPts val="0"/>
              </a:spcAft>
              <a:buClr>
                <a:schemeClr val="lt1"/>
              </a:buClr>
              <a:buSzPts val="1200"/>
              <a:buNone/>
              <a:defRPr sz="1920" b="1">
                <a:solidFill>
                  <a:schemeClr val="lt1"/>
                </a:solidFill>
              </a:defRPr>
            </a:lvl4pPr>
            <a:lvl5pPr lvl="4" rtl="0">
              <a:lnSpc>
                <a:spcPct val="100000"/>
              </a:lnSpc>
              <a:spcBef>
                <a:spcPts val="0"/>
              </a:spcBef>
              <a:spcAft>
                <a:spcPts val="0"/>
              </a:spcAft>
              <a:buClr>
                <a:schemeClr val="lt1"/>
              </a:buClr>
              <a:buSzPts val="1200"/>
              <a:buNone/>
              <a:defRPr sz="1920" b="1">
                <a:solidFill>
                  <a:schemeClr val="lt1"/>
                </a:solidFill>
              </a:defRPr>
            </a:lvl5pPr>
            <a:lvl6pPr lvl="5" rtl="0">
              <a:lnSpc>
                <a:spcPct val="100000"/>
              </a:lnSpc>
              <a:spcBef>
                <a:spcPts val="0"/>
              </a:spcBef>
              <a:spcAft>
                <a:spcPts val="0"/>
              </a:spcAft>
              <a:buClr>
                <a:schemeClr val="lt1"/>
              </a:buClr>
              <a:buSzPts val="1200"/>
              <a:buNone/>
              <a:defRPr sz="1920" b="1">
                <a:solidFill>
                  <a:schemeClr val="lt1"/>
                </a:solidFill>
              </a:defRPr>
            </a:lvl6pPr>
            <a:lvl7pPr lvl="6" rtl="0">
              <a:lnSpc>
                <a:spcPct val="100000"/>
              </a:lnSpc>
              <a:spcBef>
                <a:spcPts val="0"/>
              </a:spcBef>
              <a:spcAft>
                <a:spcPts val="0"/>
              </a:spcAft>
              <a:buClr>
                <a:schemeClr val="lt1"/>
              </a:buClr>
              <a:buSzPts val="1200"/>
              <a:buNone/>
              <a:defRPr sz="1920" b="1">
                <a:solidFill>
                  <a:schemeClr val="lt1"/>
                </a:solidFill>
              </a:defRPr>
            </a:lvl7pPr>
            <a:lvl8pPr lvl="7" rtl="0">
              <a:lnSpc>
                <a:spcPct val="100000"/>
              </a:lnSpc>
              <a:spcBef>
                <a:spcPts val="0"/>
              </a:spcBef>
              <a:spcAft>
                <a:spcPts val="0"/>
              </a:spcAft>
              <a:buClr>
                <a:schemeClr val="lt1"/>
              </a:buClr>
              <a:buSzPts val="1200"/>
              <a:buNone/>
              <a:defRPr sz="1920" b="1">
                <a:solidFill>
                  <a:schemeClr val="lt1"/>
                </a:solidFill>
              </a:defRPr>
            </a:lvl8pPr>
            <a:lvl9pPr lvl="8" rtl="0">
              <a:lnSpc>
                <a:spcPct val="100000"/>
              </a:lnSpc>
              <a:spcBef>
                <a:spcPts val="0"/>
              </a:spcBef>
              <a:spcAft>
                <a:spcPts val="0"/>
              </a:spcAft>
              <a:buClr>
                <a:schemeClr val="lt1"/>
              </a:buClr>
              <a:buSzPts val="1200"/>
              <a:buNone/>
              <a:defRPr sz="1920" b="1">
                <a:solidFill>
                  <a:schemeClr val="lt1"/>
                </a:solidFill>
              </a:defRPr>
            </a:lvl9pPr>
          </a:lstStyle>
          <a:p>
            <a:endParaRPr/>
          </a:p>
        </p:txBody>
      </p:sp>
    </p:spTree>
    <p:extLst>
      <p:ext uri="{BB962C8B-B14F-4D97-AF65-F5344CB8AC3E}">
        <p14:creationId xmlns:p14="http://schemas.microsoft.com/office/powerpoint/2010/main" val="5554642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Project Status">
  <p:cSld name="Project Status">
    <p:bg>
      <p:bgPr>
        <a:solidFill>
          <a:schemeClr val="dk1"/>
        </a:solidFill>
        <a:effectLst/>
      </p:bgPr>
    </p:bg>
    <p:spTree>
      <p:nvGrpSpPr>
        <p:cNvPr id="1" name="Shape 721"/>
        <p:cNvGrpSpPr/>
        <p:nvPr/>
      </p:nvGrpSpPr>
      <p:grpSpPr>
        <a:xfrm>
          <a:off x="0" y="0"/>
          <a:ext cx="0" cy="0"/>
          <a:chOff x="0" y="0"/>
          <a:chExt cx="0" cy="0"/>
        </a:xfrm>
      </p:grpSpPr>
      <p:sp>
        <p:nvSpPr>
          <p:cNvPr id="722" name="Google Shape;722;p43"/>
          <p:cNvSpPr/>
          <p:nvPr/>
        </p:nvSpPr>
        <p:spPr>
          <a:xfrm>
            <a:off x="731520" y="4046101"/>
            <a:ext cx="2041440" cy="517920"/>
          </a:xfrm>
          <a:prstGeom prst="roundRect">
            <a:avLst>
              <a:gd name="adj" fmla="val 23633"/>
            </a:avLst>
          </a:prstGeom>
          <a:solidFill>
            <a:schemeClr val="accent3"/>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23" name="Google Shape;723;p4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4" name="Google Shape;724;p43"/>
          <p:cNvSpPr/>
          <p:nvPr/>
        </p:nvSpPr>
        <p:spPr>
          <a:xfrm>
            <a:off x="731501" y="2817138"/>
            <a:ext cx="2041440" cy="517920"/>
          </a:xfrm>
          <a:prstGeom prst="roundRect">
            <a:avLst>
              <a:gd name="adj" fmla="val 22637"/>
            </a:avLst>
          </a:prstGeom>
          <a:solidFill>
            <a:srgbClr val="FF6900"/>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5" name="Google Shape;725;p43"/>
          <p:cNvSpPr/>
          <p:nvPr/>
        </p:nvSpPr>
        <p:spPr>
          <a:xfrm>
            <a:off x="731501" y="5275056"/>
            <a:ext cx="2041440" cy="51792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6" name="Google Shape;726;p43"/>
          <p:cNvSpPr/>
          <p:nvPr/>
        </p:nvSpPr>
        <p:spPr>
          <a:xfrm>
            <a:off x="731501" y="6504016"/>
            <a:ext cx="2041440" cy="517920"/>
          </a:xfrm>
          <a:prstGeom prst="roundRect">
            <a:avLst>
              <a:gd name="adj" fmla="val 22637"/>
            </a:avLst>
          </a:prstGeom>
          <a:solidFill>
            <a:srgbClr val="FFC600"/>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7" name="Google Shape;727;p43"/>
          <p:cNvSpPr/>
          <p:nvPr/>
        </p:nvSpPr>
        <p:spPr>
          <a:xfrm>
            <a:off x="8951174" y="2817174"/>
            <a:ext cx="517920" cy="517920"/>
          </a:xfrm>
          <a:prstGeom prst="ellipse">
            <a:avLst/>
          </a:prstGeom>
          <a:solidFill>
            <a:srgbClr val="FF6900"/>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28" name="Google Shape;728;p43"/>
          <p:cNvSpPr/>
          <p:nvPr/>
        </p:nvSpPr>
        <p:spPr>
          <a:xfrm>
            <a:off x="8951174" y="4046125"/>
            <a:ext cx="517920" cy="517920"/>
          </a:xfrm>
          <a:prstGeom prst="ellipse">
            <a:avLst/>
          </a:prstGeom>
          <a:solidFill>
            <a:schemeClr val="accent3"/>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29" name="Google Shape;729;p43"/>
          <p:cNvSpPr/>
          <p:nvPr/>
        </p:nvSpPr>
        <p:spPr>
          <a:xfrm>
            <a:off x="8951174" y="5275075"/>
            <a:ext cx="517920" cy="517920"/>
          </a:xfrm>
          <a:prstGeom prst="ellipse">
            <a:avLst/>
          </a:prstGeom>
          <a:solidFill>
            <a:srgbClr val="26D07C"/>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30" name="Google Shape;730;p43"/>
          <p:cNvSpPr/>
          <p:nvPr/>
        </p:nvSpPr>
        <p:spPr>
          <a:xfrm>
            <a:off x="8951174" y="6504026"/>
            <a:ext cx="517920" cy="517920"/>
          </a:xfrm>
          <a:prstGeom prst="ellipse">
            <a:avLst/>
          </a:prstGeom>
          <a:solidFill>
            <a:srgbClr val="FFC600"/>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pic>
        <p:nvPicPr>
          <p:cNvPr id="731" name="Google Shape;731;p43"/>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732" name="Google Shape;732;p4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sp>
        <p:nvSpPr>
          <p:cNvPr id="733" name="Google Shape;733;p43"/>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734" name="Google Shape;734;p43"/>
          <p:cNvSpPr txBox="1">
            <a:spLocks noGrp="1"/>
          </p:cNvSpPr>
          <p:nvPr>
            <p:ph type="subTitle" idx="2"/>
          </p:nvPr>
        </p:nvSpPr>
        <p:spPr>
          <a:xfrm>
            <a:off x="731520" y="1839520"/>
            <a:ext cx="204144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1"/>
              </a:buClr>
              <a:buSzPts val="1600"/>
              <a:buNone/>
              <a:defRPr sz="2560" b="1">
                <a:solidFill>
                  <a:schemeClr val="lt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735" name="Google Shape;735;p43"/>
          <p:cNvSpPr txBox="1">
            <a:spLocks noGrp="1"/>
          </p:cNvSpPr>
          <p:nvPr>
            <p:ph type="subTitle" idx="3"/>
          </p:nvPr>
        </p:nvSpPr>
        <p:spPr>
          <a:xfrm>
            <a:off x="3556480" y="1839520"/>
            <a:ext cx="498288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6" name="Google Shape;736;p43"/>
          <p:cNvSpPr txBox="1">
            <a:spLocks noGrp="1"/>
          </p:cNvSpPr>
          <p:nvPr>
            <p:ph type="subTitle" idx="4"/>
          </p:nvPr>
        </p:nvSpPr>
        <p:spPr>
          <a:xfrm>
            <a:off x="8951160" y="1839520"/>
            <a:ext cx="237456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7" name="Google Shape;737;p43"/>
          <p:cNvSpPr txBox="1">
            <a:spLocks noGrp="1"/>
          </p:cNvSpPr>
          <p:nvPr>
            <p:ph type="subTitle" idx="5"/>
          </p:nvPr>
        </p:nvSpPr>
        <p:spPr>
          <a:xfrm>
            <a:off x="11833280" y="1839520"/>
            <a:ext cx="204144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8" name="Google Shape;738;p43"/>
          <p:cNvSpPr txBox="1">
            <a:spLocks noGrp="1"/>
          </p:cNvSpPr>
          <p:nvPr>
            <p:ph type="subTitle" idx="6"/>
          </p:nvPr>
        </p:nvSpPr>
        <p:spPr>
          <a:xfrm>
            <a:off x="731520" y="281716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92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39" name="Google Shape;739;p43"/>
          <p:cNvSpPr txBox="1">
            <a:spLocks noGrp="1"/>
          </p:cNvSpPr>
          <p:nvPr>
            <p:ph type="subTitle" idx="7"/>
          </p:nvPr>
        </p:nvSpPr>
        <p:spPr>
          <a:xfrm>
            <a:off x="731520" y="527504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40" name="Google Shape;740;p43"/>
          <p:cNvSpPr txBox="1">
            <a:spLocks noGrp="1"/>
          </p:cNvSpPr>
          <p:nvPr>
            <p:ph type="subTitle" idx="8"/>
          </p:nvPr>
        </p:nvSpPr>
        <p:spPr>
          <a:xfrm>
            <a:off x="731520" y="6489141"/>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41" name="Google Shape;741;p43"/>
          <p:cNvSpPr txBox="1">
            <a:spLocks noGrp="1"/>
          </p:cNvSpPr>
          <p:nvPr>
            <p:ph type="subTitle" idx="9"/>
          </p:nvPr>
        </p:nvSpPr>
        <p:spPr>
          <a:xfrm>
            <a:off x="3556480" y="2785029"/>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2" name="Google Shape;742;p43"/>
          <p:cNvSpPr txBox="1">
            <a:spLocks noGrp="1"/>
          </p:cNvSpPr>
          <p:nvPr>
            <p:ph type="subTitle" idx="13"/>
          </p:nvPr>
        </p:nvSpPr>
        <p:spPr>
          <a:xfrm>
            <a:off x="3556480" y="4059309"/>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3" name="Google Shape;743;p43"/>
          <p:cNvSpPr txBox="1">
            <a:spLocks noGrp="1"/>
          </p:cNvSpPr>
          <p:nvPr>
            <p:ph type="subTitle" idx="14"/>
          </p:nvPr>
        </p:nvSpPr>
        <p:spPr>
          <a:xfrm>
            <a:off x="3556480" y="5250728"/>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4" name="Google Shape;744;p43"/>
          <p:cNvSpPr txBox="1">
            <a:spLocks noGrp="1"/>
          </p:cNvSpPr>
          <p:nvPr>
            <p:ph type="subTitle" idx="15"/>
          </p:nvPr>
        </p:nvSpPr>
        <p:spPr>
          <a:xfrm>
            <a:off x="3556480" y="6517208"/>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5" name="Google Shape;745;p43"/>
          <p:cNvSpPr txBox="1">
            <a:spLocks noGrp="1"/>
          </p:cNvSpPr>
          <p:nvPr>
            <p:ph type="subTitle" idx="16"/>
          </p:nvPr>
        </p:nvSpPr>
        <p:spPr>
          <a:xfrm>
            <a:off x="9604189" y="2692709"/>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6" name="Google Shape;746;p43"/>
          <p:cNvSpPr txBox="1">
            <a:spLocks noGrp="1"/>
          </p:cNvSpPr>
          <p:nvPr>
            <p:ph type="subTitle" idx="17"/>
          </p:nvPr>
        </p:nvSpPr>
        <p:spPr>
          <a:xfrm>
            <a:off x="9604189" y="3966995"/>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7" name="Google Shape;747;p43"/>
          <p:cNvSpPr txBox="1">
            <a:spLocks noGrp="1"/>
          </p:cNvSpPr>
          <p:nvPr>
            <p:ph type="subTitle" idx="18"/>
          </p:nvPr>
        </p:nvSpPr>
        <p:spPr>
          <a:xfrm>
            <a:off x="9604189" y="5158421"/>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8" name="Google Shape;748;p43"/>
          <p:cNvSpPr txBox="1">
            <a:spLocks noGrp="1"/>
          </p:cNvSpPr>
          <p:nvPr>
            <p:ph type="subTitle" idx="19"/>
          </p:nvPr>
        </p:nvSpPr>
        <p:spPr>
          <a:xfrm>
            <a:off x="9604189" y="6424906"/>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9" name="Google Shape;749;p43"/>
          <p:cNvSpPr txBox="1">
            <a:spLocks noGrp="1"/>
          </p:cNvSpPr>
          <p:nvPr>
            <p:ph type="subTitle" idx="20"/>
          </p:nvPr>
        </p:nvSpPr>
        <p:spPr>
          <a:xfrm>
            <a:off x="11846469" y="2798218"/>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0" name="Google Shape;750;p43"/>
          <p:cNvSpPr txBox="1">
            <a:spLocks noGrp="1"/>
          </p:cNvSpPr>
          <p:nvPr>
            <p:ph type="subTitle" idx="21"/>
          </p:nvPr>
        </p:nvSpPr>
        <p:spPr>
          <a:xfrm>
            <a:off x="11846469" y="4072504"/>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1" name="Google Shape;751;p43"/>
          <p:cNvSpPr txBox="1">
            <a:spLocks noGrp="1"/>
          </p:cNvSpPr>
          <p:nvPr>
            <p:ph type="subTitle" idx="22"/>
          </p:nvPr>
        </p:nvSpPr>
        <p:spPr>
          <a:xfrm>
            <a:off x="11846469" y="5263930"/>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2" name="Google Shape;752;p43"/>
          <p:cNvSpPr txBox="1">
            <a:spLocks noGrp="1"/>
          </p:cNvSpPr>
          <p:nvPr>
            <p:ph type="subTitle" idx="23"/>
          </p:nvPr>
        </p:nvSpPr>
        <p:spPr>
          <a:xfrm>
            <a:off x="11846469" y="6530416"/>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3" name="Google Shape;753;p43"/>
          <p:cNvSpPr txBox="1">
            <a:spLocks noGrp="1"/>
          </p:cNvSpPr>
          <p:nvPr>
            <p:ph type="subTitle" idx="24"/>
          </p:nvPr>
        </p:nvSpPr>
        <p:spPr>
          <a:xfrm>
            <a:off x="731520" y="404608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92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2479994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meline - 1">
  <p:cSld name="Timeline - 1">
    <p:spTree>
      <p:nvGrpSpPr>
        <p:cNvPr id="1" name="Shape 754"/>
        <p:cNvGrpSpPr/>
        <p:nvPr/>
      </p:nvGrpSpPr>
      <p:grpSpPr>
        <a:xfrm>
          <a:off x="0" y="0"/>
          <a:ext cx="0" cy="0"/>
          <a:chOff x="0" y="0"/>
          <a:chExt cx="0" cy="0"/>
        </a:xfrm>
      </p:grpSpPr>
      <p:sp>
        <p:nvSpPr>
          <p:cNvPr id="755" name="Google Shape;755;p4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6" name="Google Shape;756;p4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757" name="Google Shape;757;p44"/>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758" name="Google Shape;758;p44"/>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759" name="Google Shape;759;p44"/>
          <p:cNvCxnSpPr/>
          <p:nvPr/>
        </p:nvCxnSpPr>
        <p:spPr>
          <a:xfrm>
            <a:off x="1975134" y="4297640"/>
            <a:ext cx="11794080" cy="0"/>
          </a:xfrm>
          <a:prstGeom prst="straightConnector1">
            <a:avLst/>
          </a:prstGeom>
          <a:noFill/>
          <a:ln w="19050" cap="flat" cmpd="sng">
            <a:solidFill>
              <a:schemeClr val="accent5"/>
            </a:solidFill>
            <a:prstDash val="dash"/>
            <a:round/>
            <a:headEnd type="none" w="med" len="med"/>
            <a:tailEnd type="none" w="med" len="med"/>
          </a:ln>
        </p:spPr>
      </p:cxnSp>
      <p:sp>
        <p:nvSpPr>
          <p:cNvPr id="760" name="Google Shape;760;p44"/>
          <p:cNvSpPr/>
          <p:nvPr/>
        </p:nvSpPr>
        <p:spPr>
          <a:xfrm>
            <a:off x="283866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cxnSp>
        <p:nvCxnSpPr>
          <p:cNvPr id="761" name="Google Shape;761;p44"/>
          <p:cNvCxnSpPr>
            <a:stCxn id="760" idx="2"/>
          </p:cNvCxnSpPr>
          <p:nvPr/>
        </p:nvCxnSpPr>
        <p:spPr>
          <a:xfrm>
            <a:off x="2977381" y="4436357"/>
            <a:ext cx="0" cy="504480"/>
          </a:xfrm>
          <a:prstGeom prst="straightConnector1">
            <a:avLst/>
          </a:prstGeom>
          <a:noFill/>
          <a:ln w="19050" cap="flat" cmpd="sng">
            <a:solidFill>
              <a:schemeClr val="dk2"/>
            </a:solidFill>
            <a:prstDash val="solid"/>
            <a:round/>
            <a:headEnd type="none" w="med" len="med"/>
            <a:tailEnd type="none" w="med" len="med"/>
          </a:ln>
        </p:spPr>
      </p:cxnSp>
      <p:sp>
        <p:nvSpPr>
          <p:cNvPr id="762" name="Google Shape;762;p44"/>
          <p:cNvSpPr/>
          <p:nvPr/>
        </p:nvSpPr>
        <p:spPr>
          <a:xfrm>
            <a:off x="748986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3" name="Google Shape;763;p44"/>
          <p:cNvSpPr/>
          <p:nvPr/>
        </p:nvSpPr>
        <p:spPr>
          <a:xfrm>
            <a:off x="509490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4" name="Google Shape;764;p44"/>
          <p:cNvSpPr/>
          <p:nvPr/>
        </p:nvSpPr>
        <p:spPr>
          <a:xfrm>
            <a:off x="988482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5" name="Google Shape;765;p44"/>
          <p:cNvSpPr/>
          <p:nvPr/>
        </p:nvSpPr>
        <p:spPr>
          <a:xfrm>
            <a:off x="1227978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cxnSp>
        <p:nvCxnSpPr>
          <p:cNvPr id="766" name="Google Shape;766;p44"/>
          <p:cNvCxnSpPr/>
          <p:nvPr/>
        </p:nvCxnSpPr>
        <p:spPr>
          <a:xfrm>
            <a:off x="5233621" y="368803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7" name="Google Shape;767;p44"/>
          <p:cNvCxnSpPr/>
          <p:nvPr/>
        </p:nvCxnSpPr>
        <p:spPr>
          <a:xfrm>
            <a:off x="7628581" y="442267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8" name="Google Shape;768;p44"/>
          <p:cNvCxnSpPr/>
          <p:nvPr/>
        </p:nvCxnSpPr>
        <p:spPr>
          <a:xfrm>
            <a:off x="10023541" y="373539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9" name="Google Shape;769;p44"/>
          <p:cNvCxnSpPr/>
          <p:nvPr/>
        </p:nvCxnSpPr>
        <p:spPr>
          <a:xfrm>
            <a:off x="12418501" y="4436357"/>
            <a:ext cx="0" cy="504480"/>
          </a:xfrm>
          <a:prstGeom prst="straightConnector1">
            <a:avLst/>
          </a:prstGeom>
          <a:noFill/>
          <a:ln w="19050" cap="flat" cmpd="sng">
            <a:solidFill>
              <a:schemeClr val="dk2"/>
            </a:solidFill>
            <a:prstDash val="solid"/>
            <a:round/>
            <a:headEnd type="none" w="med" len="med"/>
            <a:tailEnd type="none" w="med" len="med"/>
          </a:ln>
        </p:spPr>
      </p:cxnSp>
      <p:sp>
        <p:nvSpPr>
          <p:cNvPr id="770" name="Google Shape;770;p44"/>
          <p:cNvSpPr/>
          <p:nvPr/>
        </p:nvSpPr>
        <p:spPr>
          <a:xfrm>
            <a:off x="13700838" y="4184478"/>
            <a:ext cx="198062" cy="226314"/>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5"/>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71" name="Google Shape;771;p44"/>
          <p:cNvSpPr>
            <a:spLocks noGrp="1"/>
          </p:cNvSpPr>
          <p:nvPr>
            <p:ph type="pic" idx="2"/>
          </p:nvPr>
        </p:nvSpPr>
        <p:spPr>
          <a:xfrm>
            <a:off x="4754360" y="1843941"/>
            <a:ext cx="958560" cy="958560"/>
          </a:xfrm>
          <a:prstGeom prst="roundRect">
            <a:avLst>
              <a:gd name="adj" fmla="val 16667"/>
            </a:avLst>
          </a:prstGeom>
          <a:noFill/>
          <a:ln>
            <a:noFill/>
          </a:ln>
        </p:spPr>
      </p:sp>
      <p:sp>
        <p:nvSpPr>
          <p:cNvPr id="772" name="Google Shape;772;p44"/>
          <p:cNvSpPr>
            <a:spLocks noGrp="1"/>
          </p:cNvSpPr>
          <p:nvPr>
            <p:ph type="pic" idx="3"/>
          </p:nvPr>
        </p:nvSpPr>
        <p:spPr>
          <a:xfrm>
            <a:off x="9531080" y="1843941"/>
            <a:ext cx="958560" cy="958560"/>
          </a:xfrm>
          <a:prstGeom prst="roundRect">
            <a:avLst>
              <a:gd name="adj" fmla="val 16667"/>
            </a:avLst>
          </a:prstGeom>
          <a:noFill/>
          <a:ln>
            <a:noFill/>
          </a:ln>
        </p:spPr>
      </p:sp>
      <p:sp>
        <p:nvSpPr>
          <p:cNvPr id="773" name="Google Shape;773;p44"/>
          <p:cNvSpPr>
            <a:spLocks noGrp="1"/>
          </p:cNvSpPr>
          <p:nvPr>
            <p:ph type="pic" idx="4"/>
          </p:nvPr>
        </p:nvSpPr>
        <p:spPr>
          <a:xfrm>
            <a:off x="11939240" y="5062741"/>
            <a:ext cx="958560" cy="958560"/>
          </a:xfrm>
          <a:prstGeom prst="roundRect">
            <a:avLst>
              <a:gd name="adj" fmla="val 16667"/>
            </a:avLst>
          </a:prstGeom>
          <a:noFill/>
          <a:ln>
            <a:noFill/>
          </a:ln>
        </p:spPr>
      </p:sp>
      <p:sp>
        <p:nvSpPr>
          <p:cNvPr id="774" name="Google Shape;774;p44"/>
          <p:cNvSpPr>
            <a:spLocks noGrp="1"/>
          </p:cNvSpPr>
          <p:nvPr>
            <p:ph type="pic" idx="5"/>
          </p:nvPr>
        </p:nvSpPr>
        <p:spPr>
          <a:xfrm>
            <a:off x="7142701" y="5062741"/>
            <a:ext cx="958560" cy="958560"/>
          </a:xfrm>
          <a:prstGeom prst="roundRect">
            <a:avLst>
              <a:gd name="adj" fmla="val 16667"/>
            </a:avLst>
          </a:prstGeom>
          <a:noFill/>
          <a:ln>
            <a:noFill/>
          </a:ln>
        </p:spPr>
      </p:sp>
      <p:sp>
        <p:nvSpPr>
          <p:cNvPr id="775" name="Google Shape;775;p44"/>
          <p:cNvSpPr>
            <a:spLocks noGrp="1"/>
          </p:cNvSpPr>
          <p:nvPr>
            <p:ph type="pic" idx="6"/>
          </p:nvPr>
        </p:nvSpPr>
        <p:spPr>
          <a:xfrm>
            <a:off x="2498061" y="5062741"/>
            <a:ext cx="958560" cy="958560"/>
          </a:xfrm>
          <a:prstGeom prst="roundRect">
            <a:avLst>
              <a:gd name="adj" fmla="val 16667"/>
            </a:avLst>
          </a:prstGeom>
          <a:noFill/>
          <a:ln>
            <a:noFill/>
          </a:ln>
        </p:spPr>
      </p:sp>
      <p:sp>
        <p:nvSpPr>
          <p:cNvPr id="776" name="Google Shape;776;p44"/>
          <p:cNvSpPr txBox="1">
            <a:spLocks noGrp="1"/>
          </p:cNvSpPr>
          <p:nvPr>
            <p:ph type="subTitle" idx="7"/>
          </p:nvPr>
        </p:nvSpPr>
        <p:spPr>
          <a:xfrm>
            <a:off x="3969560" y="2926800"/>
            <a:ext cx="2528160" cy="636960"/>
          </a:xfrm>
          <a:prstGeom prst="rect">
            <a:avLst/>
          </a:prstGeom>
        </p:spPr>
        <p:txBody>
          <a:bodyPr spcFirstLastPara="1" wrap="square" lIns="0" tIns="0" rIns="0" bIns="0" anchor="t" anchorCtr="0">
            <a:normAutofit/>
          </a:bodyPr>
          <a:lstStyle>
            <a:lvl1pPr lvl="0" algn="ctr">
              <a:spcBef>
                <a:spcPts val="0"/>
              </a:spcBef>
              <a:spcAft>
                <a:spcPts val="0"/>
              </a:spcAft>
              <a:buClr>
                <a:schemeClr val="dk2"/>
              </a:buClr>
              <a:buSzPts val="1000"/>
              <a:buNone/>
              <a:defRPr sz="1600">
                <a:solidFill>
                  <a:schemeClr val="dk2"/>
                </a:solidFill>
              </a:defRPr>
            </a:lvl1pPr>
            <a:lvl2pPr lvl="1" algn="ctr">
              <a:spcBef>
                <a:spcPts val="0"/>
              </a:spcBef>
              <a:spcAft>
                <a:spcPts val="0"/>
              </a:spcAft>
              <a:buClr>
                <a:schemeClr val="dk1"/>
              </a:buClr>
              <a:buSzPts val="1000"/>
              <a:buNone/>
              <a:defRPr sz="1600"/>
            </a:lvl2pPr>
            <a:lvl3pPr lvl="2" algn="ctr">
              <a:spcBef>
                <a:spcPts val="0"/>
              </a:spcBef>
              <a:spcAft>
                <a:spcPts val="0"/>
              </a:spcAft>
              <a:buClr>
                <a:schemeClr val="dk1"/>
              </a:buClr>
              <a:buSzPts val="1000"/>
              <a:buNone/>
              <a:defRPr sz="1600"/>
            </a:lvl3pPr>
            <a:lvl4pPr lvl="3" algn="ctr">
              <a:spcBef>
                <a:spcPts val="0"/>
              </a:spcBef>
              <a:spcAft>
                <a:spcPts val="0"/>
              </a:spcAft>
              <a:buClr>
                <a:schemeClr val="dk1"/>
              </a:buClr>
              <a:buSzPts val="1000"/>
              <a:buNone/>
              <a:defRPr sz="1600"/>
            </a:lvl4pPr>
            <a:lvl5pPr lvl="4" algn="ctr">
              <a:spcBef>
                <a:spcPts val="0"/>
              </a:spcBef>
              <a:spcAft>
                <a:spcPts val="0"/>
              </a:spcAft>
              <a:buSzPts val="1000"/>
              <a:buNone/>
              <a:defRPr sz="1600"/>
            </a:lvl5pPr>
            <a:lvl6pPr lvl="5" algn="ctr">
              <a:spcBef>
                <a:spcPts val="0"/>
              </a:spcBef>
              <a:spcAft>
                <a:spcPts val="0"/>
              </a:spcAft>
              <a:buSzPts val="1000"/>
              <a:buNone/>
              <a:defRPr sz="1600"/>
            </a:lvl6pPr>
            <a:lvl7pPr lvl="6" algn="ctr">
              <a:spcBef>
                <a:spcPts val="0"/>
              </a:spcBef>
              <a:spcAft>
                <a:spcPts val="0"/>
              </a:spcAft>
              <a:buSzPts val="1000"/>
              <a:buNone/>
              <a:defRPr sz="1600"/>
            </a:lvl7pPr>
            <a:lvl8pPr lvl="7" algn="ctr">
              <a:spcBef>
                <a:spcPts val="0"/>
              </a:spcBef>
              <a:spcAft>
                <a:spcPts val="0"/>
              </a:spcAft>
              <a:buSzPts val="1000"/>
              <a:buNone/>
              <a:defRPr sz="1600"/>
            </a:lvl8pPr>
            <a:lvl9pPr lvl="8" algn="ctr">
              <a:spcBef>
                <a:spcPts val="0"/>
              </a:spcBef>
              <a:spcAft>
                <a:spcPts val="0"/>
              </a:spcAft>
              <a:buSzPts val="1000"/>
              <a:buNone/>
              <a:defRPr sz="1600"/>
            </a:lvl9pPr>
          </a:lstStyle>
          <a:p>
            <a:endParaRPr/>
          </a:p>
        </p:txBody>
      </p:sp>
      <p:sp>
        <p:nvSpPr>
          <p:cNvPr id="777" name="Google Shape;777;p44"/>
          <p:cNvSpPr txBox="1">
            <a:spLocks noGrp="1"/>
          </p:cNvSpPr>
          <p:nvPr>
            <p:ph type="subTitle" idx="8"/>
          </p:nvPr>
        </p:nvSpPr>
        <p:spPr>
          <a:xfrm>
            <a:off x="8693720" y="2950480"/>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78" name="Google Shape;778;p44"/>
          <p:cNvSpPr txBox="1">
            <a:spLocks noGrp="1"/>
          </p:cNvSpPr>
          <p:nvPr>
            <p:ph type="subTitle" idx="9"/>
          </p:nvPr>
        </p:nvSpPr>
        <p:spPr>
          <a:xfrm>
            <a:off x="11088680" y="6179654"/>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79" name="Google Shape;779;p44"/>
          <p:cNvSpPr txBox="1">
            <a:spLocks noGrp="1"/>
          </p:cNvSpPr>
          <p:nvPr>
            <p:ph type="subTitle" idx="13"/>
          </p:nvPr>
        </p:nvSpPr>
        <p:spPr>
          <a:xfrm>
            <a:off x="6292160" y="6193334"/>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80" name="Google Shape;780;p44"/>
          <p:cNvSpPr txBox="1">
            <a:spLocks noGrp="1"/>
          </p:cNvSpPr>
          <p:nvPr>
            <p:ph type="subTitle" idx="14"/>
          </p:nvPr>
        </p:nvSpPr>
        <p:spPr>
          <a:xfrm>
            <a:off x="1587960" y="6179634"/>
            <a:ext cx="277872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81" name="Google Shape;781;p44"/>
          <p:cNvSpPr txBox="1">
            <a:spLocks noGrp="1"/>
          </p:cNvSpPr>
          <p:nvPr>
            <p:ph type="subTitle" idx="15"/>
          </p:nvPr>
        </p:nvSpPr>
        <p:spPr>
          <a:xfrm>
            <a:off x="190188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2" name="Google Shape;782;p44"/>
          <p:cNvSpPr txBox="1">
            <a:spLocks noGrp="1"/>
          </p:cNvSpPr>
          <p:nvPr>
            <p:ph type="subTitle" idx="16"/>
          </p:nvPr>
        </p:nvSpPr>
        <p:spPr>
          <a:xfrm>
            <a:off x="656984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3" name="Google Shape;783;p44"/>
          <p:cNvSpPr txBox="1">
            <a:spLocks noGrp="1"/>
          </p:cNvSpPr>
          <p:nvPr>
            <p:ph type="subTitle" idx="17"/>
          </p:nvPr>
        </p:nvSpPr>
        <p:spPr>
          <a:xfrm>
            <a:off x="1134308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4" name="Google Shape;784;p44"/>
          <p:cNvSpPr txBox="1">
            <a:spLocks noGrp="1"/>
          </p:cNvSpPr>
          <p:nvPr>
            <p:ph type="subTitle" idx="18"/>
          </p:nvPr>
        </p:nvSpPr>
        <p:spPr>
          <a:xfrm>
            <a:off x="8934920" y="4533840"/>
            <a:ext cx="2150880" cy="6369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5" name="Google Shape;785;p44"/>
          <p:cNvSpPr txBox="1">
            <a:spLocks noGrp="1"/>
          </p:cNvSpPr>
          <p:nvPr>
            <p:ph type="subTitle" idx="19"/>
          </p:nvPr>
        </p:nvSpPr>
        <p:spPr>
          <a:xfrm>
            <a:off x="4158200" y="4533840"/>
            <a:ext cx="2150880" cy="6369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6" name="Google Shape;786;p44"/>
          <p:cNvSpPr txBox="1">
            <a:spLocks noGrp="1"/>
          </p:cNvSpPr>
          <p:nvPr>
            <p:ph type="subTitle" idx="20"/>
          </p:nvPr>
        </p:nvSpPr>
        <p:spPr>
          <a:xfrm>
            <a:off x="352000" y="3932728"/>
            <a:ext cx="1444800" cy="728160"/>
          </a:xfrm>
          <a:prstGeom prst="rect">
            <a:avLst/>
          </a:prstGeom>
        </p:spPr>
        <p:txBody>
          <a:bodyPr spcFirstLastPara="1" wrap="square" lIns="0" tIns="0" rIns="0" bIns="0" anchor="ctr" anchorCtr="0">
            <a:normAutofit/>
          </a:bodyPr>
          <a:lstStyle>
            <a:lvl1pPr lvl="0" algn="r">
              <a:spcBef>
                <a:spcPts val="0"/>
              </a:spcBef>
              <a:spcAft>
                <a:spcPts val="0"/>
              </a:spcAft>
              <a:buClr>
                <a:schemeClr val="dk2"/>
              </a:buClr>
              <a:buSzPts val="1400"/>
              <a:buNone/>
              <a:defRPr sz="224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221158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meline - 2">
  <p:cSld name="Timeline - 2">
    <p:spTree>
      <p:nvGrpSpPr>
        <p:cNvPr id="1" name="Shape 787"/>
        <p:cNvGrpSpPr/>
        <p:nvPr/>
      </p:nvGrpSpPr>
      <p:grpSpPr>
        <a:xfrm>
          <a:off x="0" y="0"/>
          <a:ext cx="0" cy="0"/>
          <a:chOff x="0" y="0"/>
          <a:chExt cx="0" cy="0"/>
        </a:xfrm>
      </p:grpSpPr>
      <p:sp>
        <p:nvSpPr>
          <p:cNvPr id="788" name="Google Shape;788;p4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9" name="Google Shape;789;p4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790" name="Google Shape;790;p45"/>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791" name="Google Shape;791;p45"/>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792" name="Google Shape;792;p45"/>
          <p:cNvCxnSpPr/>
          <p:nvPr/>
        </p:nvCxnSpPr>
        <p:spPr>
          <a:xfrm>
            <a:off x="-97960" y="2228800"/>
            <a:ext cx="12878400" cy="0"/>
          </a:xfrm>
          <a:prstGeom prst="straightConnector1">
            <a:avLst/>
          </a:prstGeom>
          <a:noFill/>
          <a:ln w="19050" cap="flat" cmpd="sng">
            <a:solidFill>
              <a:schemeClr val="accent5"/>
            </a:solidFill>
            <a:prstDash val="dash"/>
            <a:round/>
            <a:headEnd type="none" w="med" len="med"/>
            <a:tailEnd type="none" w="med" len="med"/>
          </a:ln>
        </p:spPr>
      </p:cxnSp>
      <p:cxnSp>
        <p:nvCxnSpPr>
          <p:cNvPr id="793" name="Google Shape;793;p45"/>
          <p:cNvCxnSpPr/>
          <p:nvPr/>
        </p:nvCxnSpPr>
        <p:spPr>
          <a:xfrm>
            <a:off x="12780112" y="2228920"/>
            <a:ext cx="0" cy="1912320"/>
          </a:xfrm>
          <a:prstGeom prst="straightConnector1">
            <a:avLst/>
          </a:prstGeom>
          <a:noFill/>
          <a:ln w="19050" cap="flat" cmpd="sng">
            <a:solidFill>
              <a:schemeClr val="accent5"/>
            </a:solidFill>
            <a:prstDash val="dash"/>
            <a:round/>
            <a:headEnd type="none" w="med" len="med"/>
            <a:tailEnd type="none" w="med" len="med"/>
          </a:ln>
        </p:spPr>
      </p:cxnSp>
      <p:cxnSp>
        <p:nvCxnSpPr>
          <p:cNvPr id="794" name="Google Shape;794;p45"/>
          <p:cNvCxnSpPr/>
          <p:nvPr/>
        </p:nvCxnSpPr>
        <p:spPr>
          <a:xfrm>
            <a:off x="1860032" y="4141240"/>
            <a:ext cx="10920000" cy="0"/>
          </a:xfrm>
          <a:prstGeom prst="straightConnector1">
            <a:avLst/>
          </a:prstGeom>
          <a:noFill/>
          <a:ln w="19050" cap="flat" cmpd="sng">
            <a:solidFill>
              <a:schemeClr val="accent5"/>
            </a:solidFill>
            <a:prstDash val="dash"/>
            <a:round/>
            <a:headEnd type="none" w="med" len="med"/>
            <a:tailEnd type="none" w="med" len="med"/>
          </a:ln>
        </p:spPr>
      </p:cxnSp>
      <p:cxnSp>
        <p:nvCxnSpPr>
          <p:cNvPr id="795" name="Google Shape;795;p45"/>
          <p:cNvCxnSpPr/>
          <p:nvPr/>
        </p:nvCxnSpPr>
        <p:spPr>
          <a:xfrm>
            <a:off x="1860032" y="4141240"/>
            <a:ext cx="0" cy="1912320"/>
          </a:xfrm>
          <a:prstGeom prst="straightConnector1">
            <a:avLst/>
          </a:prstGeom>
          <a:noFill/>
          <a:ln w="19050" cap="flat" cmpd="sng">
            <a:solidFill>
              <a:schemeClr val="accent5"/>
            </a:solidFill>
            <a:prstDash val="dash"/>
            <a:round/>
            <a:headEnd type="none" w="med" len="med"/>
            <a:tailEnd type="none" w="med" len="med"/>
          </a:ln>
        </p:spPr>
      </p:cxnSp>
      <p:cxnSp>
        <p:nvCxnSpPr>
          <p:cNvPr id="796" name="Google Shape;796;p45"/>
          <p:cNvCxnSpPr/>
          <p:nvPr/>
        </p:nvCxnSpPr>
        <p:spPr>
          <a:xfrm>
            <a:off x="1860021" y="6053560"/>
            <a:ext cx="12868320" cy="0"/>
          </a:xfrm>
          <a:prstGeom prst="straightConnector1">
            <a:avLst/>
          </a:prstGeom>
          <a:noFill/>
          <a:ln w="19050" cap="flat" cmpd="sng">
            <a:solidFill>
              <a:schemeClr val="accent5"/>
            </a:solidFill>
            <a:prstDash val="dash"/>
            <a:round/>
            <a:headEnd type="none" w="med" len="med"/>
            <a:tailEnd type="none" w="med" len="med"/>
          </a:ln>
        </p:spPr>
      </p:cxnSp>
      <p:sp>
        <p:nvSpPr>
          <p:cNvPr id="797" name="Google Shape;797;p45"/>
          <p:cNvSpPr/>
          <p:nvPr/>
        </p:nvSpPr>
        <p:spPr>
          <a:xfrm>
            <a:off x="3099760"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1</a:t>
            </a:r>
            <a:endParaRPr sz="3680">
              <a:solidFill>
                <a:srgbClr val="F7F7F7"/>
              </a:solidFill>
              <a:latin typeface="IBM Plex Sans Medium"/>
              <a:ea typeface="IBM Plex Sans Medium"/>
              <a:cs typeface="IBM Plex Sans Medium"/>
              <a:sym typeface="IBM Plex Sans Medium"/>
            </a:endParaRPr>
          </a:p>
        </p:txBody>
      </p:sp>
      <p:sp>
        <p:nvSpPr>
          <p:cNvPr id="798" name="Google Shape;798;p45"/>
          <p:cNvSpPr/>
          <p:nvPr/>
        </p:nvSpPr>
        <p:spPr>
          <a:xfrm>
            <a:off x="6935102"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2</a:t>
            </a:r>
            <a:endParaRPr sz="3680">
              <a:solidFill>
                <a:srgbClr val="F7F7F7"/>
              </a:solidFill>
              <a:latin typeface="IBM Plex Sans Medium"/>
              <a:ea typeface="IBM Plex Sans Medium"/>
              <a:cs typeface="IBM Plex Sans Medium"/>
              <a:sym typeface="IBM Plex Sans Medium"/>
            </a:endParaRPr>
          </a:p>
        </p:txBody>
      </p:sp>
      <p:sp>
        <p:nvSpPr>
          <p:cNvPr id="799" name="Google Shape;799;p45"/>
          <p:cNvSpPr/>
          <p:nvPr/>
        </p:nvSpPr>
        <p:spPr>
          <a:xfrm>
            <a:off x="10770445"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3</a:t>
            </a:r>
            <a:endParaRPr sz="3680">
              <a:solidFill>
                <a:srgbClr val="F7F7F7"/>
              </a:solidFill>
              <a:latin typeface="IBM Plex Sans Medium"/>
              <a:ea typeface="IBM Plex Sans Medium"/>
              <a:cs typeface="IBM Plex Sans Medium"/>
              <a:sym typeface="IBM Plex Sans Medium"/>
            </a:endParaRPr>
          </a:p>
        </p:txBody>
      </p:sp>
      <p:sp>
        <p:nvSpPr>
          <p:cNvPr id="800" name="Google Shape;800;p45"/>
          <p:cNvSpPr/>
          <p:nvPr/>
        </p:nvSpPr>
        <p:spPr>
          <a:xfrm>
            <a:off x="3099760"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6</a:t>
            </a:r>
            <a:endParaRPr sz="3680">
              <a:solidFill>
                <a:srgbClr val="F7F7F7"/>
              </a:solidFill>
              <a:latin typeface="IBM Plex Sans Medium"/>
              <a:ea typeface="IBM Plex Sans Medium"/>
              <a:cs typeface="IBM Plex Sans Medium"/>
              <a:sym typeface="IBM Plex Sans Medium"/>
            </a:endParaRPr>
          </a:p>
        </p:txBody>
      </p:sp>
      <p:sp>
        <p:nvSpPr>
          <p:cNvPr id="801" name="Google Shape;801;p45"/>
          <p:cNvSpPr/>
          <p:nvPr/>
        </p:nvSpPr>
        <p:spPr>
          <a:xfrm>
            <a:off x="6935102"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5</a:t>
            </a:r>
            <a:endParaRPr sz="3680">
              <a:solidFill>
                <a:srgbClr val="F7F7F7"/>
              </a:solidFill>
              <a:latin typeface="IBM Plex Sans Medium"/>
              <a:ea typeface="IBM Plex Sans Medium"/>
              <a:cs typeface="IBM Plex Sans Medium"/>
              <a:sym typeface="IBM Plex Sans Medium"/>
            </a:endParaRPr>
          </a:p>
        </p:txBody>
      </p:sp>
      <p:sp>
        <p:nvSpPr>
          <p:cNvPr id="802" name="Google Shape;802;p45"/>
          <p:cNvSpPr/>
          <p:nvPr/>
        </p:nvSpPr>
        <p:spPr>
          <a:xfrm>
            <a:off x="10770445"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4</a:t>
            </a:r>
            <a:endParaRPr sz="3680">
              <a:solidFill>
                <a:srgbClr val="F7F7F7"/>
              </a:solidFill>
              <a:latin typeface="IBM Plex Sans Medium"/>
              <a:ea typeface="IBM Plex Sans Medium"/>
              <a:cs typeface="IBM Plex Sans Medium"/>
              <a:sym typeface="IBM Plex Sans Medium"/>
            </a:endParaRPr>
          </a:p>
        </p:txBody>
      </p:sp>
      <p:sp>
        <p:nvSpPr>
          <p:cNvPr id="803" name="Google Shape;803;p45"/>
          <p:cNvSpPr/>
          <p:nvPr/>
        </p:nvSpPr>
        <p:spPr>
          <a:xfrm>
            <a:off x="3099760"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7</a:t>
            </a:r>
            <a:endParaRPr sz="3680">
              <a:solidFill>
                <a:srgbClr val="F7F7F7"/>
              </a:solidFill>
              <a:latin typeface="IBM Plex Sans Medium"/>
              <a:ea typeface="IBM Plex Sans Medium"/>
              <a:cs typeface="IBM Plex Sans Medium"/>
              <a:sym typeface="IBM Plex Sans Medium"/>
            </a:endParaRPr>
          </a:p>
        </p:txBody>
      </p:sp>
      <p:sp>
        <p:nvSpPr>
          <p:cNvPr id="804" name="Google Shape;804;p45"/>
          <p:cNvSpPr/>
          <p:nvPr/>
        </p:nvSpPr>
        <p:spPr>
          <a:xfrm>
            <a:off x="6935102"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8</a:t>
            </a:r>
            <a:endParaRPr sz="3680">
              <a:solidFill>
                <a:srgbClr val="F7F7F7"/>
              </a:solidFill>
              <a:latin typeface="IBM Plex Sans Medium"/>
              <a:ea typeface="IBM Plex Sans Medium"/>
              <a:cs typeface="IBM Plex Sans Medium"/>
              <a:sym typeface="IBM Plex Sans Medium"/>
            </a:endParaRPr>
          </a:p>
        </p:txBody>
      </p:sp>
      <p:sp>
        <p:nvSpPr>
          <p:cNvPr id="805" name="Google Shape;805;p45"/>
          <p:cNvSpPr/>
          <p:nvPr/>
        </p:nvSpPr>
        <p:spPr>
          <a:xfrm>
            <a:off x="10770445"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9</a:t>
            </a:r>
            <a:endParaRPr sz="3680">
              <a:solidFill>
                <a:srgbClr val="F7F7F7"/>
              </a:solidFill>
              <a:latin typeface="IBM Plex Sans Medium"/>
              <a:ea typeface="IBM Plex Sans Medium"/>
              <a:cs typeface="IBM Plex Sans Medium"/>
              <a:sym typeface="IBM Plex Sans Medium"/>
            </a:endParaRPr>
          </a:p>
        </p:txBody>
      </p:sp>
      <p:sp>
        <p:nvSpPr>
          <p:cNvPr id="806" name="Google Shape;806;p45"/>
          <p:cNvSpPr txBox="1">
            <a:spLocks noGrp="1"/>
          </p:cNvSpPr>
          <p:nvPr>
            <p:ph type="subTitle" idx="2"/>
          </p:nvPr>
        </p:nvSpPr>
        <p:spPr>
          <a:xfrm>
            <a:off x="2069520"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7" name="Google Shape;807;p45"/>
          <p:cNvSpPr txBox="1">
            <a:spLocks noGrp="1"/>
          </p:cNvSpPr>
          <p:nvPr>
            <p:ph type="subTitle" idx="3"/>
          </p:nvPr>
        </p:nvSpPr>
        <p:spPr>
          <a:xfrm>
            <a:off x="2069520"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8" name="Google Shape;808;p45"/>
          <p:cNvSpPr txBox="1">
            <a:spLocks noGrp="1"/>
          </p:cNvSpPr>
          <p:nvPr>
            <p:ph type="subTitle" idx="4"/>
          </p:nvPr>
        </p:nvSpPr>
        <p:spPr>
          <a:xfrm>
            <a:off x="2069520"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9" name="Google Shape;809;p45"/>
          <p:cNvSpPr txBox="1">
            <a:spLocks noGrp="1"/>
          </p:cNvSpPr>
          <p:nvPr>
            <p:ph type="subTitle" idx="5"/>
          </p:nvPr>
        </p:nvSpPr>
        <p:spPr>
          <a:xfrm>
            <a:off x="5904781"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0" name="Google Shape;810;p45"/>
          <p:cNvSpPr txBox="1">
            <a:spLocks noGrp="1"/>
          </p:cNvSpPr>
          <p:nvPr>
            <p:ph type="subTitle" idx="6"/>
          </p:nvPr>
        </p:nvSpPr>
        <p:spPr>
          <a:xfrm>
            <a:off x="5904781"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1" name="Google Shape;811;p45"/>
          <p:cNvSpPr txBox="1">
            <a:spLocks noGrp="1"/>
          </p:cNvSpPr>
          <p:nvPr>
            <p:ph type="subTitle" idx="7"/>
          </p:nvPr>
        </p:nvSpPr>
        <p:spPr>
          <a:xfrm>
            <a:off x="5904781"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2" name="Google Shape;812;p45"/>
          <p:cNvSpPr txBox="1">
            <a:spLocks noGrp="1"/>
          </p:cNvSpPr>
          <p:nvPr>
            <p:ph type="subTitle" idx="8"/>
          </p:nvPr>
        </p:nvSpPr>
        <p:spPr>
          <a:xfrm>
            <a:off x="9740061"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3" name="Google Shape;813;p45"/>
          <p:cNvSpPr txBox="1">
            <a:spLocks noGrp="1"/>
          </p:cNvSpPr>
          <p:nvPr>
            <p:ph type="subTitle" idx="9"/>
          </p:nvPr>
        </p:nvSpPr>
        <p:spPr>
          <a:xfrm>
            <a:off x="9740061"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4" name="Google Shape;814;p45"/>
          <p:cNvSpPr txBox="1">
            <a:spLocks noGrp="1"/>
          </p:cNvSpPr>
          <p:nvPr>
            <p:ph type="subTitle" idx="13"/>
          </p:nvPr>
        </p:nvSpPr>
        <p:spPr>
          <a:xfrm>
            <a:off x="9740061"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Tree>
    <p:extLst>
      <p:ext uri="{BB962C8B-B14F-4D97-AF65-F5344CB8AC3E}">
        <p14:creationId xmlns:p14="http://schemas.microsoft.com/office/powerpoint/2010/main" val="25860434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Quote - 1">
  <p:cSld name="Quote - 1">
    <p:spTree>
      <p:nvGrpSpPr>
        <p:cNvPr id="1" name="Shape 815"/>
        <p:cNvGrpSpPr/>
        <p:nvPr/>
      </p:nvGrpSpPr>
      <p:grpSpPr>
        <a:xfrm>
          <a:off x="0" y="0"/>
          <a:ext cx="0" cy="0"/>
          <a:chOff x="0" y="0"/>
          <a:chExt cx="0" cy="0"/>
        </a:xfrm>
      </p:grpSpPr>
      <p:sp>
        <p:nvSpPr>
          <p:cNvPr id="816" name="Google Shape;816;p46"/>
          <p:cNvSpPr/>
          <p:nvPr/>
        </p:nvSpPr>
        <p:spPr>
          <a:xfrm>
            <a:off x="1746720" y="1496400"/>
            <a:ext cx="11136960" cy="5236800"/>
          </a:xfrm>
          <a:prstGeom prst="roundRect">
            <a:avLst>
              <a:gd name="adj" fmla="val 1266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600">
              <a:solidFill>
                <a:srgbClr val="000000"/>
              </a:solidFill>
              <a:latin typeface="IBM Plex Sans"/>
              <a:ea typeface="IBM Plex Sans"/>
              <a:cs typeface="IBM Plex Sans"/>
              <a:sym typeface="IBM Plex Sans"/>
            </a:endParaRPr>
          </a:p>
        </p:txBody>
      </p:sp>
      <p:sp>
        <p:nvSpPr>
          <p:cNvPr id="817" name="Google Shape;817;p46"/>
          <p:cNvSpPr txBox="1"/>
          <p:nvPr/>
        </p:nvSpPr>
        <p:spPr>
          <a:xfrm>
            <a:off x="2974640" y="1961701"/>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7F7F7"/>
                </a:solidFill>
                <a:latin typeface="IBM Plex Sans"/>
                <a:ea typeface="IBM Plex Sans"/>
                <a:cs typeface="IBM Plex Sans"/>
                <a:sym typeface="IBM Plex Sans"/>
              </a:rPr>
              <a:t>“</a:t>
            </a:r>
            <a:endParaRPr sz="9600" b="1">
              <a:solidFill>
                <a:srgbClr val="F7F7F7"/>
              </a:solidFill>
              <a:latin typeface="IBM Plex Sans"/>
              <a:ea typeface="IBM Plex Sans"/>
              <a:cs typeface="IBM Plex Sans"/>
              <a:sym typeface="IBM Plex Sans"/>
            </a:endParaRPr>
          </a:p>
        </p:txBody>
      </p:sp>
      <p:sp>
        <p:nvSpPr>
          <p:cNvPr id="818" name="Google Shape;818;p4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819" name="Google Shape;819;p46"/>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820" name="Google Shape;820;p46"/>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1" name="Google Shape;821;p46"/>
          <p:cNvSpPr txBox="1">
            <a:spLocks noGrp="1"/>
          </p:cNvSpPr>
          <p:nvPr>
            <p:ph type="body" idx="2"/>
          </p:nvPr>
        </p:nvSpPr>
        <p:spPr>
          <a:xfrm>
            <a:off x="3798800" y="2404800"/>
            <a:ext cx="8622720" cy="3052320"/>
          </a:xfrm>
          <a:prstGeom prst="rect">
            <a:avLst/>
          </a:prstGeom>
        </p:spPr>
        <p:txBody>
          <a:bodyPr spcFirstLastPara="1" wrap="square" lIns="0" tIns="0" rIns="0" bIns="0" anchor="t" anchorCtr="0">
            <a:normAutofit/>
          </a:bodyPr>
          <a:lstStyle>
            <a:lvl1pPr marL="731520" lvl="0" indent="-609600" rtl="0">
              <a:spcBef>
                <a:spcPts val="0"/>
              </a:spcBef>
              <a:spcAft>
                <a:spcPts val="0"/>
              </a:spcAft>
              <a:buClr>
                <a:schemeClr val="lt1"/>
              </a:buClr>
              <a:buSzPts val="2400"/>
              <a:buFont typeface="IBM Plex Sans Light"/>
              <a:buChar char="■"/>
              <a:defRPr sz="3840">
                <a:solidFill>
                  <a:schemeClr val="lt1"/>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822" name="Google Shape;822;p46"/>
          <p:cNvSpPr txBox="1">
            <a:spLocks noGrp="1"/>
          </p:cNvSpPr>
          <p:nvPr>
            <p:ph type="subTitle" idx="3"/>
          </p:nvPr>
        </p:nvSpPr>
        <p:spPr>
          <a:xfrm>
            <a:off x="7031920" y="5517570"/>
            <a:ext cx="5389440" cy="34464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224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823" name="Google Shape;823;p46"/>
          <p:cNvSpPr txBox="1">
            <a:spLocks noGrp="1"/>
          </p:cNvSpPr>
          <p:nvPr>
            <p:ph type="subTitle" idx="4"/>
          </p:nvPr>
        </p:nvSpPr>
        <p:spPr>
          <a:xfrm>
            <a:off x="7031920" y="5931120"/>
            <a:ext cx="5389440" cy="34464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92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824" name="Google Shape;824;p46"/>
          <p:cNvGrpSpPr/>
          <p:nvPr/>
        </p:nvGrpSpPr>
        <p:grpSpPr>
          <a:xfrm>
            <a:off x="805036" y="5517546"/>
            <a:ext cx="1537826" cy="1531677"/>
            <a:chOff x="3000325" y="3156400"/>
            <a:chExt cx="881054" cy="877530"/>
          </a:xfrm>
        </p:grpSpPr>
        <p:sp>
          <p:nvSpPr>
            <p:cNvPr id="825" name="Google Shape;825;p46"/>
            <p:cNvSpPr/>
            <p:nvPr/>
          </p:nvSpPr>
          <p:spPr>
            <a:xfrm>
              <a:off x="3791679"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6" name="Google Shape;826;p46"/>
            <p:cNvSpPr/>
            <p:nvPr/>
          </p:nvSpPr>
          <p:spPr>
            <a:xfrm>
              <a:off x="3791679"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7" name="Google Shape;827;p46"/>
            <p:cNvSpPr/>
            <p:nvPr/>
          </p:nvSpPr>
          <p:spPr>
            <a:xfrm>
              <a:off x="3791679"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8" name="Google Shape;828;p46"/>
            <p:cNvSpPr/>
            <p:nvPr/>
          </p:nvSpPr>
          <p:spPr>
            <a:xfrm>
              <a:off x="3791679"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9" name="Google Shape;829;p46"/>
            <p:cNvSpPr/>
            <p:nvPr/>
          </p:nvSpPr>
          <p:spPr>
            <a:xfrm>
              <a:off x="3791679"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0" name="Google Shape;830;p46"/>
            <p:cNvSpPr/>
            <p:nvPr/>
          </p:nvSpPr>
          <p:spPr>
            <a:xfrm>
              <a:off x="3000325"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1" name="Google Shape;831;p46"/>
            <p:cNvSpPr/>
            <p:nvPr/>
          </p:nvSpPr>
          <p:spPr>
            <a:xfrm>
              <a:off x="3000325"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2" name="Google Shape;832;p46"/>
            <p:cNvSpPr/>
            <p:nvPr/>
          </p:nvSpPr>
          <p:spPr>
            <a:xfrm>
              <a:off x="3000325"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3" name="Google Shape;833;p46"/>
            <p:cNvSpPr/>
            <p:nvPr/>
          </p:nvSpPr>
          <p:spPr>
            <a:xfrm>
              <a:off x="3000325"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4" name="Google Shape;834;p46"/>
            <p:cNvSpPr/>
            <p:nvPr/>
          </p:nvSpPr>
          <p:spPr>
            <a:xfrm>
              <a:off x="3000325"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5" name="Google Shape;835;p46"/>
            <p:cNvSpPr/>
            <p:nvPr/>
          </p:nvSpPr>
          <p:spPr>
            <a:xfrm>
              <a:off x="319816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6" name="Google Shape;836;p46"/>
            <p:cNvSpPr/>
            <p:nvPr/>
          </p:nvSpPr>
          <p:spPr>
            <a:xfrm>
              <a:off x="319816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7" name="Google Shape;837;p46"/>
            <p:cNvSpPr/>
            <p:nvPr/>
          </p:nvSpPr>
          <p:spPr>
            <a:xfrm>
              <a:off x="319816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8" name="Google Shape;838;p46"/>
            <p:cNvSpPr/>
            <p:nvPr/>
          </p:nvSpPr>
          <p:spPr>
            <a:xfrm>
              <a:off x="3198163"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9" name="Google Shape;839;p46"/>
            <p:cNvSpPr/>
            <p:nvPr/>
          </p:nvSpPr>
          <p:spPr>
            <a:xfrm>
              <a:off x="3198163"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0" name="Google Shape;840;p46"/>
            <p:cNvSpPr/>
            <p:nvPr/>
          </p:nvSpPr>
          <p:spPr>
            <a:xfrm>
              <a:off x="3396002"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1" name="Google Shape;841;p46"/>
            <p:cNvSpPr/>
            <p:nvPr/>
          </p:nvSpPr>
          <p:spPr>
            <a:xfrm>
              <a:off x="3396002"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2" name="Google Shape;842;p46"/>
            <p:cNvSpPr/>
            <p:nvPr/>
          </p:nvSpPr>
          <p:spPr>
            <a:xfrm>
              <a:off x="3396002"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3" name="Google Shape;843;p46"/>
            <p:cNvSpPr/>
            <p:nvPr/>
          </p:nvSpPr>
          <p:spPr>
            <a:xfrm>
              <a:off x="3396002"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4" name="Google Shape;844;p46"/>
            <p:cNvSpPr/>
            <p:nvPr/>
          </p:nvSpPr>
          <p:spPr>
            <a:xfrm>
              <a:off x="3396002"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5" name="Google Shape;845;p46"/>
            <p:cNvSpPr/>
            <p:nvPr/>
          </p:nvSpPr>
          <p:spPr>
            <a:xfrm>
              <a:off x="3593840"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6" name="Google Shape;846;p46"/>
            <p:cNvSpPr/>
            <p:nvPr/>
          </p:nvSpPr>
          <p:spPr>
            <a:xfrm>
              <a:off x="3593840"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7" name="Google Shape;847;p46"/>
            <p:cNvSpPr/>
            <p:nvPr/>
          </p:nvSpPr>
          <p:spPr>
            <a:xfrm>
              <a:off x="3593840"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8" name="Google Shape;848;p46"/>
            <p:cNvSpPr/>
            <p:nvPr/>
          </p:nvSpPr>
          <p:spPr>
            <a:xfrm>
              <a:off x="3593840"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9" name="Google Shape;849;p46"/>
            <p:cNvSpPr/>
            <p:nvPr/>
          </p:nvSpPr>
          <p:spPr>
            <a:xfrm>
              <a:off x="3593840"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1399705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Quote - 3">
  <p:cSld name="Quote - 3">
    <p:bg>
      <p:bgPr>
        <a:solidFill>
          <a:schemeClr val="dk1"/>
        </a:solidFill>
        <a:effectLst/>
      </p:bgPr>
    </p:bg>
    <p:spTree>
      <p:nvGrpSpPr>
        <p:cNvPr id="1" name="Shape 885"/>
        <p:cNvGrpSpPr/>
        <p:nvPr/>
      </p:nvGrpSpPr>
      <p:grpSpPr>
        <a:xfrm>
          <a:off x="0" y="0"/>
          <a:ext cx="0" cy="0"/>
          <a:chOff x="0" y="0"/>
          <a:chExt cx="0" cy="0"/>
        </a:xfrm>
      </p:grpSpPr>
      <p:sp>
        <p:nvSpPr>
          <p:cNvPr id="886" name="Google Shape;886;p4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887" name="Google Shape;887;p4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888" name="Google Shape;888;p48"/>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grpSp>
        <p:nvGrpSpPr>
          <p:cNvPr id="889" name="Google Shape;889;p48"/>
          <p:cNvGrpSpPr/>
          <p:nvPr/>
        </p:nvGrpSpPr>
        <p:grpSpPr>
          <a:xfrm rot="10800000">
            <a:off x="11713600" y="1965488"/>
            <a:ext cx="1206560" cy="4892544"/>
            <a:chOff x="1409525" y="1524925"/>
            <a:chExt cx="754100" cy="2588100"/>
          </a:xfrm>
        </p:grpSpPr>
        <p:sp>
          <p:nvSpPr>
            <p:cNvPr id="890" name="Google Shape;890;p4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1" name="Google Shape;891;p4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2" name="Google Shape;892;p4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grpSp>
        <p:nvGrpSpPr>
          <p:cNvPr id="893" name="Google Shape;893;p48"/>
          <p:cNvGrpSpPr/>
          <p:nvPr/>
        </p:nvGrpSpPr>
        <p:grpSpPr>
          <a:xfrm>
            <a:off x="1710280" y="1965390"/>
            <a:ext cx="1206560" cy="4892544"/>
            <a:chOff x="1409525" y="1524925"/>
            <a:chExt cx="754100" cy="2588100"/>
          </a:xfrm>
        </p:grpSpPr>
        <p:sp>
          <p:nvSpPr>
            <p:cNvPr id="894" name="Google Shape;894;p4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5" name="Google Shape;895;p4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6" name="Google Shape;896;p4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897" name="Google Shape;897;p48"/>
          <p:cNvSpPr txBox="1"/>
          <p:nvPr/>
        </p:nvSpPr>
        <p:spPr>
          <a:xfrm>
            <a:off x="2730800" y="2449381"/>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C5D0D"/>
                </a:solidFill>
                <a:latin typeface="IBM Plex Sans"/>
                <a:ea typeface="IBM Plex Sans"/>
                <a:cs typeface="IBM Plex Sans"/>
                <a:sym typeface="IBM Plex Sans"/>
              </a:rPr>
              <a:t>“</a:t>
            </a:r>
            <a:endParaRPr sz="9600" b="1">
              <a:solidFill>
                <a:srgbClr val="FC5D0D"/>
              </a:solidFill>
              <a:latin typeface="IBM Plex Sans"/>
              <a:ea typeface="IBM Plex Sans"/>
              <a:cs typeface="IBM Plex Sans"/>
              <a:sym typeface="IBM Plex Sans"/>
            </a:endParaRPr>
          </a:p>
        </p:txBody>
      </p:sp>
      <p:sp>
        <p:nvSpPr>
          <p:cNvPr id="898" name="Google Shape;898;p4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9" name="Google Shape;899;p48"/>
          <p:cNvSpPr txBox="1">
            <a:spLocks noGrp="1"/>
          </p:cNvSpPr>
          <p:nvPr>
            <p:ph type="body" idx="2"/>
          </p:nvPr>
        </p:nvSpPr>
        <p:spPr>
          <a:xfrm>
            <a:off x="3554960" y="2773520"/>
            <a:ext cx="8362560" cy="2675040"/>
          </a:xfrm>
          <a:prstGeom prst="rect">
            <a:avLst/>
          </a:prstGeom>
        </p:spPr>
        <p:txBody>
          <a:bodyPr spcFirstLastPara="1" wrap="square" lIns="0" tIns="0" rIns="0" bIns="0" anchor="t" anchorCtr="0">
            <a:normAutofit/>
          </a:bodyPr>
          <a:lstStyle>
            <a:lvl1pPr marL="731520" lvl="0" indent="-609600" rtl="0">
              <a:spcBef>
                <a:spcPts val="0"/>
              </a:spcBef>
              <a:spcAft>
                <a:spcPts val="0"/>
              </a:spcAft>
              <a:buClr>
                <a:schemeClr val="lt1"/>
              </a:buClr>
              <a:buSzPts val="2400"/>
              <a:buFont typeface="IBM Plex Sans Light"/>
              <a:buChar char="■"/>
              <a:defRPr sz="3840">
                <a:solidFill>
                  <a:schemeClr val="lt1"/>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rtl="0">
              <a:spcBef>
                <a:spcPts val="0"/>
              </a:spcBef>
              <a:spcAft>
                <a:spcPts val="0"/>
              </a:spcAft>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900" name="Google Shape;900;p48"/>
          <p:cNvSpPr txBox="1">
            <a:spLocks noGrp="1"/>
          </p:cNvSpPr>
          <p:nvPr>
            <p:ph type="subTitle" idx="3"/>
          </p:nvPr>
        </p:nvSpPr>
        <p:spPr>
          <a:xfrm>
            <a:off x="6690533" y="5448560"/>
            <a:ext cx="5226720" cy="30192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224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01" name="Google Shape;901;p48"/>
          <p:cNvSpPr txBox="1">
            <a:spLocks noGrp="1"/>
          </p:cNvSpPr>
          <p:nvPr>
            <p:ph type="subTitle" idx="4"/>
          </p:nvPr>
        </p:nvSpPr>
        <p:spPr>
          <a:xfrm>
            <a:off x="6690533" y="5864214"/>
            <a:ext cx="5226720" cy="30192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92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77734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Quote - 4">
  <p:cSld name="Quote - 4">
    <p:spTree>
      <p:nvGrpSpPr>
        <p:cNvPr id="1" name="Shape 902"/>
        <p:cNvGrpSpPr/>
        <p:nvPr/>
      </p:nvGrpSpPr>
      <p:grpSpPr>
        <a:xfrm>
          <a:off x="0" y="0"/>
          <a:ext cx="0" cy="0"/>
          <a:chOff x="0" y="0"/>
          <a:chExt cx="0" cy="0"/>
        </a:xfrm>
      </p:grpSpPr>
      <p:sp>
        <p:nvSpPr>
          <p:cNvPr id="903" name="Google Shape;903;p4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4" name="Google Shape;904;p4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905" name="Google Shape;905;p4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906" name="Google Shape;906;p4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7" name="Google Shape;907;p49"/>
          <p:cNvSpPr txBox="1"/>
          <p:nvPr/>
        </p:nvSpPr>
        <p:spPr>
          <a:xfrm>
            <a:off x="4712160" y="2455690"/>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C5D0D"/>
                </a:solidFill>
                <a:latin typeface="IBM Plex Sans"/>
                <a:ea typeface="IBM Plex Sans"/>
                <a:cs typeface="IBM Plex Sans"/>
                <a:sym typeface="IBM Plex Sans"/>
              </a:rPr>
              <a:t>“</a:t>
            </a:r>
            <a:endParaRPr sz="9600" b="1">
              <a:solidFill>
                <a:srgbClr val="FC5D0D"/>
              </a:solidFill>
              <a:latin typeface="IBM Plex Sans"/>
              <a:ea typeface="IBM Plex Sans"/>
              <a:cs typeface="IBM Plex Sans"/>
              <a:sym typeface="IBM Plex Sans"/>
            </a:endParaRPr>
          </a:p>
        </p:txBody>
      </p:sp>
      <p:sp>
        <p:nvSpPr>
          <p:cNvPr id="908" name="Google Shape;908;p49"/>
          <p:cNvSpPr txBox="1">
            <a:spLocks noGrp="1"/>
          </p:cNvSpPr>
          <p:nvPr>
            <p:ph type="body" idx="2"/>
          </p:nvPr>
        </p:nvSpPr>
        <p:spPr>
          <a:xfrm>
            <a:off x="5536320" y="2779850"/>
            <a:ext cx="8362560" cy="4908960"/>
          </a:xfrm>
          <a:prstGeom prst="rect">
            <a:avLst/>
          </a:prstGeom>
        </p:spPr>
        <p:txBody>
          <a:bodyPr spcFirstLastPara="1" wrap="square" lIns="0" tIns="0" rIns="0" bIns="0" anchor="t" anchorCtr="0">
            <a:normAutofit/>
          </a:bodyPr>
          <a:lstStyle>
            <a:lvl1pPr marL="731520" lvl="0" indent="-609600" rtl="0">
              <a:spcBef>
                <a:spcPts val="0"/>
              </a:spcBef>
              <a:spcAft>
                <a:spcPts val="0"/>
              </a:spcAft>
              <a:buSzPts val="2400"/>
              <a:buFont typeface="IBM Plex Sans Light"/>
              <a:buChar char="■"/>
              <a:defRPr sz="3840">
                <a:solidFill>
                  <a:schemeClr val="dk2"/>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3pPr>
            <a:lvl4pPr marL="2926080" lvl="3"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9pPr>
          </a:lstStyle>
          <a:p>
            <a:endParaRPr/>
          </a:p>
        </p:txBody>
      </p:sp>
      <p:sp>
        <p:nvSpPr>
          <p:cNvPr id="909" name="Google Shape;909;p49"/>
          <p:cNvSpPr txBox="1">
            <a:spLocks noGrp="1"/>
          </p:cNvSpPr>
          <p:nvPr>
            <p:ph type="subTitle" idx="3"/>
          </p:nvPr>
        </p:nvSpPr>
        <p:spPr>
          <a:xfrm>
            <a:off x="990683" y="5932280"/>
            <a:ext cx="3589440" cy="30192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1"/>
              </a:buClr>
              <a:buSzPts val="1400"/>
              <a:buNone/>
              <a:defRPr sz="2240" b="1"/>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0" name="Google Shape;910;p49"/>
          <p:cNvSpPr txBox="1">
            <a:spLocks noGrp="1"/>
          </p:cNvSpPr>
          <p:nvPr>
            <p:ph type="subTitle" idx="4"/>
          </p:nvPr>
        </p:nvSpPr>
        <p:spPr>
          <a:xfrm>
            <a:off x="990683" y="6347926"/>
            <a:ext cx="3589440" cy="30192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2"/>
              </a:buClr>
              <a:buSzPts val="1200"/>
              <a:buNone/>
              <a:defRPr sz="192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11" name="Google Shape;911;p49"/>
          <p:cNvSpPr>
            <a:spLocks noGrp="1"/>
          </p:cNvSpPr>
          <p:nvPr>
            <p:ph type="pic" idx="5"/>
          </p:nvPr>
        </p:nvSpPr>
        <p:spPr>
          <a:xfrm>
            <a:off x="1344920" y="2779840"/>
            <a:ext cx="2880960" cy="2880960"/>
          </a:xfrm>
          <a:prstGeom prst="ellipse">
            <a:avLst/>
          </a:prstGeom>
          <a:noFill/>
          <a:ln>
            <a:noFill/>
          </a:ln>
        </p:spPr>
      </p:sp>
      <p:cxnSp>
        <p:nvCxnSpPr>
          <p:cNvPr id="912" name="Google Shape;912;p49"/>
          <p:cNvCxnSpPr>
            <a:stCxn id="911" idx="2"/>
          </p:cNvCxnSpPr>
          <p:nvPr/>
        </p:nvCxnSpPr>
        <p:spPr>
          <a:xfrm rot="10800000">
            <a:off x="-433480" y="4220320"/>
            <a:ext cx="1778400" cy="0"/>
          </a:xfrm>
          <a:prstGeom prst="straightConnector1">
            <a:avLst/>
          </a:prstGeom>
          <a:noFill/>
          <a:ln w="19050" cap="flat" cmpd="sng">
            <a:solidFill>
              <a:schemeClr val="accent1"/>
            </a:solidFill>
            <a:prstDash val="dash"/>
            <a:round/>
            <a:headEnd type="none" w="med" len="med"/>
            <a:tailEnd type="none" w="med" len="med"/>
          </a:ln>
        </p:spPr>
      </p:cxnSp>
    </p:spTree>
    <p:extLst>
      <p:ext uri="{BB962C8B-B14F-4D97-AF65-F5344CB8AC3E}">
        <p14:creationId xmlns:p14="http://schemas.microsoft.com/office/powerpoint/2010/main" val="36748474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Event Announcement">
  <p:cSld name="Event Announcement">
    <p:bg>
      <p:bgPr>
        <a:solidFill>
          <a:schemeClr val="dk1"/>
        </a:solidFill>
        <a:effectLst/>
      </p:bgPr>
    </p:bg>
    <p:spTree>
      <p:nvGrpSpPr>
        <p:cNvPr id="1" name="Shape 913"/>
        <p:cNvGrpSpPr/>
        <p:nvPr/>
      </p:nvGrpSpPr>
      <p:grpSpPr>
        <a:xfrm>
          <a:off x="0" y="0"/>
          <a:ext cx="0" cy="0"/>
          <a:chOff x="0" y="0"/>
          <a:chExt cx="0" cy="0"/>
        </a:xfrm>
      </p:grpSpPr>
      <p:sp>
        <p:nvSpPr>
          <p:cNvPr id="914" name="Google Shape;914;p50"/>
          <p:cNvSpPr/>
          <p:nvPr/>
        </p:nvSpPr>
        <p:spPr>
          <a:xfrm>
            <a:off x="731520" y="3651880"/>
            <a:ext cx="6238080" cy="3662400"/>
          </a:xfrm>
          <a:prstGeom prst="roundRect">
            <a:avLst>
              <a:gd name="adj" fmla="val 12204"/>
            </a:avLst>
          </a:prstGeom>
          <a:solidFill>
            <a:srgbClr val="1F2A44"/>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915" name="Google Shape;915;p50"/>
          <p:cNvSpPr/>
          <p:nvPr/>
        </p:nvSpPr>
        <p:spPr>
          <a:xfrm>
            <a:off x="5328600" y="182880"/>
            <a:ext cx="8412000" cy="8661600"/>
          </a:xfrm>
          <a:prstGeom prst="roundRect">
            <a:avLst>
              <a:gd name="adj" fmla="val 4660"/>
            </a:avLst>
          </a:prstGeom>
          <a:solidFill>
            <a:srgbClr val="F7F7F7"/>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grpSp>
        <p:nvGrpSpPr>
          <p:cNvPr id="916" name="Google Shape;916;p50"/>
          <p:cNvGrpSpPr/>
          <p:nvPr/>
        </p:nvGrpSpPr>
        <p:grpSpPr>
          <a:xfrm>
            <a:off x="12991878" y="6047035"/>
            <a:ext cx="1272744" cy="1267533"/>
            <a:chOff x="137675" y="266700"/>
            <a:chExt cx="939600" cy="935752"/>
          </a:xfrm>
        </p:grpSpPr>
        <p:sp>
          <p:nvSpPr>
            <p:cNvPr id="917" name="Google Shape;917;p50"/>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18" name="Google Shape;918;p50"/>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19" name="Google Shape;919;p50"/>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0" name="Google Shape;920;p50"/>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1" name="Google Shape;921;p50"/>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2" name="Google Shape;922;p50"/>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
        <p:nvSpPr>
          <p:cNvPr id="923" name="Google Shape;923;p5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
        <p:nvSpPr>
          <p:cNvPr id="924" name="Google Shape;924;p5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700"/>
              <a:buNone/>
              <a:defRPr sz="112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25" name="Google Shape;925;p50"/>
          <p:cNvSpPr txBox="1">
            <a:spLocks noGrp="1"/>
          </p:cNvSpPr>
          <p:nvPr>
            <p:ph type="subTitle" idx="2"/>
          </p:nvPr>
        </p:nvSpPr>
        <p:spPr>
          <a:xfrm>
            <a:off x="1164120" y="4297160"/>
            <a:ext cx="3579360" cy="1383840"/>
          </a:xfrm>
          <a:prstGeom prst="rect">
            <a:avLst/>
          </a:prstGeom>
        </p:spPr>
        <p:txBody>
          <a:bodyPr spcFirstLastPara="1" wrap="square" lIns="0" tIns="0" rIns="0" bIns="0" anchor="b" anchorCtr="0">
            <a:normAutofit/>
          </a:bodyPr>
          <a:lstStyle>
            <a:lvl1pPr lvl="0">
              <a:lnSpc>
                <a:spcPct val="100000"/>
              </a:lnSpc>
              <a:spcBef>
                <a:spcPts val="0"/>
              </a:spcBef>
              <a:spcAft>
                <a:spcPts val="0"/>
              </a:spcAft>
              <a:buClr>
                <a:schemeClr val="lt1"/>
              </a:buClr>
              <a:buSzPts val="1400"/>
              <a:buNone/>
              <a:defRPr sz="224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6" name="Google Shape;926;p50"/>
          <p:cNvSpPr txBox="1">
            <a:spLocks noGrp="1"/>
          </p:cNvSpPr>
          <p:nvPr>
            <p:ph type="subTitle" idx="3"/>
          </p:nvPr>
        </p:nvSpPr>
        <p:spPr>
          <a:xfrm>
            <a:off x="1164120" y="5802920"/>
            <a:ext cx="3579360" cy="1032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500"/>
              <a:buFont typeface="IBM Plex Sans Medium"/>
              <a:buNone/>
              <a:defRPr sz="24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None/>
              <a:defRPr sz="2880" b="1"/>
            </a:lvl2pPr>
            <a:lvl3pPr lvl="2" rtl="0">
              <a:lnSpc>
                <a:spcPct val="100000"/>
              </a:lnSpc>
              <a:spcBef>
                <a:spcPts val="0"/>
              </a:spcBef>
              <a:spcAft>
                <a:spcPts val="0"/>
              </a:spcAft>
              <a:buSzPts val="1800"/>
              <a:buNone/>
              <a:defRPr sz="2880" b="1"/>
            </a:lvl3pPr>
            <a:lvl4pPr lvl="3" rtl="0">
              <a:lnSpc>
                <a:spcPct val="100000"/>
              </a:lnSpc>
              <a:spcBef>
                <a:spcPts val="0"/>
              </a:spcBef>
              <a:spcAft>
                <a:spcPts val="0"/>
              </a:spcAft>
              <a:buSzPts val="1800"/>
              <a:buNone/>
              <a:defRPr sz="2880" b="1"/>
            </a:lvl4pPr>
            <a:lvl5pPr lvl="4" rtl="0">
              <a:lnSpc>
                <a:spcPct val="100000"/>
              </a:lnSpc>
              <a:spcBef>
                <a:spcPts val="0"/>
              </a:spcBef>
              <a:spcAft>
                <a:spcPts val="0"/>
              </a:spcAft>
              <a:buSzPts val="1800"/>
              <a:buNone/>
              <a:defRPr sz="2880" b="1"/>
            </a:lvl5pPr>
            <a:lvl6pPr lvl="5" rtl="0">
              <a:lnSpc>
                <a:spcPct val="100000"/>
              </a:lnSpc>
              <a:spcBef>
                <a:spcPts val="0"/>
              </a:spcBef>
              <a:spcAft>
                <a:spcPts val="0"/>
              </a:spcAft>
              <a:buSzPts val="1800"/>
              <a:buNone/>
              <a:defRPr sz="2880" b="1"/>
            </a:lvl6pPr>
            <a:lvl7pPr lvl="6" rtl="0">
              <a:lnSpc>
                <a:spcPct val="100000"/>
              </a:lnSpc>
              <a:spcBef>
                <a:spcPts val="0"/>
              </a:spcBef>
              <a:spcAft>
                <a:spcPts val="0"/>
              </a:spcAft>
              <a:buSzPts val="1800"/>
              <a:buNone/>
              <a:defRPr sz="2880" b="1"/>
            </a:lvl7pPr>
            <a:lvl8pPr lvl="7" rtl="0">
              <a:lnSpc>
                <a:spcPct val="100000"/>
              </a:lnSpc>
              <a:spcBef>
                <a:spcPts val="0"/>
              </a:spcBef>
              <a:spcAft>
                <a:spcPts val="0"/>
              </a:spcAft>
              <a:buSzPts val="1800"/>
              <a:buNone/>
              <a:defRPr sz="2880" b="1"/>
            </a:lvl8pPr>
            <a:lvl9pPr lvl="8" rtl="0">
              <a:lnSpc>
                <a:spcPct val="100000"/>
              </a:lnSpc>
              <a:spcBef>
                <a:spcPts val="0"/>
              </a:spcBef>
              <a:spcAft>
                <a:spcPts val="0"/>
              </a:spcAft>
              <a:buSzPts val="1800"/>
              <a:buNone/>
              <a:defRPr sz="2880" b="1"/>
            </a:lvl9pPr>
          </a:lstStyle>
          <a:p>
            <a:endParaRPr/>
          </a:p>
        </p:txBody>
      </p:sp>
      <p:sp>
        <p:nvSpPr>
          <p:cNvPr id="927" name="Google Shape;927;p50"/>
          <p:cNvSpPr txBox="1">
            <a:spLocks noGrp="1"/>
          </p:cNvSpPr>
          <p:nvPr>
            <p:ph type="subTitle" idx="4"/>
          </p:nvPr>
        </p:nvSpPr>
        <p:spPr>
          <a:xfrm>
            <a:off x="5736840" y="6305760"/>
            <a:ext cx="3777600" cy="8592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dk1"/>
              </a:buClr>
              <a:buSzPts val="1600"/>
              <a:buNone/>
              <a:defRPr b="1"/>
            </a:lvl1pPr>
            <a:lvl2pPr lvl="1" rtl="0">
              <a:lnSpc>
                <a:spcPct val="100000"/>
              </a:lnSpc>
              <a:spcBef>
                <a:spcPts val="0"/>
              </a:spcBef>
              <a:spcAft>
                <a:spcPts val="0"/>
              </a:spcAft>
              <a:buClr>
                <a:srgbClr val="F93822"/>
              </a:buClr>
              <a:buSzPts val="1800"/>
              <a:buNone/>
              <a:defRPr sz="2880" b="1">
                <a:solidFill>
                  <a:srgbClr val="F93822"/>
                </a:solidFill>
              </a:defRPr>
            </a:lvl2pPr>
            <a:lvl3pPr lvl="2" rtl="0">
              <a:lnSpc>
                <a:spcPct val="100000"/>
              </a:lnSpc>
              <a:spcBef>
                <a:spcPts val="0"/>
              </a:spcBef>
              <a:spcAft>
                <a:spcPts val="0"/>
              </a:spcAft>
              <a:buClr>
                <a:srgbClr val="F93822"/>
              </a:buClr>
              <a:buSzPts val="1800"/>
              <a:buNone/>
              <a:defRPr sz="2880" b="1">
                <a:solidFill>
                  <a:srgbClr val="F93822"/>
                </a:solidFill>
              </a:defRPr>
            </a:lvl3pPr>
            <a:lvl4pPr lvl="3" rtl="0">
              <a:lnSpc>
                <a:spcPct val="100000"/>
              </a:lnSpc>
              <a:spcBef>
                <a:spcPts val="0"/>
              </a:spcBef>
              <a:spcAft>
                <a:spcPts val="0"/>
              </a:spcAft>
              <a:buClr>
                <a:srgbClr val="F93822"/>
              </a:buClr>
              <a:buSzPts val="1800"/>
              <a:buNone/>
              <a:defRPr sz="2880" b="1">
                <a:solidFill>
                  <a:srgbClr val="F93822"/>
                </a:solidFill>
              </a:defRPr>
            </a:lvl4pPr>
            <a:lvl5pPr lvl="4" rtl="0">
              <a:lnSpc>
                <a:spcPct val="100000"/>
              </a:lnSpc>
              <a:spcBef>
                <a:spcPts val="0"/>
              </a:spcBef>
              <a:spcAft>
                <a:spcPts val="0"/>
              </a:spcAft>
              <a:buClr>
                <a:srgbClr val="F93822"/>
              </a:buClr>
              <a:buSzPts val="1800"/>
              <a:buNone/>
              <a:defRPr sz="2880" b="1">
                <a:solidFill>
                  <a:srgbClr val="F93822"/>
                </a:solidFill>
              </a:defRPr>
            </a:lvl5pPr>
            <a:lvl6pPr lvl="5" rtl="0">
              <a:lnSpc>
                <a:spcPct val="100000"/>
              </a:lnSpc>
              <a:spcBef>
                <a:spcPts val="0"/>
              </a:spcBef>
              <a:spcAft>
                <a:spcPts val="0"/>
              </a:spcAft>
              <a:buClr>
                <a:srgbClr val="F93822"/>
              </a:buClr>
              <a:buSzPts val="1800"/>
              <a:buNone/>
              <a:defRPr sz="2880" b="1">
                <a:solidFill>
                  <a:srgbClr val="F93822"/>
                </a:solidFill>
              </a:defRPr>
            </a:lvl6pPr>
            <a:lvl7pPr lvl="6" rtl="0">
              <a:lnSpc>
                <a:spcPct val="100000"/>
              </a:lnSpc>
              <a:spcBef>
                <a:spcPts val="0"/>
              </a:spcBef>
              <a:spcAft>
                <a:spcPts val="0"/>
              </a:spcAft>
              <a:buClr>
                <a:srgbClr val="F93822"/>
              </a:buClr>
              <a:buSzPts val="1800"/>
              <a:buNone/>
              <a:defRPr sz="2880" b="1">
                <a:solidFill>
                  <a:srgbClr val="F93822"/>
                </a:solidFill>
              </a:defRPr>
            </a:lvl7pPr>
            <a:lvl8pPr lvl="7" rtl="0">
              <a:lnSpc>
                <a:spcPct val="100000"/>
              </a:lnSpc>
              <a:spcBef>
                <a:spcPts val="0"/>
              </a:spcBef>
              <a:spcAft>
                <a:spcPts val="0"/>
              </a:spcAft>
              <a:buClr>
                <a:srgbClr val="F93822"/>
              </a:buClr>
              <a:buSzPts val="1800"/>
              <a:buNone/>
              <a:defRPr sz="2880" b="1">
                <a:solidFill>
                  <a:srgbClr val="F93822"/>
                </a:solidFill>
              </a:defRPr>
            </a:lvl8pPr>
            <a:lvl9pPr lvl="8" rtl="0">
              <a:lnSpc>
                <a:spcPct val="100000"/>
              </a:lnSpc>
              <a:spcBef>
                <a:spcPts val="0"/>
              </a:spcBef>
              <a:spcAft>
                <a:spcPts val="0"/>
              </a:spcAft>
              <a:buClr>
                <a:srgbClr val="F93822"/>
              </a:buClr>
              <a:buSzPts val="1800"/>
              <a:buNone/>
              <a:defRPr sz="2880" b="1">
                <a:solidFill>
                  <a:srgbClr val="F93822"/>
                </a:solidFill>
              </a:defRPr>
            </a:lvl9pPr>
          </a:lstStyle>
          <a:p>
            <a:endParaRPr/>
          </a:p>
        </p:txBody>
      </p:sp>
      <p:sp>
        <p:nvSpPr>
          <p:cNvPr id="928" name="Google Shape;928;p50"/>
          <p:cNvSpPr txBox="1">
            <a:spLocks noGrp="1"/>
          </p:cNvSpPr>
          <p:nvPr>
            <p:ph type="body" idx="5"/>
          </p:nvPr>
        </p:nvSpPr>
        <p:spPr>
          <a:xfrm>
            <a:off x="5736837" y="1992160"/>
            <a:ext cx="7684320" cy="46190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929" name="Google Shape;929;p50"/>
          <p:cNvSpPr txBox="1">
            <a:spLocks noGrp="1"/>
          </p:cNvSpPr>
          <p:nvPr>
            <p:ph type="title"/>
          </p:nvPr>
        </p:nvSpPr>
        <p:spPr>
          <a:xfrm>
            <a:off x="5736837" y="182880"/>
            <a:ext cx="7684320" cy="144528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30" name="Google Shape;930;p50"/>
          <p:cNvPicPr preferRelativeResize="0"/>
          <p:nvPr/>
        </p:nvPicPr>
        <p:blipFill>
          <a:blip r:embed="rId2">
            <a:alphaModFix/>
          </a:blip>
          <a:stretch>
            <a:fillRect/>
          </a:stretch>
        </p:blipFill>
        <p:spPr>
          <a:xfrm>
            <a:off x="13671774" y="99205"/>
            <a:ext cx="958624" cy="958626"/>
          </a:xfrm>
          <a:prstGeom prst="rect">
            <a:avLst/>
          </a:prstGeom>
          <a:noFill/>
          <a:ln>
            <a:noFill/>
          </a:ln>
        </p:spPr>
      </p:pic>
      <p:cxnSp>
        <p:nvCxnSpPr>
          <p:cNvPr id="931" name="Google Shape;931;p50"/>
          <p:cNvCxnSpPr/>
          <p:nvPr/>
        </p:nvCxnSpPr>
        <p:spPr>
          <a:xfrm>
            <a:off x="5736840" y="7271880"/>
            <a:ext cx="2589120" cy="0"/>
          </a:xfrm>
          <a:prstGeom prst="straightConnector1">
            <a:avLst/>
          </a:prstGeom>
          <a:noFill/>
          <a:ln w="38100"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5865491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ustomers">
  <p:cSld name="Customers">
    <p:spTree>
      <p:nvGrpSpPr>
        <p:cNvPr id="1" name="Shape 932"/>
        <p:cNvGrpSpPr/>
        <p:nvPr/>
      </p:nvGrpSpPr>
      <p:grpSpPr>
        <a:xfrm>
          <a:off x="0" y="0"/>
          <a:ext cx="0" cy="0"/>
          <a:chOff x="0" y="0"/>
          <a:chExt cx="0" cy="0"/>
        </a:xfrm>
      </p:grpSpPr>
      <p:sp>
        <p:nvSpPr>
          <p:cNvPr id="933" name="Google Shape;933;p51"/>
          <p:cNvSpPr/>
          <p:nvPr/>
        </p:nvSpPr>
        <p:spPr>
          <a:xfrm>
            <a:off x="4068171"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4" name="Google Shape;934;p51"/>
          <p:cNvSpPr/>
          <p:nvPr/>
        </p:nvSpPr>
        <p:spPr>
          <a:xfrm>
            <a:off x="4068171"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5" name="Google Shape;935;p51"/>
          <p:cNvSpPr/>
          <p:nvPr/>
        </p:nvSpPr>
        <p:spPr>
          <a:xfrm>
            <a:off x="7404821"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6" name="Google Shape;936;p51"/>
          <p:cNvSpPr/>
          <p:nvPr/>
        </p:nvSpPr>
        <p:spPr>
          <a:xfrm>
            <a:off x="7404821"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7" name="Google Shape;937;p51"/>
          <p:cNvSpPr/>
          <p:nvPr/>
        </p:nvSpPr>
        <p:spPr>
          <a:xfrm>
            <a:off x="10741472"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8" name="Google Shape;938;p51"/>
          <p:cNvSpPr/>
          <p:nvPr/>
        </p:nvSpPr>
        <p:spPr>
          <a:xfrm>
            <a:off x="10741472"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9" name="Google Shape;939;p51"/>
          <p:cNvSpPr/>
          <p:nvPr/>
        </p:nvSpPr>
        <p:spPr>
          <a:xfrm>
            <a:off x="731520"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0" name="Google Shape;940;p51"/>
          <p:cNvSpPr/>
          <p:nvPr/>
        </p:nvSpPr>
        <p:spPr>
          <a:xfrm>
            <a:off x="731520"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1" name="Google Shape;941;p51"/>
          <p:cNvSpPr/>
          <p:nvPr/>
        </p:nvSpPr>
        <p:spPr>
          <a:xfrm>
            <a:off x="731520"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2" name="Google Shape;942;p51"/>
          <p:cNvSpPr/>
          <p:nvPr/>
        </p:nvSpPr>
        <p:spPr>
          <a:xfrm>
            <a:off x="731520"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3" name="Google Shape;943;p51"/>
          <p:cNvSpPr/>
          <p:nvPr/>
        </p:nvSpPr>
        <p:spPr>
          <a:xfrm>
            <a:off x="4068171"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4" name="Google Shape;944;p51"/>
          <p:cNvSpPr/>
          <p:nvPr/>
        </p:nvSpPr>
        <p:spPr>
          <a:xfrm>
            <a:off x="4068171"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5" name="Google Shape;945;p51"/>
          <p:cNvSpPr/>
          <p:nvPr/>
        </p:nvSpPr>
        <p:spPr>
          <a:xfrm>
            <a:off x="7404821"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6" name="Google Shape;946;p51"/>
          <p:cNvSpPr/>
          <p:nvPr/>
        </p:nvSpPr>
        <p:spPr>
          <a:xfrm>
            <a:off x="7404821"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7" name="Google Shape;947;p51"/>
          <p:cNvSpPr/>
          <p:nvPr/>
        </p:nvSpPr>
        <p:spPr>
          <a:xfrm>
            <a:off x="10741472"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8" name="Google Shape;948;p51"/>
          <p:cNvSpPr/>
          <p:nvPr/>
        </p:nvSpPr>
        <p:spPr>
          <a:xfrm>
            <a:off x="10741472"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9" name="Google Shape;949;p51"/>
          <p:cNvSpPr txBox="1"/>
          <p:nvPr/>
        </p:nvSpPr>
        <p:spPr>
          <a:xfrm>
            <a:off x="4860456" y="1482310"/>
            <a:ext cx="154128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Insurance</a:t>
            </a:r>
            <a:endParaRPr sz="1920">
              <a:solidFill>
                <a:srgbClr val="FFFFFF"/>
              </a:solidFill>
              <a:latin typeface="IBM Plex Sans Medium"/>
              <a:ea typeface="IBM Plex Sans Medium"/>
              <a:cs typeface="IBM Plex Sans Medium"/>
              <a:sym typeface="IBM Plex Sans Medium"/>
            </a:endParaRPr>
          </a:p>
        </p:txBody>
      </p:sp>
      <p:sp>
        <p:nvSpPr>
          <p:cNvPr id="950" name="Google Shape;950;p51"/>
          <p:cNvSpPr txBox="1"/>
          <p:nvPr/>
        </p:nvSpPr>
        <p:spPr>
          <a:xfrm>
            <a:off x="11721658" y="1482310"/>
            <a:ext cx="117696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Media</a:t>
            </a:r>
            <a:endParaRPr sz="1920">
              <a:solidFill>
                <a:srgbClr val="FFFFFF"/>
              </a:solidFill>
              <a:latin typeface="IBM Plex Sans Medium"/>
              <a:ea typeface="IBM Plex Sans Medium"/>
              <a:cs typeface="IBM Plex Sans Medium"/>
              <a:sym typeface="IBM Plex Sans Medium"/>
            </a:endParaRPr>
          </a:p>
        </p:txBody>
      </p:sp>
      <p:sp>
        <p:nvSpPr>
          <p:cNvPr id="951" name="Google Shape;951;p51"/>
          <p:cNvSpPr txBox="1"/>
          <p:nvPr/>
        </p:nvSpPr>
        <p:spPr>
          <a:xfrm>
            <a:off x="11370414" y="4892490"/>
            <a:ext cx="203712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Public Sector</a:t>
            </a:r>
            <a:endParaRPr sz="1920">
              <a:solidFill>
                <a:srgbClr val="FFFFFF"/>
              </a:solidFill>
              <a:latin typeface="IBM Plex Sans Medium"/>
              <a:ea typeface="IBM Plex Sans Medium"/>
              <a:cs typeface="IBM Plex Sans Medium"/>
              <a:sym typeface="IBM Plex Sans Medium"/>
            </a:endParaRPr>
          </a:p>
        </p:txBody>
      </p:sp>
      <p:sp>
        <p:nvSpPr>
          <p:cNvPr id="952" name="Google Shape;952;p51"/>
          <p:cNvSpPr txBox="1"/>
          <p:nvPr/>
        </p:nvSpPr>
        <p:spPr>
          <a:xfrm>
            <a:off x="895763" y="4892490"/>
            <a:ext cx="276384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Transport &amp; Logistics</a:t>
            </a:r>
            <a:endParaRPr sz="1920">
              <a:solidFill>
                <a:srgbClr val="FFFFFF"/>
              </a:solidFill>
              <a:latin typeface="IBM Plex Sans Medium"/>
              <a:ea typeface="IBM Plex Sans Medium"/>
              <a:cs typeface="IBM Plex Sans Medium"/>
              <a:sym typeface="IBM Plex Sans Medium"/>
            </a:endParaRPr>
          </a:p>
        </p:txBody>
      </p:sp>
      <p:sp>
        <p:nvSpPr>
          <p:cNvPr id="953" name="Google Shape;953;p51"/>
          <p:cNvSpPr txBox="1"/>
          <p:nvPr/>
        </p:nvSpPr>
        <p:spPr>
          <a:xfrm>
            <a:off x="4790422" y="4892490"/>
            <a:ext cx="180960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Technology</a:t>
            </a:r>
            <a:endParaRPr sz="1920">
              <a:solidFill>
                <a:srgbClr val="FFFFFF"/>
              </a:solidFill>
              <a:latin typeface="IBM Plex Sans Medium"/>
              <a:ea typeface="IBM Plex Sans Medium"/>
              <a:cs typeface="IBM Plex Sans Medium"/>
              <a:sym typeface="IBM Plex Sans Medium"/>
            </a:endParaRPr>
          </a:p>
        </p:txBody>
      </p:sp>
      <p:sp>
        <p:nvSpPr>
          <p:cNvPr id="954" name="Google Shape;954;p51"/>
          <p:cNvSpPr txBox="1"/>
          <p:nvPr/>
        </p:nvSpPr>
        <p:spPr>
          <a:xfrm>
            <a:off x="8226355" y="1482310"/>
            <a:ext cx="154128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Telecom</a:t>
            </a:r>
            <a:endParaRPr sz="1920">
              <a:solidFill>
                <a:srgbClr val="FFFFFF"/>
              </a:solidFill>
              <a:latin typeface="IBM Plex Sans Medium"/>
              <a:ea typeface="IBM Plex Sans Medium"/>
              <a:cs typeface="IBM Plex Sans Medium"/>
              <a:sym typeface="IBM Plex Sans Medium"/>
            </a:endParaRPr>
          </a:p>
        </p:txBody>
      </p:sp>
      <p:sp>
        <p:nvSpPr>
          <p:cNvPr id="955" name="Google Shape;955;p51"/>
          <p:cNvSpPr txBox="1"/>
          <p:nvPr/>
        </p:nvSpPr>
        <p:spPr>
          <a:xfrm>
            <a:off x="7970621" y="4892490"/>
            <a:ext cx="211200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Manufacturing</a:t>
            </a:r>
            <a:endParaRPr sz="1920">
              <a:solidFill>
                <a:srgbClr val="FFFFFF"/>
              </a:solidFill>
              <a:latin typeface="IBM Plex Sans Medium"/>
              <a:ea typeface="IBM Plex Sans Medium"/>
              <a:cs typeface="IBM Plex Sans Medium"/>
              <a:sym typeface="IBM Plex Sans Medium"/>
            </a:endParaRPr>
          </a:p>
        </p:txBody>
      </p:sp>
      <p:sp>
        <p:nvSpPr>
          <p:cNvPr id="956" name="Google Shape;956;p51"/>
          <p:cNvSpPr txBox="1"/>
          <p:nvPr/>
        </p:nvSpPr>
        <p:spPr>
          <a:xfrm>
            <a:off x="996026" y="1482310"/>
            <a:ext cx="252432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Financial Services</a:t>
            </a:r>
            <a:endParaRPr sz="1920">
              <a:solidFill>
                <a:srgbClr val="FFFFFF"/>
              </a:solidFill>
              <a:latin typeface="IBM Plex Sans Medium"/>
              <a:ea typeface="IBM Plex Sans Medium"/>
              <a:cs typeface="IBM Plex Sans Medium"/>
              <a:sym typeface="IBM Plex Sans Medium"/>
            </a:endParaRPr>
          </a:p>
        </p:txBody>
      </p:sp>
      <p:pic>
        <p:nvPicPr>
          <p:cNvPr id="957" name="Google Shape;957;p51"/>
          <p:cNvPicPr preferRelativeResize="0"/>
          <p:nvPr/>
        </p:nvPicPr>
        <p:blipFill rotWithShape="1">
          <a:blip r:embed="rId2">
            <a:alphaModFix/>
          </a:blip>
          <a:srcRect/>
          <a:stretch/>
        </p:blipFill>
        <p:spPr>
          <a:xfrm>
            <a:off x="4417197" y="2372243"/>
            <a:ext cx="1204550" cy="370406"/>
          </a:xfrm>
          <a:prstGeom prst="rect">
            <a:avLst/>
          </a:prstGeom>
          <a:noFill/>
          <a:ln>
            <a:noFill/>
          </a:ln>
        </p:spPr>
      </p:pic>
      <p:pic>
        <p:nvPicPr>
          <p:cNvPr id="958" name="Google Shape;958;p51"/>
          <p:cNvPicPr preferRelativeResize="0"/>
          <p:nvPr/>
        </p:nvPicPr>
        <p:blipFill rotWithShape="1">
          <a:blip r:embed="rId3">
            <a:alphaModFix/>
          </a:blip>
          <a:srcRect/>
          <a:stretch/>
        </p:blipFill>
        <p:spPr>
          <a:xfrm>
            <a:off x="6113939" y="3675553"/>
            <a:ext cx="709949" cy="595370"/>
          </a:xfrm>
          <a:prstGeom prst="rect">
            <a:avLst/>
          </a:prstGeom>
          <a:noFill/>
          <a:ln>
            <a:noFill/>
          </a:ln>
        </p:spPr>
      </p:pic>
      <p:pic>
        <p:nvPicPr>
          <p:cNvPr id="959" name="Google Shape;959;p51"/>
          <p:cNvPicPr preferRelativeResize="0"/>
          <p:nvPr/>
        </p:nvPicPr>
        <p:blipFill rotWithShape="1">
          <a:blip r:embed="rId4">
            <a:alphaModFix/>
          </a:blip>
          <a:srcRect/>
          <a:stretch/>
        </p:blipFill>
        <p:spPr>
          <a:xfrm>
            <a:off x="4419211" y="3094643"/>
            <a:ext cx="1334266" cy="257811"/>
          </a:xfrm>
          <a:prstGeom prst="rect">
            <a:avLst/>
          </a:prstGeom>
          <a:noFill/>
          <a:ln>
            <a:noFill/>
          </a:ln>
        </p:spPr>
      </p:pic>
      <p:pic>
        <p:nvPicPr>
          <p:cNvPr id="960" name="Google Shape;960;p51"/>
          <p:cNvPicPr preferRelativeResize="0"/>
          <p:nvPr/>
        </p:nvPicPr>
        <p:blipFill rotWithShape="1">
          <a:blip r:embed="rId5">
            <a:alphaModFix/>
          </a:blip>
          <a:srcRect/>
          <a:stretch/>
        </p:blipFill>
        <p:spPr>
          <a:xfrm>
            <a:off x="6149921" y="2224613"/>
            <a:ext cx="600568" cy="595370"/>
          </a:xfrm>
          <a:prstGeom prst="rect">
            <a:avLst/>
          </a:prstGeom>
          <a:noFill/>
          <a:ln>
            <a:noFill/>
          </a:ln>
        </p:spPr>
      </p:pic>
      <p:pic>
        <p:nvPicPr>
          <p:cNvPr id="961" name="Google Shape;961;p51"/>
          <p:cNvPicPr preferRelativeResize="0"/>
          <p:nvPr/>
        </p:nvPicPr>
        <p:blipFill rotWithShape="1">
          <a:blip r:embed="rId6">
            <a:alphaModFix/>
          </a:blip>
          <a:srcRect/>
          <a:stretch/>
        </p:blipFill>
        <p:spPr>
          <a:xfrm>
            <a:off x="6018398" y="2925846"/>
            <a:ext cx="901053" cy="595370"/>
          </a:xfrm>
          <a:prstGeom prst="rect">
            <a:avLst/>
          </a:prstGeom>
          <a:noFill/>
          <a:ln>
            <a:noFill/>
          </a:ln>
        </p:spPr>
      </p:pic>
      <p:pic>
        <p:nvPicPr>
          <p:cNvPr id="962" name="Google Shape;962;p51"/>
          <p:cNvPicPr preferRelativeResize="0"/>
          <p:nvPr/>
        </p:nvPicPr>
        <p:blipFill rotWithShape="1">
          <a:blip r:embed="rId7">
            <a:alphaModFix/>
          </a:blip>
          <a:srcRect/>
          <a:stretch/>
        </p:blipFill>
        <p:spPr>
          <a:xfrm>
            <a:off x="4457184" y="3704431"/>
            <a:ext cx="1204550" cy="371302"/>
          </a:xfrm>
          <a:prstGeom prst="rect">
            <a:avLst/>
          </a:prstGeom>
          <a:noFill/>
          <a:ln>
            <a:noFill/>
          </a:ln>
        </p:spPr>
      </p:pic>
      <p:pic>
        <p:nvPicPr>
          <p:cNvPr id="963" name="Google Shape;963;p51"/>
          <p:cNvPicPr preferRelativeResize="0"/>
          <p:nvPr/>
        </p:nvPicPr>
        <p:blipFill rotWithShape="1">
          <a:blip r:embed="rId8">
            <a:alphaModFix/>
          </a:blip>
          <a:srcRect/>
          <a:stretch/>
        </p:blipFill>
        <p:spPr>
          <a:xfrm>
            <a:off x="12382571" y="3799667"/>
            <a:ext cx="1236915" cy="517547"/>
          </a:xfrm>
          <a:prstGeom prst="rect">
            <a:avLst/>
          </a:prstGeom>
          <a:noFill/>
          <a:ln>
            <a:noFill/>
          </a:ln>
        </p:spPr>
      </p:pic>
      <p:pic>
        <p:nvPicPr>
          <p:cNvPr id="964" name="Google Shape;964;p51"/>
          <p:cNvPicPr preferRelativeResize="0"/>
          <p:nvPr/>
        </p:nvPicPr>
        <p:blipFill rotWithShape="1">
          <a:blip r:embed="rId9">
            <a:alphaModFix/>
          </a:blip>
          <a:srcRect/>
          <a:stretch/>
        </p:blipFill>
        <p:spPr>
          <a:xfrm>
            <a:off x="12213709" y="2721651"/>
            <a:ext cx="1253770" cy="540667"/>
          </a:xfrm>
          <a:prstGeom prst="rect">
            <a:avLst/>
          </a:prstGeom>
          <a:noFill/>
          <a:ln>
            <a:noFill/>
          </a:ln>
        </p:spPr>
      </p:pic>
      <p:pic>
        <p:nvPicPr>
          <p:cNvPr id="965" name="Google Shape;965;p51"/>
          <p:cNvPicPr preferRelativeResize="0"/>
          <p:nvPr/>
        </p:nvPicPr>
        <p:blipFill rotWithShape="1">
          <a:blip r:embed="rId10">
            <a:alphaModFix/>
          </a:blip>
          <a:srcRect/>
          <a:stretch/>
        </p:blipFill>
        <p:spPr>
          <a:xfrm>
            <a:off x="10915358" y="3077282"/>
            <a:ext cx="1450624" cy="565893"/>
          </a:xfrm>
          <a:prstGeom prst="rect">
            <a:avLst/>
          </a:prstGeom>
          <a:noFill/>
          <a:ln>
            <a:noFill/>
          </a:ln>
        </p:spPr>
      </p:pic>
      <p:pic>
        <p:nvPicPr>
          <p:cNvPr id="966" name="Google Shape;966;p51"/>
          <p:cNvPicPr preferRelativeResize="0"/>
          <p:nvPr/>
        </p:nvPicPr>
        <p:blipFill rotWithShape="1">
          <a:blip r:embed="rId11">
            <a:alphaModFix/>
          </a:blip>
          <a:srcRect l="26600"/>
          <a:stretch/>
        </p:blipFill>
        <p:spPr>
          <a:xfrm>
            <a:off x="12003599" y="7194929"/>
            <a:ext cx="1540456" cy="461214"/>
          </a:xfrm>
          <a:prstGeom prst="rect">
            <a:avLst/>
          </a:prstGeom>
          <a:noFill/>
          <a:ln>
            <a:noFill/>
          </a:ln>
        </p:spPr>
      </p:pic>
      <p:pic>
        <p:nvPicPr>
          <p:cNvPr id="967" name="Google Shape;967;p51"/>
          <p:cNvPicPr preferRelativeResize="0"/>
          <p:nvPr/>
        </p:nvPicPr>
        <p:blipFill>
          <a:blip r:embed="rId12">
            <a:alphaModFix/>
          </a:blip>
          <a:stretch>
            <a:fillRect/>
          </a:stretch>
        </p:blipFill>
        <p:spPr>
          <a:xfrm>
            <a:off x="12206504" y="6191351"/>
            <a:ext cx="1421405" cy="301752"/>
          </a:xfrm>
          <a:prstGeom prst="rect">
            <a:avLst/>
          </a:prstGeom>
          <a:noFill/>
          <a:ln>
            <a:noFill/>
          </a:ln>
        </p:spPr>
      </p:pic>
      <p:pic>
        <p:nvPicPr>
          <p:cNvPr id="968" name="Google Shape;968;p51" descr="EDF - Logos, brands and logotypes"/>
          <p:cNvPicPr preferRelativeResize="0"/>
          <p:nvPr/>
        </p:nvPicPr>
        <p:blipFill rotWithShape="1">
          <a:blip r:embed="rId13">
            <a:alphaModFix/>
          </a:blip>
          <a:srcRect/>
          <a:stretch/>
        </p:blipFill>
        <p:spPr>
          <a:xfrm>
            <a:off x="10930453" y="6555569"/>
            <a:ext cx="1540454" cy="376074"/>
          </a:xfrm>
          <a:prstGeom prst="rect">
            <a:avLst/>
          </a:prstGeom>
          <a:noFill/>
          <a:ln>
            <a:noFill/>
          </a:ln>
        </p:spPr>
      </p:pic>
      <p:pic>
        <p:nvPicPr>
          <p:cNvPr id="969" name="Google Shape;969;p51"/>
          <p:cNvPicPr preferRelativeResize="0"/>
          <p:nvPr/>
        </p:nvPicPr>
        <p:blipFill>
          <a:blip r:embed="rId14">
            <a:alphaModFix/>
          </a:blip>
          <a:stretch>
            <a:fillRect/>
          </a:stretch>
        </p:blipFill>
        <p:spPr>
          <a:xfrm>
            <a:off x="11026168" y="5586550"/>
            <a:ext cx="1361731" cy="414830"/>
          </a:xfrm>
          <a:prstGeom prst="rect">
            <a:avLst/>
          </a:prstGeom>
          <a:noFill/>
          <a:ln>
            <a:noFill/>
          </a:ln>
        </p:spPr>
      </p:pic>
      <p:pic>
        <p:nvPicPr>
          <p:cNvPr id="970" name="Google Shape;970;p51" descr="Airbus Logo PNG Transparent &amp; SVG Vector - Freebie Supply"/>
          <p:cNvPicPr preferRelativeResize="0"/>
          <p:nvPr/>
        </p:nvPicPr>
        <p:blipFill rotWithShape="1">
          <a:blip r:embed="rId15">
            <a:alphaModFix/>
          </a:blip>
          <a:srcRect t="39280" b="40601"/>
          <a:stretch/>
        </p:blipFill>
        <p:spPr>
          <a:xfrm>
            <a:off x="1302864" y="5708483"/>
            <a:ext cx="1888560" cy="376080"/>
          </a:xfrm>
          <a:prstGeom prst="rect">
            <a:avLst/>
          </a:prstGeom>
          <a:noFill/>
          <a:ln>
            <a:noFill/>
          </a:ln>
        </p:spPr>
      </p:pic>
      <p:pic>
        <p:nvPicPr>
          <p:cNvPr id="971" name="Google Shape;971;p51" descr="Kuehne + Nagel - Logos, brands and logotypes"/>
          <p:cNvPicPr preferRelativeResize="0"/>
          <p:nvPr/>
        </p:nvPicPr>
        <p:blipFill rotWithShape="1">
          <a:blip r:embed="rId16">
            <a:alphaModFix/>
          </a:blip>
          <a:srcRect/>
          <a:stretch/>
        </p:blipFill>
        <p:spPr>
          <a:xfrm>
            <a:off x="1214504" y="6309993"/>
            <a:ext cx="2126064" cy="485579"/>
          </a:xfrm>
          <a:prstGeom prst="rect">
            <a:avLst/>
          </a:prstGeom>
          <a:noFill/>
          <a:ln>
            <a:noFill/>
          </a:ln>
        </p:spPr>
      </p:pic>
      <p:pic>
        <p:nvPicPr>
          <p:cNvPr id="972" name="Google Shape;972;p51" descr="Taking You From Point A to Point Possible - BNSF Logistics"/>
          <p:cNvPicPr preferRelativeResize="0"/>
          <p:nvPr/>
        </p:nvPicPr>
        <p:blipFill rotWithShape="1">
          <a:blip r:embed="rId17">
            <a:alphaModFix/>
          </a:blip>
          <a:srcRect/>
          <a:stretch/>
        </p:blipFill>
        <p:spPr>
          <a:xfrm>
            <a:off x="1506053" y="7142328"/>
            <a:ext cx="1608454" cy="414838"/>
          </a:xfrm>
          <a:prstGeom prst="rect">
            <a:avLst/>
          </a:prstGeom>
          <a:noFill/>
          <a:ln>
            <a:noFill/>
          </a:ln>
        </p:spPr>
      </p:pic>
      <p:pic>
        <p:nvPicPr>
          <p:cNvPr id="973" name="Google Shape;973;p51"/>
          <p:cNvPicPr preferRelativeResize="0"/>
          <p:nvPr/>
        </p:nvPicPr>
        <p:blipFill rotWithShape="1">
          <a:blip r:embed="rId18">
            <a:alphaModFix/>
          </a:blip>
          <a:srcRect l="5440" t="29974" r="5812" b="33399"/>
          <a:stretch/>
        </p:blipFill>
        <p:spPr>
          <a:xfrm>
            <a:off x="5463415" y="6465830"/>
            <a:ext cx="1661342" cy="355381"/>
          </a:xfrm>
          <a:prstGeom prst="rect">
            <a:avLst/>
          </a:prstGeom>
          <a:noFill/>
          <a:ln>
            <a:noFill/>
          </a:ln>
        </p:spPr>
      </p:pic>
      <p:pic>
        <p:nvPicPr>
          <p:cNvPr id="974" name="Google Shape;974;p51"/>
          <p:cNvPicPr preferRelativeResize="0"/>
          <p:nvPr/>
        </p:nvPicPr>
        <p:blipFill>
          <a:blip r:embed="rId19">
            <a:alphaModFix/>
          </a:blip>
          <a:stretch>
            <a:fillRect/>
          </a:stretch>
        </p:blipFill>
        <p:spPr>
          <a:xfrm>
            <a:off x="5958597" y="5629926"/>
            <a:ext cx="982426" cy="292459"/>
          </a:xfrm>
          <a:prstGeom prst="rect">
            <a:avLst/>
          </a:prstGeom>
          <a:noFill/>
          <a:ln>
            <a:noFill/>
          </a:ln>
        </p:spPr>
      </p:pic>
      <p:pic>
        <p:nvPicPr>
          <p:cNvPr id="975" name="Google Shape;975;p51"/>
          <p:cNvPicPr preferRelativeResize="0"/>
          <p:nvPr/>
        </p:nvPicPr>
        <p:blipFill>
          <a:blip r:embed="rId20">
            <a:alphaModFix/>
          </a:blip>
          <a:stretch>
            <a:fillRect/>
          </a:stretch>
        </p:blipFill>
        <p:spPr>
          <a:xfrm>
            <a:off x="4289232" y="5998463"/>
            <a:ext cx="1540461" cy="330931"/>
          </a:xfrm>
          <a:prstGeom prst="rect">
            <a:avLst/>
          </a:prstGeom>
          <a:noFill/>
          <a:ln>
            <a:noFill/>
          </a:ln>
        </p:spPr>
      </p:pic>
      <p:pic>
        <p:nvPicPr>
          <p:cNvPr id="976" name="Google Shape;976;p51"/>
          <p:cNvPicPr preferRelativeResize="0"/>
          <p:nvPr/>
        </p:nvPicPr>
        <p:blipFill>
          <a:blip r:embed="rId21">
            <a:alphaModFix/>
          </a:blip>
          <a:stretch>
            <a:fillRect/>
          </a:stretch>
        </p:blipFill>
        <p:spPr>
          <a:xfrm>
            <a:off x="4327877" y="6736685"/>
            <a:ext cx="895037" cy="711378"/>
          </a:xfrm>
          <a:prstGeom prst="rect">
            <a:avLst/>
          </a:prstGeom>
          <a:noFill/>
          <a:ln>
            <a:noFill/>
          </a:ln>
        </p:spPr>
      </p:pic>
      <p:pic>
        <p:nvPicPr>
          <p:cNvPr id="977" name="Google Shape;977;p51"/>
          <p:cNvPicPr preferRelativeResize="0"/>
          <p:nvPr/>
        </p:nvPicPr>
        <p:blipFill>
          <a:blip r:embed="rId22">
            <a:alphaModFix/>
          </a:blip>
          <a:stretch>
            <a:fillRect/>
          </a:stretch>
        </p:blipFill>
        <p:spPr>
          <a:xfrm>
            <a:off x="5661742" y="7293907"/>
            <a:ext cx="1421403" cy="263277"/>
          </a:xfrm>
          <a:prstGeom prst="rect">
            <a:avLst/>
          </a:prstGeom>
          <a:noFill/>
          <a:ln>
            <a:noFill/>
          </a:ln>
        </p:spPr>
      </p:pic>
      <p:pic>
        <p:nvPicPr>
          <p:cNvPr id="978" name="Google Shape;978;p51"/>
          <p:cNvPicPr preferRelativeResize="0"/>
          <p:nvPr/>
        </p:nvPicPr>
        <p:blipFill>
          <a:blip r:embed="rId23">
            <a:alphaModFix/>
          </a:blip>
          <a:stretch>
            <a:fillRect/>
          </a:stretch>
        </p:blipFill>
        <p:spPr>
          <a:xfrm>
            <a:off x="9200374" y="2482730"/>
            <a:ext cx="1271856" cy="301027"/>
          </a:xfrm>
          <a:prstGeom prst="rect">
            <a:avLst/>
          </a:prstGeom>
          <a:noFill/>
          <a:ln>
            <a:noFill/>
          </a:ln>
        </p:spPr>
      </p:pic>
      <p:pic>
        <p:nvPicPr>
          <p:cNvPr id="979" name="Google Shape;979;p51"/>
          <p:cNvPicPr preferRelativeResize="0"/>
          <p:nvPr/>
        </p:nvPicPr>
        <p:blipFill>
          <a:blip r:embed="rId24">
            <a:alphaModFix/>
          </a:blip>
          <a:stretch>
            <a:fillRect/>
          </a:stretch>
        </p:blipFill>
        <p:spPr>
          <a:xfrm>
            <a:off x="7605679" y="2200138"/>
            <a:ext cx="1522486" cy="432242"/>
          </a:xfrm>
          <a:prstGeom prst="rect">
            <a:avLst/>
          </a:prstGeom>
          <a:noFill/>
          <a:ln>
            <a:noFill/>
          </a:ln>
        </p:spPr>
      </p:pic>
      <p:pic>
        <p:nvPicPr>
          <p:cNvPr id="980" name="Google Shape;980;p51"/>
          <p:cNvPicPr preferRelativeResize="0"/>
          <p:nvPr/>
        </p:nvPicPr>
        <p:blipFill>
          <a:blip r:embed="rId25">
            <a:alphaModFix/>
          </a:blip>
          <a:stretch>
            <a:fillRect/>
          </a:stretch>
        </p:blipFill>
        <p:spPr>
          <a:xfrm>
            <a:off x="7573186" y="2882706"/>
            <a:ext cx="1522483" cy="401222"/>
          </a:xfrm>
          <a:prstGeom prst="rect">
            <a:avLst/>
          </a:prstGeom>
          <a:noFill/>
          <a:ln>
            <a:noFill/>
          </a:ln>
        </p:spPr>
      </p:pic>
      <p:pic>
        <p:nvPicPr>
          <p:cNvPr id="981" name="Google Shape;981;p51"/>
          <p:cNvPicPr preferRelativeResize="0"/>
          <p:nvPr/>
        </p:nvPicPr>
        <p:blipFill>
          <a:blip r:embed="rId26">
            <a:alphaModFix/>
          </a:blip>
          <a:stretch>
            <a:fillRect/>
          </a:stretch>
        </p:blipFill>
        <p:spPr>
          <a:xfrm>
            <a:off x="7794656" y="3534258"/>
            <a:ext cx="562800" cy="559048"/>
          </a:xfrm>
          <a:prstGeom prst="rect">
            <a:avLst/>
          </a:prstGeom>
          <a:noFill/>
          <a:ln>
            <a:noFill/>
          </a:ln>
        </p:spPr>
      </p:pic>
      <p:pic>
        <p:nvPicPr>
          <p:cNvPr id="982" name="Google Shape;982;p51"/>
          <p:cNvPicPr preferRelativeResize="0"/>
          <p:nvPr/>
        </p:nvPicPr>
        <p:blipFill>
          <a:blip r:embed="rId27">
            <a:alphaModFix/>
          </a:blip>
          <a:stretch>
            <a:fillRect/>
          </a:stretch>
        </p:blipFill>
        <p:spPr>
          <a:xfrm>
            <a:off x="9307352" y="3059864"/>
            <a:ext cx="1164864" cy="551424"/>
          </a:xfrm>
          <a:prstGeom prst="rect">
            <a:avLst/>
          </a:prstGeom>
          <a:noFill/>
          <a:ln>
            <a:noFill/>
          </a:ln>
        </p:spPr>
      </p:pic>
      <p:pic>
        <p:nvPicPr>
          <p:cNvPr id="983" name="Google Shape;983;p51"/>
          <p:cNvPicPr preferRelativeResize="0"/>
          <p:nvPr/>
        </p:nvPicPr>
        <p:blipFill>
          <a:blip r:embed="rId28">
            <a:alphaModFix/>
          </a:blip>
          <a:stretch>
            <a:fillRect/>
          </a:stretch>
        </p:blipFill>
        <p:spPr>
          <a:xfrm>
            <a:off x="7668778" y="5751343"/>
            <a:ext cx="1661317" cy="290357"/>
          </a:xfrm>
          <a:prstGeom prst="rect">
            <a:avLst/>
          </a:prstGeom>
          <a:noFill/>
          <a:ln>
            <a:noFill/>
          </a:ln>
        </p:spPr>
      </p:pic>
      <p:pic>
        <p:nvPicPr>
          <p:cNvPr id="984" name="Google Shape;984;p51"/>
          <p:cNvPicPr preferRelativeResize="0"/>
          <p:nvPr/>
        </p:nvPicPr>
        <p:blipFill>
          <a:blip r:embed="rId29">
            <a:alphaModFix/>
          </a:blip>
          <a:stretch>
            <a:fillRect/>
          </a:stretch>
        </p:blipFill>
        <p:spPr>
          <a:xfrm>
            <a:off x="8699130" y="6247967"/>
            <a:ext cx="1484165" cy="281219"/>
          </a:xfrm>
          <a:prstGeom prst="rect">
            <a:avLst/>
          </a:prstGeom>
          <a:noFill/>
          <a:ln>
            <a:noFill/>
          </a:ln>
        </p:spPr>
      </p:pic>
      <p:pic>
        <p:nvPicPr>
          <p:cNvPr id="985" name="Google Shape;985;p51"/>
          <p:cNvPicPr preferRelativeResize="0"/>
          <p:nvPr/>
        </p:nvPicPr>
        <p:blipFill>
          <a:blip r:embed="rId30">
            <a:alphaModFix/>
          </a:blip>
          <a:stretch>
            <a:fillRect/>
          </a:stretch>
        </p:blipFill>
        <p:spPr>
          <a:xfrm>
            <a:off x="7655870" y="6506660"/>
            <a:ext cx="1088218" cy="506312"/>
          </a:xfrm>
          <a:prstGeom prst="rect">
            <a:avLst/>
          </a:prstGeom>
          <a:noFill/>
          <a:ln>
            <a:noFill/>
          </a:ln>
        </p:spPr>
      </p:pic>
      <p:pic>
        <p:nvPicPr>
          <p:cNvPr id="986" name="Google Shape;986;p51" descr="Who We Are | Zymergen"/>
          <p:cNvPicPr preferRelativeResize="0"/>
          <p:nvPr/>
        </p:nvPicPr>
        <p:blipFill rotWithShape="1">
          <a:blip r:embed="rId31">
            <a:alphaModFix/>
          </a:blip>
          <a:srcRect/>
          <a:stretch/>
        </p:blipFill>
        <p:spPr>
          <a:xfrm>
            <a:off x="8179355" y="7293907"/>
            <a:ext cx="1888557" cy="286666"/>
          </a:xfrm>
          <a:prstGeom prst="rect">
            <a:avLst/>
          </a:prstGeom>
          <a:noFill/>
          <a:ln>
            <a:noFill/>
          </a:ln>
        </p:spPr>
      </p:pic>
      <p:pic>
        <p:nvPicPr>
          <p:cNvPr id="987" name="Google Shape;987;p51"/>
          <p:cNvPicPr preferRelativeResize="0"/>
          <p:nvPr/>
        </p:nvPicPr>
        <p:blipFill rotWithShape="1">
          <a:blip r:embed="rId32">
            <a:alphaModFix/>
          </a:blip>
          <a:srcRect/>
          <a:stretch/>
        </p:blipFill>
        <p:spPr>
          <a:xfrm>
            <a:off x="886876" y="2355684"/>
            <a:ext cx="1494885" cy="308450"/>
          </a:xfrm>
          <a:prstGeom prst="rect">
            <a:avLst/>
          </a:prstGeom>
          <a:noFill/>
          <a:ln>
            <a:noFill/>
          </a:ln>
        </p:spPr>
      </p:pic>
      <p:pic>
        <p:nvPicPr>
          <p:cNvPr id="988" name="Google Shape;988;p51"/>
          <p:cNvPicPr preferRelativeResize="0"/>
          <p:nvPr/>
        </p:nvPicPr>
        <p:blipFill rotWithShape="1">
          <a:blip r:embed="rId33">
            <a:alphaModFix/>
          </a:blip>
          <a:srcRect/>
          <a:stretch/>
        </p:blipFill>
        <p:spPr>
          <a:xfrm>
            <a:off x="886870" y="3055297"/>
            <a:ext cx="1494885" cy="384922"/>
          </a:xfrm>
          <a:prstGeom prst="rect">
            <a:avLst/>
          </a:prstGeom>
          <a:noFill/>
          <a:ln>
            <a:noFill/>
          </a:ln>
        </p:spPr>
      </p:pic>
      <p:pic>
        <p:nvPicPr>
          <p:cNvPr id="989" name="Google Shape;989;p51"/>
          <p:cNvPicPr preferRelativeResize="0"/>
          <p:nvPr/>
        </p:nvPicPr>
        <p:blipFill rotWithShape="1">
          <a:blip r:embed="rId34">
            <a:alphaModFix/>
          </a:blip>
          <a:srcRect/>
          <a:stretch/>
        </p:blipFill>
        <p:spPr>
          <a:xfrm>
            <a:off x="2350982" y="2317437"/>
            <a:ext cx="1539637" cy="384938"/>
          </a:xfrm>
          <a:prstGeom prst="rect">
            <a:avLst/>
          </a:prstGeom>
          <a:noFill/>
          <a:ln>
            <a:noFill/>
          </a:ln>
        </p:spPr>
      </p:pic>
      <p:pic>
        <p:nvPicPr>
          <p:cNvPr id="990" name="Google Shape;990;p51"/>
          <p:cNvPicPr preferRelativeResize="0"/>
          <p:nvPr/>
        </p:nvPicPr>
        <p:blipFill rotWithShape="1">
          <a:blip r:embed="rId35">
            <a:alphaModFix/>
          </a:blip>
          <a:srcRect/>
          <a:stretch/>
        </p:blipFill>
        <p:spPr>
          <a:xfrm>
            <a:off x="2588710" y="3066655"/>
            <a:ext cx="1064155" cy="308443"/>
          </a:xfrm>
          <a:prstGeom prst="rect">
            <a:avLst/>
          </a:prstGeom>
          <a:noFill/>
          <a:ln>
            <a:noFill/>
          </a:ln>
        </p:spPr>
      </p:pic>
      <p:pic>
        <p:nvPicPr>
          <p:cNvPr id="991" name="Google Shape;991;p51"/>
          <p:cNvPicPr preferRelativeResize="0"/>
          <p:nvPr/>
        </p:nvPicPr>
        <p:blipFill rotWithShape="1">
          <a:blip r:embed="rId36">
            <a:alphaModFix/>
          </a:blip>
          <a:srcRect/>
          <a:stretch/>
        </p:blipFill>
        <p:spPr>
          <a:xfrm>
            <a:off x="2855513" y="3739362"/>
            <a:ext cx="530574" cy="435272"/>
          </a:xfrm>
          <a:prstGeom prst="rect">
            <a:avLst/>
          </a:prstGeom>
          <a:noFill/>
          <a:ln>
            <a:noFill/>
          </a:ln>
        </p:spPr>
      </p:pic>
      <p:pic>
        <p:nvPicPr>
          <p:cNvPr id="992" name="Google Shape;992;p51"/>
          <p:cNvPicPr preferRelativeResize="0"/>
          <p:nvPr/>
        </p:nvPicPr>
        <p:blipFill rotWithShape="1">
          <a:blip r:embed="rId37">
            <a:alphaModFix/>
          </a:blip>
          <a:srcRect/>
          <a:stretch/>
        </p:blipFill>
        <p:spPr>
          <a:xfrm>
            <a:off x="886871" y="3793114"/>
            <a:ext cx="1494885" cy="435261"/>
          </a:xfrm>
          <a:prstGeom prst="rect">
            <a:avLst/>
          </a:prstGeom>
          <a:noFill/>
          <a:ln>
            <a:noFill/>
          </a:ln>
        </p:spPr>
      </p:pic>
      <p:pic>
        <p:nvPicPr>
          <p:cNvPr id="993" name="Google Shape;993;p51"/>
          <p:cNvPicPr preferRelativeResize="0"/>
          <p:nvPr/>
        </p:nvPicPr>
        <p:blipFill>
          <a:blip r:embed="rId38">
            <a:alphaModFix/>
          </a:blip>
          <a:stretch>
            <a:fillRect/>
          </a:stretch>
        </p:blipFill>
        <p:spPr>
          <a:xfrm>
            <a:off x="11044750" y="2331678"/>
            <a:ext cx="1732141" cy="263275"/>
          </a:xfrm>
          <a:prstGeom prst="rect">
            <a:avLst/>
          </a:prstGeom>
          <a:noFill/>
          <a:ln>
            <a:noFill/>
          </a:ln>
        </p:spPr>
      </p:pic>
      <p:pic>
        <p:nvPicPr>
          <p:cNvPr id="994" name="Google Shape;994;p51"/>
          <p:cNvPicPr preferRelativeResize="0"/>
          <p:nvPr/>
        </p:nvPicPr>
        <p:blipFill>
          <a:blip r:embed="rId39">
            <a:alphaModFix/>
          </a:blip>
          <a:stretch>
            <a:fillRect/>
          </a:stretch>
        </p:blipFill>
        <p:spPr>
          <a:xfrm>
            <a:off x="13671763" y="99217"/>
            <a:ext cx="958624" cy="958626"/>
          </a:xfrm>
          <a:prstGeom prst="rect">
            <a:avLst/>
          </a:prstGeom>
          <a:noFill/>
          <a:ln>
            <a:noFill/>
          </a:ln>
        </p:spPr>
      </p:pic>
      <p:sp>
        <p:nvSpPr>
          <p:cNvPr id="995" name="Google Shape;995;p51"/>
          <p:cNvSpPr txBox="1"/>
          <p:nvPr/>
        </p:nvSpPr>
        <p:spPr>
          <a:xfrm>
            <a:off x="747080" y="189721"/>
            <a:ext cx="13152000" cy="837152"/>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5440" b="1">
                <a:solidFill>
                  <a:schemeClr val="dk1"/>
                </a:solidFill>
                <a:latin typeface="IBM Plex Sans"/>
                <a:ea typeface="IBM Plex Sans"/>
                <a:cs typeface="IBM Plex Sans"/>
                <a:sym typeface="IBM Plex Sans"/>
              </a:rPr>
              <a:t>400+ Customers Across Industries</a:t>
            </a:r>
            <a:endParaRPr sz="5440" b="1">
              <a:solidFill>
                <a:schemeClr val="dk1"/>
              </a:solidFill>
              <a:latin typeface="IBM Plex Sans"/>
              <a:ea typeface="IBM Plex Sans"/>
              <a:cs typeface="IBM Plex Sans"/>
              <a:sym typeface="IBM Plex Sans"/>
            </a:endParaRPr>
          </a:p>
        </p:txBody>
      </p:sp>
      <p:sp>
        <p:nvSpPr>
          <p:cNvPr id="996" name="Google Shape;996;p5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997" name="Google Shape;997;p51"/>
          <p:cNvPicPr preferRelativeResize="0"/>
          <p:nvPr/>
        </p:nvPicPr>
        <p:blipFill>
          <a:blip r:embed="rId40">
            <a:alphaModFix/>
          </a:blip>
          <a:stretch>
            <a:fillRect/>
          </a:stretch>
        </p:blipFill>
        <p:spPr>
          <a:xfrm>
            <a:off x="9055524" y="3811280"/>
            <a:ext cx="525957" cy="641347"/>
          </a:xfrm>
          <a:prstGeom prst="rect">
            <a:avLst/>
          </a:prstGeom>
          <a:noFill/>
          <a:ln>
            <a:noFill/>
          </a:ln>
        </p:spPr>
      </p:pic>
    </p:spTree>
    <p:extLst>
      <p:ext uri="{BB962C8B-B14F-4D97-AF65-F5344CB8AC3E}">
        <p14:creationId xmlns:p14="http://schemas.microsoft.com/office/powerpoint/2010/main" val="41970795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_AND_BODY_3_4">
  <p:cSld name="TITLE_AND_BODY_3_4">
    <p:spTree>
      <p:nvGrpSpPr>
        <p:cNvPr id="1" name="Shape 1069"/>
        <p:cNvGrpSpPr/>
        <p:nvPr/>
      </p:nvGrpSpPr>
      <p:grpSpPr>
        <a:xfrm>
          <a:off x="0" y="0"/>
          <a:ext cx="0" cy="0"/>
          <a:chOff x="0" y="0"/>
          <a:chExt cx="0" cy="0"/>
        </a:xfrm>
      </p:grpSpPr>
      <p:sp>
        <p:nvSpPr>
          <p:cNvPr id="1070" name="Google Shape;1070;p55"/>
          <p:cNvSpPr txBox="1">
            <a:spLocks noGrp="1"/>
          </p:cNvSpPr>
          <p:nvPr>
            <p:ph type="title"/>
          </p:nvPr>
        </p:nvSpPr>
        <p:spPr>
          <a:xfrm>
            <a:off x="498720" y="712040"/>
            <a:ext cx="13632960" cy="91632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71" name="Google Shape;1071;p55"/>
          <p:cNvSpPr txBox="1">
            <a:spLocks noGrp="1"/>
          </p:cNvSpPr>
          <p:nvPr>
            <p:ph type="body" idx="1"/>
          </p:nvPr>
        </p:nvSpPr>
        <p:spPr>
          <a:xfrm>
            <a:off x="498720" y="1843960"/>
            <a:ext cx="136329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72" name="Google Shape;1072;p55"/>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399966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_AND_BODY_3_5">
  <p:cSld name="TITLE_AND_BODY_3_5">
    <p:spTree>
      <p:nvGrpSpPr>
        <p:cNvPr id="1" name="Shape 1081"/>
        <p:cNvGrpSpPr/>
        <p:nvPr/>
      </p:nvGrpSpPr>
      <p:grpSpPr>
        <a:xfrm>
          <a:off x="0" y="0"/>
          <a:ext cx="0" cy="0"/>
          <a:chOff x="0" y="0"/>
          <a:chExt cx="0" cy="0"/>
        </a:xfrm>
      </p:grpSpPr>
      <p:sp>
        <p:nvSpPr>
          <p:cNvPr id="1082" name="Google Shape;1082;p58"/>
          <p:cNvSpPr txBox="1">
            <a:spLocks noGrp="1"/>
          </p:cNvSpPr>
          <p:nvPr>
            <p:ph type="title"/>
          </p:nvPr>
        </p:nvSpPr>
        <p:spPr>
          <a:xfrm>
            <a:off x="498720" y="712040"/>
            <a:ext cx="13632960" cy="91632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3" name="Google Shape;1083;p58"/>
          <p:cNvSpPr txBox="1">
            <a:spLocks noGrp="1"/>
          </p:cNvSpPr>
          <p:nvPr>
            <p:ph type="body" idx="1"/>
          </p:nvPr>
        </p:nvSpPr>
        <p:spPr>
          <a:xfrm>
            <a:off x="498720" y="1843960"/>
            <a:ext cx="136329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84" name="Google Shape;1084;p58"/>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661227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pacecraft - Title">
  <p:cSld name="Spacecraft - Title">
    <p:bg>
      <p:bgPr>
        <a:solidFill>
          <a:srgbClr val="F7F7F7"/>
        </a:solidFill>
        <a:effectLst/>
      </p:bgPr>
    </p:bg>
    <p:spTree>
      <p:nvGrpSpPr>
        <p:cNvPr id="1" name="Shape 1076"/>
        <p:cNvGrpSpPr/>
        <p:nvPr/>
      </p:nvGrpSpPr>
      <p:grpSpPr>
        <a:xfrm>
          <a:off x="0" y="0"/>
          <a:ext cx="0" cy="0"/>
          <a:chOff x="0" y="0"/>
          <a:chExt cx="0" cy="0"/>
        </a:xfrm>
      </p:grpSpPr>
      <p:sp>
        <p:nvSpPr>
          <p:cNvPr id="1077" name="Google Shape;1077;p57"/>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pic>
        <p:nvPicPr>
          <p:cNvPr id="1078" name="Google Shape;1078;p57"/>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1079" name="Google Shape;1079;p57"/>
          <p:cNvSpPr txBox="1">
            <a:spLocks noGrp="1"/>
          </p:cNvSpPr>
          <p:nvPr>
            <p:ph type="title"/>
          </p:nvPr>
        </p:nvSpPr>
        <p:spPr>
          <a:xfrm>
            <a:off x="731520" y="237360"/>
            <a:ext cx="13093920" cy="1383840"/>
          </a:xfrm>
          <a:prstGeom prst="rect">
            <a:avLst/>
          </a:prstGeom>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544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4480">
                <a:solidFill>
                  <a:schemeClr val="dk1"/>
                </a:solidFill>
              </a:defRPr>
            </a:lvl2pPr>
            <a:lvl3pPr lvl="2" rtl="0">
              <a:spcBef>
                <a:spcPts val="0"/>
              </a:spcBef>
              <a:spcAft>
                <a:spcPts val="0"/>
              </a:spcAft>
              <a:buClr>
                <a:schemeClr val="dk1"/>
              </a:buClr>
              <a:buSzPts val="2800"/>
              <a:buNone/>
              <a:defRPr sz="4480">
                <a:solidFill>
                  <a:schemeClr val="dk1"/>
                </a:solidFill>
              </a:defRPr>
            </a:lvl3pPr>
            <a:lvl4pPr lvl="3" rtl="0">
              <a:spcBef>
                <a:spcPts val="0"/>
              </a:spcBef>
              <a:spcAft>
                <a:spcPts val="0"/>
              </a:spcAft>
              <a:buClr>
                <a:schemeClr val="dk1"/>
              </a:buClr>
              <a:buSzPts val="2800"/>
              <a:buNone/>
              <a:defRPr sz="4480">
                <a:solidFill>
                  <a:schemeClr val="dk1"/>
                </a:solidFill>
              </a:defRPr>
            </a:lvl4pPr>
            <a:lvl5pPr lvl="4" rtl="0">
              <a:spcBef>
                <a:spcPts val="0"/>
              </a:spcBef>
              <a:spcAft>
                <a:spcPts val="0"/>
              </a:spcAft>
              <a:buClr>
                <a:schemeClr val="dk1"/>
              </a:buClr>
              <a:buSzPts val="2800"/>
              <a:buNone/>
              <a:defRPr sz="4480">
                <a:solidFill>
                  <a:schemeClr val="dk1"/>
                </a:solidFill>
              </a:defRPr>
            </a:lvl5pPr>
            <a:lvl6pPr lvl="5" rtl="0">
              <a:spcBef>
                <a:spcPts val="0"/>
              </a:spcBef>
              <a:spcAft>
                <a:spcPts val="0"/>
              </a:spcAft>
              <a:buClr>
                <a:schemeClr val="dk1"/>
              </a:buClr>
              <a:buSzPts val="2800"/>
              <a:buNone/>
              <a:defRPr sz="4480">
                <a:solidFill>
                  <a:schemeClr val="dk1"/>
                </a:solidFill>
              </a:defRPr>
            </a:lvl6pPr>
            <a:lvl7pPr lvl="6" rtl="0">
              <a:spcBef>
                <a:spcPts val="0"/>
              </a:spcBef>
              <a:spcAft>
                <a:spcPts val="0"/>
              </a:spcAft>
              <a:buClr>
                <a:schemeClr val="dk1"/>
              </a:buClr>
              <a:buSzPts val="2800"/>
              <a:buNone/>
              <a:defRPr sz="4480">
                <a:solidFill>
                  <a:schemeClr val="dk1"/>
                </a:solidFill>
              </a:defRPr>
            </a:lvl7pPr>
            <a:lvl8pPr lvl="7" rtl="0">
              <a:spcBef>
                <a:spcPts val="0"/>
              </a:spcBef>
              <a:spcAft>
                <a:spcPts val="0"/>
              </a:spcAft>
              <a:buClr>
                <a:schemeClr val="dk1"/>
              </a:buClr>
              <a:buSzPts val="2800"/>
              <a:buNone/>
              <a:defRPr sz="4480">
                <a:solidFill>
                  <a:schemeClr val="dk1"/>
                </a:solidFill>
              </a:defRPr>
            </a:lvl8pPr>
            <a:lvl9pPr lvl="8" rtl="0">
              <a:spcBef>
                <a:spcPts val="0"/>
              </a:spcBef>
              <a:spcAft>
                <a:spcPts val="0"/>
              </a:spcAft>
              <a:buClr>
                <a:schemeClr val="dk1"/>
              </a:buClr>
              <a:buSzPts val="2800"/>
              <a:buNone/>
              <a:defRPr sz="4480">
                <a:solidFill>
                  <a:schemeClr val="dk1"/>
                </a:solidFill>
              </a:defRPr>
            </a:lvl9pPr>
          </a:lstStyle>
          <a:p>
            <a:endParaRPr/>
          </a:p>
        </p:txBody>
      </p:sp>
      <p:sp>
        <p:nvSpPr>
          <p:cNvPr id="1080" name="Google Shape;1080;p57"/>
          <p:cNvSpPr txBox="1"/>
          <p:nvPr/>
        </p:nvSpPr>
        <p:spPr>
          <a:xfrm>
            <a:off x="731538" y="7702134"/>
            <a:ext cx="3043200" cy="14773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60">
                <a:solidFill>
                  <a:srgbClr val="434343"/>
                </a:solidFill>
                <a:latin typeface="IBM Plex Sans"/>
                <a:ea typeface="IBM Plex Sans"/>
                <a:cs typeface="IBM Plex Sans"/>
                <a:sym typeface="IBM Plex Sans"/>
              </a:rPr>
              <a:t>CAMUNDA 2021</a:t>
            </a:r>
            <a:endParaRPr sz="960">
              <a:solidFill>
                <a:srgbClr val="434343"/>
              </a:solidFill>
              <a:latin typeface="IBM Plex Sans"/>
              <a:ea typeface="IBM Plex Sans"/>
              <a:cs typeface="IBM Plex Sans"/>
              <a:sym typeface="IBM Plex Sans"/>
            </a:endParaRPr>
          </a:p>
        </p:txBody>
      </p:sp>
    </p:spTree>
    <p:extLst>
      <p:ext uri="{BB962C8B-B14F-4D97-AF65-F5344CB8AC3E}">
        <p14:creationId xmlns:p14="http://schemas.microsoft.com/office/powerpoint/2010/main" val="2848638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594360" y="411482"/>
            <a:ext cx="13441440" cy="87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 name="Google Shape;23;p5"/>
          <p:cNvSpPr txBox="1">
            <a:spLocks noGrp="1"/>
          </p:cNvSpPr>
          <p:nvPr>
            <p:ph type="body" idx="1"/>
          </p:nvPr>
        </p:nvSpPr>
        <p:spPr>
          <a:xfrm>
            <a:off x="594360" y="1691640"/>
            <a:ext cx="13441440" cy="5486400"/>
          </a:xfrm>
          <a:prstGeom prst="rect">
            <a:avLst/>
          </a:prstGeom>
          <a:noFill/>
          <a:ln>
            <a:noFill/>
          </a:ln>
        </p:spPr>
        <p:txBody>
          <a:bodyPr spcFirstLastPara="1" wrap="square" lIns="0" tIns="0" rIns="0" bIns="0" anchor="t" anchorCtr="0">
            <a:noAutofit/>
          </a:bodyPr>
          <a:lstStyle>
            <a:lvl1pPr marL="731520" lvl="0" indent="-508000" algn="l">
              <a:lnSpc>
                <a:spcPct val="90000"/>
              </a:lnSpc>
              <a:spcBef>
                <a:spcPts val="1280"/>
              </a:spcBef>
              <a:spcAft>
                <a:spcPts val="0"/>
              </a:spcAft>
              <a:buSzPts val="1400"/>
              <a:buChar char="•"/>
              <a:defRPr/>
            </a:lvl1pPr>
            <a:lvl2pPr marL="1463040" lvl="1" indent="-508000" algn="l">
              <a:lnSpc>
                <a:spcPct val="90000"/>
              </a:lnSpc>
              <a:spcBef>
                <a:spcPts val="800"/>
              </a:spcBef>
              <a:spcAft>
                <a:spcPts val="0"/>
              </a:spcAft>
              <a:buSzPts val="1400"/>
              <a:buChar char="•"/>
              <a:defRPr/>
            </a:lvl2pPr>
            <a:lvl3pPr marL="2194560" lvl="2" indent="-508000" algn="l">
              <a:lnSpc>
                <a:spcPct val="90000"/>
              </a:lnSpc>
              <a:spcBef>
                <a:spcPts val="800"/>
              </a:spcBef>
              <a:spcAft>
                <a:spcPts val="0"/>
              </a:spcAft>
              <a:buSzPts val="1400"/>
              <a:buChar char="•"/>
              <a:defRPr/>
            </a:lvl3pPr>
            <a:lvl4pPr marL="2926080" lvl="3" indent="-508000" algn="l">
              <a:lnSpc>
                <a:spcPct val="90000"/>
              </a:lnSpc>
              <a:spcBef>
                <a:spcPts val="800"/>
              </a:spcBef>
              <a:spcAft>
                <a:spcPts val="0"/>
              </a:spcAft>
              <a:buSzPts val="1400"/>
              <a:buChar char="•"/>
              <a:defRPr/>
            </a:lvl4pPr>
            <a:lvl5pPr marL="3657600" lvl="4" indent="-508000" algn="l">
              <a:lnSpc>
                <a:spcPct val="90000"/>
              </a:lnSpc>
              <a:spcBef>
                <a:spcPts val="800"/>
              </a:spcBef>
              <a:spcAft>
                <a:spcPts val="0"/>
              </a:spcAft>
              <a:buSzPts val="1400"/>
              <a:buChar char="•"/>
              <a:defRPr/>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pic>
        <p:nvPicPr>
          <p:cNvPr id="24" name="Google Shape;24;p5"/>
          <p:cNvPicPr preferRelativeResize="0"/>
          <p:nvPr/>
        </p:nvPicPr>
        <p:blipFill rotWithShape="1">
          <a:blip r:embed="rId2">
            <a:alphaModFix amt="0"/>
          </a:blip>
          <a:srcRect/>
          <a:stretch/>
        </p:blipFill>
        <p:spPr>
          <a:xfrm>
            <a:off x="2166" y="0"/>
            <a:ext cx="14630400" cy="102870"/>
          </a:xfrm>
          <a:prstGeom prst="rect">
            <a:avLst/>
          </a:prstGeom>
          <a:gradFill>
            <a:gsLst>
              <a:gs pos="0">
                <a:schemeClr val="accent1"/>
              </a:gs>
              <a:gs pos="11000">
                <a:schemeClr val="accent1"/>
              </a:gs>
              <a:gs pos="100000">
                <a:schemeClr val="accent2"/>
              </a:gs>
            </a:gsLst>
            <a:lin ang="0" scaled="0"/>
          </a:gradFill>
          <a:ln>
            <a:noFill/>
          </a:ln>
        </p:spPr>
      </p:pic>
      <p:sp>
        <p:nvSpPr>
          <p:cNvPr id="25" name="Google Shape;25;p5"/>
          <p:cNvSpPr txBox="1">
            <a:spLocks noGrp="1"/>
          </p:cNvSpPr>
          <p:nvPr>
            <p:ph type="ftr" idx="11"/>
          </p:nvPr>
        </p:nvSpPr>
        <p:spPr>
          <a:xfrm>
            <a:off x="1188720" y="7740811"/>
            <a:ext cx="10841760" cy="1948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128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extLst>
      <p:ext uri="{BB962C8B-B14F-4D97-AF65-F5344CB8AC3E}">
        <p14:creationId xmlns:p14="http://schemas.microsoft.com/office/powerpoint/2010/main" val="51442143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594360" y="411482"/>
            <a:ext cx="13441440" cy="87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 name="Google Shape;34;p7"/>
          <p:cNvSpPr txBox="1">
            <a:spLocks noGrp="1"/>
          </p:cNvSpPr>
          <p:nvPr>
            <p:ph type="body" idx="1"/>
          </p:nvPr>
        </p:nvSpPr>
        <p:spPr>
          <a:xfrm>
            <a:off x="594360" y="1516381"/>
            <a:ext cx="6602880" cy="878400"/>
          </a:xfrm>
          <a:prstGeom prst="rect">
            <a:avLst/>
          </a:prstGeom>
          <a:noFill/>
          <a:ln>
            <a:noFill/>
          </a:ln>
        </p:spPr>
        <p:txBody>
          <a:bodyPr spcFirstLastPara="1" wrap="square" lIns="0" tIns="0" rIns="0" bIns="0" anchor="b" anchorCtr="0">
            <a:noAutofit/>
          </a:bodyPr>
          <a:lstStyle>
            <a:lvl1pPr marL="731520" lvl="0" indent="-365760" algn="l">
              <a:lnSpc>
                <a:spcPct val="90000"/>
              </a:lnSpc>
              <a:spcBef>
                <a:spcPts val="1280"/>
              </a:spcBef>
              <a:spcAft>
                <a:spcPts val="0"/>
              </a:spcAft>
              <a:buSzPts val="2100"/>
              <a:buNone/>
              <a:defRPr sz="3360" b="1">
                <a:solidFill>
                  <a:schemeClr val="accent1"/>
                </a:solidFill>
              </a:defRPr>
            </a:lvl1pPr>
            <a:lvl2pPr marL="1463040" lvl="1" indent="-365760" algn="l">
              <a:lnSpc>
                <a:spcPct val="90000"/>
              </a:lnSpc>
              <a:spcBef>
                <a:spcPts val="800"/>
              </a:spcBef>
              <a:spcAft>
                <a:spcPts val="0"/>
              </a:spcAft>
              <a:buSzPts val="1500"/>
              <a:buNone/>
              <a:defRPr sz="2400" b="1"/>
            </a:lvl2pPr>
            <a:lvl3pPr marL="2194560" lvl="2" indent="-365760" algn="l">
              <a:lnSpc>
                <a:spcPct val="90000"/>
              </a:lnSpc>
              <a:spcBef>
                <a:spcPts val="800"/>
              </a:spcBef>
              <a:spcAft>
                <a:spcPts val="0"/>
              </a:spcAft>
              <a:buSzPts val="1400"/>
              <a:buNone/>
              <a:defRPr sz="2240" b="1"/>
            </a:lvl3pPr>
            <a:lvl4pPr marL="2926080" lvl="3" indent="-365760" algn="l">
              <a:lnSpc>
                <a:spcPct val="90000"/>
              </a:lnSpc>
              <a:spcBef>
                <a:spcPts val="800"/>
              </a:spcBef>
              <a:spcAft>
                <a:spcPts val="0"/>
              </a:spcAft>
              <a:buSzPts val="1200"/>
              <a:buNone/>
              <a:defRPr sz="1920" b="1"/>
            </a:lvl4pPr>
            <a:lvl5pPr marL="3657600" lvl="4" indent="-365760" algn="l">
              <a:lnSpc>
                <a:spcPct val="90000"/>
              </a:lnSpc>
              <a:spcBef>
                <a:spcPts val="800"/>
              </a:spcBef>
              <a:spcAft>
                <a:spcPts val="0"/>
              </a:spcAft>
              <a:buSzPts val="1200"/>
              <a:buNone/>
              <a:defRPr sz="1920" b="1"/>
            </a:lvl5pPr>
            <a:lvl6pPr marL="4389120" lvl="5" indent="-365760" algn="l">
              <a:lnSpc>
                <a:spcPct val="90000"/>
              </a:lnSpc>
              <a:spcBef>
                <a:spcPts val="800"/>
              </a:spcBef>
              <a:spcAft>
                <a:spcPts val="0"/>
              </a:spcAft>
              <a:buClr>
                <a:schemeClr val="dk1"/>
              </a:buClr>
              <a:buSzPts val="1200"/>
              <a:buNone/>
              <a:defRPr sz="1920" b="1"/>
            </a:lvl6pPr>
            <a:lvl7pPr marL="5120640" lvl="6" indent="-365760" algn="l">
              <a:lnSpc>
                <a:spcPct val="90000"/>
              </a:lnSpc>
              <a:spcBef>
                <a:spcPts val="640"/>
              </a:spcBef>
              <a:spcAft>
                <a:spcPts val="0"/>
              </a:spcAft>
              <a:buClr>
                <a:schemeClr val="dk1"/>
              </a:buClr>
              <a:buSzPts val="1200"/>
              <a:buNone/>
              <a:defRPr sz="1920" b="1"/>
            </a:lvl7pPr>
            <a:lvl8pPr marL="5852160" lvl="7" indent="-365760" algn="l">
              <a:lnSpc>
                <a:spcPct val="90000"/>
              </a:lnSpc>
              <a:spcBef>
                <a:spcPts val="640"/>
              </a:spcBef>
              <a:spcAft>
                <a:spcPts val="0"/>
              </a:spcAft>
              <a:buClr>
                <a:schemeClr val="dk1"/>
              </a:buClr>
              <a:buSzPts val="1200"/>
              <a:buNone/>
              <a:defRPr sz="1920" b="1"/>
            </a:lvl8pPr>
            <a:lvl9pPr marL="6583680" lvl="8" indent="-365760" algn="l">
              <a:lnSpc>
                <a:spcPct val="90000"/>
              </a:lnSpc>
              <a:spcBef>
                <a:spcPts val="640"/>
              </a:spcBef>
              <a:spcAft>
                <a:spcPts val="0"/>
              </a:spcAft>
              <a:buClr>
                <a:schemeClr val="dk1"/>
              </a:buClr>
              <a:buSzPts val="1200"/>
              <a:buNone/>
              <a:defRPr sz="1920" b="1"/>
            </a:lvl9pPr>
          </a:lstStyle>
          <a:p>
            <a:endParaRPr/>
          </a:p>
        </p:txBody>
      </p:sp>
      <p:sp>
        <p:nvSpPr>
          <p:cNvPr id="35" name="Google Shape;35;p7"/>
          <p:cNvSpPr txBox="1">
            <a:spLocks noGrp="1"/>
          </p:cNvSpPr>
          <p:nvPr>
            <p:ph type="body" idx="2"/>
          </p:nvPr>
        </p:nvSpPr>
        <p:spPr>
          <a:xfrm>
            <a:off x="594360" y="2621282"/>
            <a:ext cx="6602880" cy="4556640"/>
          </a:xfrm>
          <a:prstGeom prst="rect">
            <a:avLst/>
          </a:prstGeom>
          <a:noFill/>
          <a:ln>
            <a:noFill/>
          </a:ln>
        </p:spPr>
        <p:txBody>
          <a:bodyPr spcFirstLastPara="1" wrap="square" lIns="0" tIns="0" rIns="0" bIns="0" anchor="t" anchorCtr="0">
            <a:noAutofit/>
          </a:bodyPr>
          <a:lstStyle>
            <a:lvl1pPr marL="731520" lvl="0" indent="-548640" algn="l">
              <a:lnSpc>
                <a:spcPct val="90000"/>
              </a:lnSpc>
              <a:spcBef>
                <a:spcPts val="1280"/>
              </a:spcBef>
              <a:spcAft>
                <a:spcPts val="0"/>
              </a:spcAft>
              <a:buSzPts val="1800"/>
              <a:buChar char="•"/>
              <a:defRPr sz="2880"/>
            </a:lvl1pPr>
            <a:lvl2pPr marL="1463040" lvl="1" indent="-518160" algn="l">
              <a:lnSpc>
                <a:spcPct val="90000"/>
              </a:lnSpc>
              <a:spcBef>
                <a:spcPts val="800"/>
              </a:spcBef>
              <a:spcAft>
                <a:spcPts val="0"/>
              </a:spcAft>
              <a:buSzPts val="1500"/>
              <a:buChar char="•"/>
              <a:defRPr sz="2400"/>
            </a:lvl2pPr>
            <a:lvl3pPr marL="2194560" lvl="2" indent="-508000" algn="l">
              <a:lnSpc>
                <a:spcPct val="90000"/>
              </a:lnSpc>
              <a:spcBef>
                <a:spcPts val="800"/>
              </a:spcBef>
              <a:spcAft>
                <a:spcPts val="0"/>
              </a:spcAft>
              <a:buSzPts val="1400"/>
              <a:buChar char="•"/>
              <a:defRPr sz="2240"/>
            </a:lvl3pPr>
            <a:lvl4pPr marL="2926080" lvl="3" indent="-487680" algn="l">
              <a:lnSpc>
                <a:spcPct val="90000"/>
              </a:lnSpc>
              <a:spcBef>
                <a:spcPts val="800"/>
              </a:spcBef>
              <a:spcAft>
                <a:spcPts val="0"/>
              </a:spcAft>
              <a:buSzPts val="1200"/>
              <a:buChar char="•"/>
              <a:defRPr sz="1920"/>
            </a:lvl4pPr>
            <a:lvl5pPr marL="3657600" lvl="4" indent="-487680" algn="l">
              <a:lnSpc>
                <a:spcPct val="90000"/>
              </a:lnSpc>
              <a:spcBef>
                <a:spcPts val="800"/>
              </a:spcBef>
              <a:spcAft>
                <a:spcPts val="0"/>
              </a:spcAft>
              <a:buSzPts val="1200"/>
              <a:buChar char="•"/>
              <a:defRPr sz="1920"/>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sp>
        <p:nvSpPr>
          <p:cNvPr id="36" name="Google Shape;36;p7"/>
          <p:cNvSpPr txBox="1">
            <a:spLocks noGrp="1"/>
          </p:cNvSpPr>
          <p:nvPr>
            <p:ph type="body" idx="3"/>
          </p:nvPr>
        </p:nvSpPr>
        <p:spPr>
          <a:xfrm>
            <a:off x="7406640" y="1516381"/>
            <a:ext cx="6629280" cy="878400"/>
          </a:xfrm>
          <a:prstGeom prst="rect">
            <a:avLst/>
          </a:prstGeom>
          <a:noFill/>
          <a:ln>
            <a:noFill/>
          </a:ln>
        </p:spPr>
        <p:txBody>
          <a:bodyPr spcFirstLastPara="1" wrap="square" lIns="0" tIns="0" rIns="0" bIns="0" anchor="b" anchorCtr="0">
            <a:noAutofit/>
          </a:bodyPr>
          <a:lstStyle>
            <a:lvl1pPr marL="731520" lvl="0" indent="-365760" algn="l">
              <a:lnSpc>
                <a:spcPct val="90000"/>
              </a:lnSpc>
              <a:spcBef>
                <a:spcPts val="1280"/>
              </a:spcBef>
              <a:spcAft>
                <a:spcPts val="0"/>
              </a:spcAft>
              <a:buSzPts val="2100"/>
              <a:buNone/>
              <a:defRPr sz="3360" b="1">
                <a:solidFill>
                  <a:schemeClr val="accent1"/>
                </a:solidFill>
                <a:latin typeface="Arial"/>
                <a:ea typeface="Arial"/>
                <a:cs typeface="Arial"/>
                <a:sym typeface="Arial"/>
              </a:defRPr>
            </a:lvl1pPr>
            <a:lvl2pPr marL="1463040" lvl="1" indent="-365760" algn="l">
              <a:lnSpc>
                <a:spcPct val="90000"/>
              </a:lnSpc>
              <a:spcBef>
                <a:spcPts val="800"/>
              </a:spcBef>
              <a:spcAft>
                <a:spcPts val="0"/>
              </a:spcAft>
              <a:buSzPts val="1500"/>
              <a:buNone/>
              <a:defRPr sz="2400" b="1"/>
            </a:lvl2pPr>
            <a:lvl3pPr marL="2194560" lvl="2" indent="-365760" algn="l">
              <a:lnSpc>
                <a:spcPct val="90000"/>
              </a:lnSpc>
              <a:spcBef>
                <a:spcPts val="800"/>
              </a:spcBef>
              <a:spcAft>
                <a:spcPts val="0"/>
              </a:spcAft>
              <a:buSzPts val="1400"/>
              <a:buNone/>
              <a:defRPr sz="2240" b="1"/>
            </a:lvl3pPr>
            <a:lvl4pPr marL="2926080" lvl="3" indent="-365760" algn="l">
              <a:lnSpc>
                <a:spcPct val="90000"/>
              </a:lnSpc>
              <a:spcBef>
                <a:spcPts val="800"/>
              </a:spcBef>
              <a:spcAft>
                <a:spcPts val="0"/>
              </a:spcAft>
              <a:buSzPts val="1200"/>
              <a:buNone/>
              <a:defRPr sz="1920" b="1"/>
            </a:lvl4pPr>
            <a:lvl5pPr marL="3657600" lvl="4" indent="-365760" algn="l">
              <a:lnSpc>
                <a:spcPct val="90000"/>
              </a:lnSpc>
              <a:spcBef>
                <a:spcPts val="800"/>
              </a:spcBef>
              <a:spcAft>
                <a:spcPts val="0"/>
              </a:spcAft>
              <a:buSzPts val="1200"/>
              <a:buNone/>
              <a:defRPr sz="1920" b="1"/>
            </a:lvl5pPr>
            <a:lvl6pPr marL="4389120" lvl="5" indent="-365760" algn="l">
              <a:lnSpc>
                <a:spcPct val="90000"/>
              </a:lnSpc>
              <a:spcBef>
                <a:spcPts val="800"/>
              </a:spcBef>
              <a:spcAft>
                <a:spcPts val="0"/>
              </a:spcAft>
              <a:buClr>
                <a:schemeClr val="dk1"/>
              </a:buClr>
              <a:buSzPts val="1200"/>
              <a:buNone/>
              <a:defRPr sz="1920" b="1"/>
            </a:lvl6pPr>
            <a:lvl7pPr marL="5120640" lvl="6" indent="-365760" algn="l">
              <a:lnSpc>
                <a:spcPct val="90000"/>
              </a:lnSpc>
              <a:spcBef>
                <a:spcPts val="640"/>
              </a:spcBef>
              <a:spcAft>
                <a:spcPts val="0"/>
              </a:spcAft>
              <a:buClr>
                <a:schemeClr val="dk1"/>
              </a:buClr>
              <a:buSzPts val="1200"/>
              <a:buNone/>
              <a:defRPr sz="1920" b="1"/>
            </a:lvl7pPr>
            <a:lvl8pPr marL="5852160" lvl="7" indent="-365760" algn="l">
              <a:lnSpc>
                <a:spcPct val="90000"/>
              </a:lnSpc>
              <a:spcBef>
                <a:spcPts val="640"/>
              </a:spcBef>
              <a:spcAft>
                <a:spcPts val="0"/>
              </a:spcAft>
              <a:buClr>
                <a:schemeClr val="dk1"/>
              </a:buClr>
              <a:buSzPts val="1200"/>
              <a:buNone/>
              <a:defRPr sz="1920" b="1"/>
            </a:lvl8pPr>
            <a:lvl9pPr marL="6583680" lvl="8" indent="-365760" algn="l">
              <a:lnSpc>
                <a:spcPct val="90000"/>
              </a:lnSpc>
              <a:spcBef>
                <a:spcPts val="640"/>
              </a:spcBef>
              <a:spcAft>
                <a:spcPts val="0"/>
              </a:spcAft>
              <a:buClr>
                <a:schemeClr val="dk1"/>
              </a:buClr>
              <a:buSzPts val="1200"/>
              <a:buNone/>
              <a:defRPr sz="1920" b="1"/>
            </a:lvl9pPr>
          </a:lstStyle>
          <a:p>
            <a:endParaRPr/>
          </a:p>
        </p:txBody>
      </p:sp>
      <p:sp>
        <p:nvSpPr>
          <p:cNvPr id="37" name="Google Shape;37;p7"/>
          <p:cNvSpPr txBox="1">
            <a:spLocks noGrp="1"/>
          </p:cNvSpPr>
          <p:nvPr>
            <p:ph type="body" idx="4"/>
          </p:nvPr>
        </p:nvSpPr>
        <p:spPr>
          <a:xfrm>
            <a:off x="7406640" y="2621282"/>
            <a:ext cx="6629280" cy="4556640"/>
          </a:xfrm>
          <a:prstGeom prst="rect">
            <a:avLst/>
          </a:prstGeom>
          <a:noFill/>
          <a:ln>
            <a:noFill/>
          </a:ln>
        </p:spPr>
        <p:txBody>
          <a:bodyPr spcFirstLastPara="1" wrap="square" lIns="0" tIns="0" rIns="0" bIns="0" anchor="t" anchorCtr="0">
            <a:noAutofit/>
          </a:bodyPr>
          <a:lstStyle>
            <a:lvl1pPr marL="731520" lvl="0" indent="-548640" algn="l">
              <a:lnSpc>
                <a:spcPct val="90000"/>
              </a:lnSpc>
              <a:spcBef>
                <a:spcPts val="1280"/>
              </a:spcBef>
              <a:spcAft>
                <a:spcPts val="0"/>
              </a:spcAft>
              <a:buSzPts val="1800"/>
              <a:buChar char="•"/>
              <a:defRPr sz="2880"/>
            </a:lvl1pPr>
            <a:lvl2pPr marL="1463040" lvl="1" indent="-518160" algn="l">
              <a:lnSpc>
                <a:spcPct val="90000"/>
              </a:lnSpc>
              <a:spcBef>
                <a:spcPts val="800"/>
              </a:spcBef>
              <a:spcAft>
                <a:spcPts val="0"/>
              </a:spcAft>
              <a:buSzPts val="1500"/>
              <a:buChar char="•"/>
              <a:defRPr sz="2400"/>
            </a:lvl2pPr>
            <a:lvl3pPr marL="2194560" lvl="2" indent="-508000" algn="l">
              <a:lnSpc>
                <a:spcPct val="90000"/>
              </a:lnSpc>
              <a:spcBef>
                <a:spcPts val="800"/>
              </a:spcBef>
              <a:spcAft>
                <a:spcPts val="0"/>
              </a:spcAft>
              <a:buSzPts val="1400"/>
              <a:buChar char="•"/>
              <a:defRPr sz="2240"/>
            </a:lvl3pPr>
            <a:lvl4pPr marL="2926080" lvl="3" indent="-487680" algn="l">
              <a:lnSpc>
                <a:spcPct val="90000"/>
              </a:lnSpc>
              <a:spcBef>
                <a:spcPts val="800"/>
              </a:spcBef>
              <a:spcAft>
                <a:spcPts val="0"/>
              </a:spcAft>
              <a:buSzPts val="1200"/>
              <a:buChar char="•"/>
              <a:defRPr sz="1920"/>
            </a:lvl4pPr>
            <a:lvl5pPr marL="3657600" lvl="4" indent="-487680" algn="l">
              <a:lnSpc>
                <a:spcPct val="90000"/>
              </a:lnSpc>
              <a:spcBef>
                <a:spcPts val="800"/>
              </a:spcBef>
              <a:spcAft>
                <a:spcPts val="0"/>
              </a:spcAft>
              <a:buSzPts val="1200"/>
              <a:buChar char="•"/>
              <a:defRPr sz="1920"/>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pic>
        <p:nvPicPr>
          <p:cNvPr id="38" name="Google Shape;38;p7"/>
          <p:cNvPicPr preferRelativeResize="0"/>
          <p:nvPr/>
        </p:nvPicPr>
        <p:blipFill rotWithShape="1">
          <a:blip r:embed="rId2">
            <a:alphaModFix amt="0"/>
          </a:blip>
          <a:srcRect/>
          <a:stretch/>
        </p:blipFill>
        <p:spPr>
          <a:xfrm>
            <a:off x="2166" y="0"/>
            <a:ext cx="14630400" cy="102870"/>
          </a:xfrm>
          <a:prstGeom prst="rect">
            <a:avLst/>
          </a:prstGeom>
          <a:gradFill>
            <a:gsLst>
              <a:gs pos="0">
                <a:schemeClr val="accent1"/>
              </a:gs>
              <a:gs pos="11000">
                <a:schemeClr val="accent1"/>
              </a:gs>
              <a:gs pos="100000">
                <a:schemeClr val="accent2"/>
              </a:gs>
            </a:gsLst>
            <a:lin ang="0" scaled="0"/>
          </a:gradFill>
          <a:ln>
            <a:noFill/>
          </a:ln>
        </p:spPr>
      </p:pic>
      <p:sp>
        <p:nvSpPr>
          <p:cNvPr id="39" name="Google Shape;39;p7"/>
          <p:cNvSpPr txBox="1">
            <a:spLocks noGrp="1"/>
          </p:cNvSpPr>
          <p:nvPr>
            <p:ph type="ftr" idx="11"/>
          </p:nvPr>
        </p:nvSpPr>
        <p:spPr>
          <a:xfrm>
            <a:off x="1188720" y="7740811"/>
            <a:ext cx="10841760" cy="1948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128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extLst>
      <p:ext uri="{BB962C8B-B14F-4D97-AF65-F5344CB8AC3E}">
        <p14:creationId xmlns:p14="http://schemas.microsoft.com/office/powerpoint/2010/main" val="257013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9" Type="http://schemas.openxmlformats.org/officeDocument/2006/relationships/slideLayout" Target="../slideLayouts/slideLayout46.xml"/><Relationship Id="rId21" Type="http://schemas.openxmlformats.org/officeDocument/2006/relationships/slideLayout" Target="../slideLayouts/slideLayout28.xml"/><Relationship Id="rId34" Type="http://schemas.openxmlformats.org/officeDocument/2006/relationships/slideLayout" Target="../slideLayouts/slideLayout41.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50" Type="http://schemas.openxmlformats.org/officeDocument/2006/relationships/slideLayout" Target="../slideLayouts/slideLayout57.xml"/><Relationship Id="rId7" Type="http://schemas.openxmlformats.org/officeDocument/2006/relationships/slideLayout" Target="../slideLayouts/slideLayout1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9" Type="http://schemas.openxmlformats.org/officeDocument/2006/relationships/slideLayout" Target="../slideLayouts/slideLayout36.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8" Type="http://schemas.openxmlformats.org/officeDocument/2006/relationships/slideLayout" Target="../slideLayouts/slideLayout15.xml"/><Relationship Id="rId51" Type="http://schemas.openxmlformats.org/officeDocument/2006/relationships/theme" Target="../theme/theme2.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1" Type="http://schemas.openxmlformats.org/officeDocument/2006/relationships/slideLayout" Target="../slideLayouts/slideLayout8.xml"/><Relationship Id="rId6"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720" r:id="rId6"/>
    <p:sldLayoutId id="2147483721"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31520" y="182880"/>
            <a:ext cx="13167360" cy="1445280"/>
          </a:xfrm>
          <a:prstGeom prst="rect">
            <a:avLst/>
          </a:prstGeom>
          <a:noFill/>
          <a:ln>
            <a:noFill/>
          </a:ln>
        </p:spPr>
        <p:txBody>
          <a:bodyPr spcFirstLastPara="1" wrap="square" lIns="0" tIns="0" rIns="0" bIns="0" anchor="t" anchorCtr="0">
            <a:normAutofit/>
          </a:bodyPr>
          <a:lstStyle>
            <a:lvl1pPr lv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31520" y="1843960"/>
            <a:ext cx="13167360" cy="5466240"/>
          </a:xfrm>
          <a:prstGeom prst="rect">
            <a:avLst/>
          </a:prstGeom>
          <a:noFill/>
          <a:ln>
            <a:noFill/>
          </a:ln>
        </p:spPr>
        <p:txBody>
          <a:bodyPr spcFirstLastPara="1" wrap="square" lIns="0" tIns="0" rIns="0" bIns="0" anchor="t" anchorCtr="0">
            <a:normAutofit/>
          </a:bodyPr>
          <a:lstStyle>
            <a:lvl1pPr marL="457200" lvl="0" indent="-330200">
              <a:lnSpc>
                <a:spcPct val="115000"/>
              </a:lnSpc>
              <a:spcBef>
                <a:spcPts val="0"/>
              </a:spcBef>
              <a:spcAft>
                <a:spcPts val="0"/>
              </a:spcAft>
              <a:buClr>
                <a:schemeClr val="accent1"/>
              </a:buClr>
              <a:buSzPts val="1600"/>
              <a:buFont typeface="IBM Plex Sans"/>
              <a:buChar char="■"/>
              <a:defRPr sz="1600">
                <a:solidFill>
                  <a:schemeClr val="dk1"/>
                </a:solidFill>
                <a:latin typeface="IBM Plex Sans"/>
                <a:ea typeface="IBM Plex Sans"/>
                <a:cs typeface="IBM Plex Sans"/>
                <a:sym typeface="IBM Plex Sans"/>
              </a:defRPr>
            </a:lvl1pPr>
            <a:lvl2pPr marL="914400" lvl="1"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
        <p:nvSpPr>
          <p:cNvPr id="8" name="Google Shape;8;p1"/>
          <p:cNvSpPr txBox="1">
            <a:spLocks noGrp="1"/>
          </p:cNvSpPr>
          <p:nvPr>
            <p:ph type="sldNum" idx="12"/>
          </p:nvPr>
        </p:nvSpPr>
        <p:spPr>
          <a:xfrm>
            <a:off x="13386720" y="7688874"/>
            <a:ext cx="877920" cy="344640"/>
          </a:xfrm>
          <a:prstGeom prst="rect">
            <a:avLst/>
          </a:prstGeom>
          <a:noFill/>
          <a:ln>
            <a:noFill/>
          </a:ln>
        </p:spPr>
        <p:txBody>
          <a:bodyPr spcFirstLastPara="1" wrap="square" lIns="0" tIns="0" rIns="0" bIns="0" anchor="b" anchorCtr="0">
            <a:normAutofit/>
          </a:bodyPr>
          <a:lstStyle>
            <a:lvl1pPr lvl="0" algn="r">
              <a:buNone/>
              <a:defRPr sz="1280">
                <a:solidFill>
                  <a:schemeClr val="dk2"/>
                </a:solidFill>
                <a:latin typeface="IBM Plex Sans"/>
                <a:ea typeface="IBM Plex Sans"/>
                <a:cs typeface="IBM Plex Sans"/>
                <a:sym typeface="IBM Plex Sans"/>
              </a:defRPr>
            </a:lvl1pPr>
            <a:lvl2pPr lvl="1" algn="r">
              <a:buNone/>
              <a:defRPr sz="1280">
                <a:solidFill>
                  <a:schemeClr val="dk2"/>
                </a:solidFill>
                <a:latin typeface="IBM Plex Sans"/>
                <a:ea typeface="IBM Plex Sans"/>
                <a:cs typeface="IBM Plex Sans"/>
                <a:sym typeface="IBM Plex Sans"/>
              </a:defRPr>
            </a:lvl2pPr>
            <a:lvl3pPr lvl="2" algn="r">
              <a:buNone/>
              <a:defRPr sz="1280">
                <a:solidFill>
                  <a:schemeClr val="dk2"/>
                </a:solidFill>
                <a:latin typeface="IBM Plex Sans"/>
                <a:ea typeface="IBM Plex Sans"/>
                <a:cs typeface="IBM Plex Sans"/>
                <a:sym typeface="IBM Plex Sans"/>
              </a:defRPr>
            </a:lvl3pPr>
            <a:lvl4pPr lvl="3" algn="r">
              <a:buNone/>
              <a:defRPr sz="1280">
                <a:solidFill>
                  <a:schemeClr val="dk2"/>
                </a:solidFill>
                <a:latin typeface="IBM Plex Sans"/>
                <a:ea typeface="IBM Plex Sans"/>
                <a:cs typeface="IBM Plex Sans"/>
                <a:sym typeface="IBM Plex Sans"/>
              </a:defRPr>
            </a:lvl4pPr>
            <a:lvl5pPr lvl="4" algn="r">
              <a:buNone/>
              <a:defRPr sz="1280">
                <a:solidFill>
                  <a:schemeClr val="dk2"/>
                </a:solidFill>
                <a:latin typeface="IBM Plex Sans"/>
                <a:ea typeface="IBM Plex Sans"/>
                <a:cs typeface="IBM Plex Sans"/>
                <a:sym typeface="IBM Plex Sans"/>
              </a:defRPr>
            </a:lvl5pPr>
            <a:lvl6pPr lvl="5" algn="r">
              <a:buNone/>
              <a:defRPr sz="1280">
                <a:solidFill>
                  <a:schemeClr val="dk2"/>
                </a:solidFill>
                <a:latin typeface="IBM Plex Sans"/>
                <a:ea typeface="IBM Plex Sans"/>
                <a:cs typeface="IBM Plex Sans"/>
                <a:sym typeface="IBM Plex Sans"/>
              </a:defRPr>
            </a:lvl6pPr>
            <a:lvl7pPr lvl="6" algn="r">
              <a:buNone/>
              <a:defRPr sz="1280">
                <a:solidFill>
                  <a:schemeClr val="dk2"/>
                </a:solidFill>
                <a:latin typeface="IBM Plex Sans"/>
                <a:ea typeface="IBM Plex Sans"/>
                <a:cs typeface="IBM Plex Sans"/>
                <a:sym typeface="IBM Plex Sans"/>
              </a:defRPr>
            </a:lvl7pPr>
            <a:lvl8pPr lvl="7" algn="r">
              <a:buNone/>
              <a:defRPr sz="1280">
                <a:solidFill>
                  <a:schemeClr val="dk2"/>
                </a:solidFill>
                <a:latin typeface="IBM Plex Sans"/>
                <a:ea typeface="IBM Plex Sans"/>
                <a:cs typeface="IBM Plex Sans"/>
                <a:sym typeface="IBM Plex Sans"/>
              </a:defRPr>
            </a:lvl8pPr>
            <a:lvl9pPr lvl="8" algn="r">
              <a:buNone/>
              <a:defRPr sz="1280">
                <a:solidFill>
                  <a:schemeClr val="dk2"/>
                </a:solidFill>
                <a:latin typeface="IBM Plex Sans"/>
                <a:ea typeface="IBM Plex Sans"/>
                <a:cs typeface="IBM Plex Sans"/>
                <a:sym typeface="IBM Plex Sa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8414000"/>
      </p:ext>
    </p:extLst>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5" r:id="rId46"/>
    <p:sldLayoutId id="2147483717" r:id="rId47"/>
    <p:sldLayoutId id="2147483727" r:id="rId48"/>
    <p:sldLayoutId id="2147483728" r:id="rId49"/>
    <p:sldLayoutId id="2147483729" r:id="rId5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EA4335"/>
          </p15:clr>
        </p15:guide>
        <p15:guide id="2" orient="horz" pos="360">
          <p15:clr>
            <a:srgbClr val="EA4335"/>
          </p15:clr>
        </p15:guide>
        <p15:guide id="3" orient="horz" pos="648">
          <p15:clr>
            <a:srgbClr val="EA4335"/>
          </p15:clr>
        </p15:guide>
        <p15:guide id="4" pos="288">
          <p15:clr>
            <a:srgbClr val="EA4335"/>
          </p15:clr>
        </p15:guide>
        <p15:guide id="5" pos="5472">
          <p15:clr>
            <a:srgbClr val="EA4335"/>
          </p15:clr>
        </p15:guide>
        <p15:guide id="6" pos="5616">
          <p15:clr>
            <a:srgbClr val="EA4335"/>
          </p15:clr>
        </p15:guide>
        <p15:guide id="7" orient="horz" pos="3163">
          <p15:clr>
            <a:srgbClr val="EA4335"/>
          </p15:clr>
        </p15:guide>
        <p15:guide id="8" orient="horz" pos="3027">
          <p15:clr>
            <a:srgbClr val="EA4335"/>
          </p15:clr>
        </p15:guide>
        <p15:guide id="9" orient="horz" pos="726">
          <p15:clr>
            <a:srgbClr val="EA4335"/>
          </p15:clr>
        </p15:guide>
        <p15:guide id="10" orient="horz" pos="1092">
          <p15:clr>
            <a:srgbClr val="EA4335"/>
          </p15:clr>
        </p15:guide>
        <p15:guide id="11" orient="horz" pos="100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5.png"/><Relationship Id="rId2" Type="http://schemas.openxmlformats.org/officeDocument/2006/relationships/notesSlide" Target="../notesSlides/notesSlide4.xml"/><Relationship Id="rId16"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png"/><Relationship Id="rId19" Type="http://schemas.openxmlformats.org/officeDocument/2006/relationships/image" Target="../media/image67.pn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2.png"/></Relationships>
</file>

<file path=ppt/slides/_rels/slide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72.png"/></Relationships>
</file>

<file path=ppt/slides/_rels/slide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8.xml"/><Relationship Id="rId1" Type="http://schemas.openxmlformats.org/officeDocument/2006/relationships/slideLayout" Target="../slideLayouts/slideLayout5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58.png"/><Relationship Id="rId3" Type="http://schemas.openxmlformats.org/officeDocument/2006/relationships/image" Target="../media/image52.png"/><Relationship Id="rId7" Type="http://schemas.openxmlformats.org/officeDocument/2006/relationships/image" Target="../media/image76.png"/><Relationship Id="rId12" Type="http://schemas.openxmlformats.org/officeDocument/2006/relationships/image" Target="../media/image57.png"/><Relationship Id="rId17" Type="http://schemas.openxmlformats.org/officeDocument/2006/relationships/image" Target="../media/image81.png"/><Relationship Id="rId2" Type="http://schemas.openxmlformats.org/officeDocument/2006/relationships/notesSlide" Target="../notesSlides/notesSlide9.xml"/><Relationship Id="rId16" Type="http://schemas.openxmlformats.org/officeDocument/2006/relationships/image" Target="../media/image60.png"/><Relationship Id="rId1" Type="http://schemas.openxmlformats.org/officeDocument/2006/relationships/slideLayout" Target="../slideLayouts/slideLayout55.xml"/><Relationship Id="rId6" Type="http://schemas.openxmlformats.org/officeDocument/2006/relationships/image" Target="../media/image55.png"/><Relationship Id="rId11" Type="http://schemas.openxmlformats.org/officeDocument/2006/relationships/image" Target="../media/image56.png"/><Relationship Id="rId5" Type="http://schemas.openxmlformats.org/officeDocument/2006/relationships/image" Target="../media/image54.png"/><Relationship Id="rId15" Type="http://schemas.openxmlformats.org/officeDocument/2006/relationships/image" Target="../media/image59.png"/><Relationship Id="rId10" Type="http://schemas.openxmlformats.org/officeDocument/2006/relationships/image" Target="../media/image79.png"/><Relationship Id="rId4" Type="http://schemas.openxmlformats.org/officeDocument/2006/relationships/image" Target="../media/image53.png"/><Relationship Id="rId9" Type="http://schemas.openxmlformats.org/officeDocument/2006/relationships/image" Target="../media/image78.png"/><Relationship Id="rId14"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57.xml"/><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Google Shape;1091;p59">
            <a:extLst>
              <a:ext uri="{FF2B5EF4-FFF2-40B4-BE49-F238E27FC236}">
                <a16:creationId xmlns:a16="http://schemas.microsoft.com/office/drawing/2014/main" id="{A0BC2D4C-9AC6-2A13-303B-EE2FAF4FA40A}"/>
              </a:ext>
            </a:extLst>
          </p:cNvPr>
          <p:cNvSpPr txBox="1"/>
          <p:nvPr/>
        </p:nvSpPr>
        <p:spPr>
          <a:xfrm>
            <a:off x="4953000" y="6248400"/>
            <a:ext cx="4271200" cy="413790"/>
          </a:xfrm>
          <a:prstGeom prst="rect">
            <a:avLst/>
          </a:prstGeom>
          <a:noFill/>
          <a:ln>
            <a:noFill/>
          </a:ln>
        </p:spPr>
        <p:txBody>
          <a:bodyPr spcFirstLastPara="1" wrap="square" lIns="0" tIns="0" rIns="0" bIns="0" anchor="t" anchorCtr="0">
            <a:noAutofit/>
          </a:bodyPr>
          <a:lstStyle/>
          <a:p>
            <a:pPr>
              <a:lnSpc>
                <a:spcPct val="115000"/>
              </a:lnSpc>
              <a:spcAft>
                <a:spcPts val="1920"/>
              </a:spcAft>
            </a:pPr>
            <a:r>
              <a:rPr lang="en" sz="1600" b="1" dirty="0">
                <a:latin typeface="IBM Plex Sans"/>
                <a:ea typeface="IBM Plex Sans"/>
                <a:cs typeface="IBM Plex Sans"/>
                <a:sym typeface="IBM Plex Sans"/>
              </a:rPr>
              <a:t>Orchestrate. Automate. Transform.</a:t>
            </a:r>
            <a:endParaRPr sz="1600" b="1" dirty="0">
              <a:latin typeface="IBM Plex Sans"/>
              <a:ea typeface="IBM Plex Sans"/>
              <a:cs typeface="IBM Plex Sans"/>
              <a:sym typeface="IBM Plex Sans"/>
            </a:endParaRPr>
          </a:p>
        </p:txBody>
      </p:sp>
      <p:grpSp>
        <p:nvGrpSpPr>
          <p:cNvPr id="15" name="Google Shape;1092;p59">
            <a:extLst>
              <a:ext uri="{FF2B5EF4-FFF2-40B4-BE49-F238E27FC236}">
                <a16:creationId xmlns:a16="http://schemas.microsoft.com/office/drawing/2014/main" id="{923E222D-F58A-C136-5B50-43F6489022D3}"/>
              </a:ext>
            </a:extLst>
          </p:cNvPr>
          <p:cNvGrpSpPr/>
          <p:nvPr/>
        </p:nvGrpSpPr>
        <p:grpSpPr>
          <a:xfrm>
            <a:off x="4982307" y="1930204"/>
            <a:ext cx="3278252" cy="1370604"/>
            <a:chOff x="1206131" y="3692702"/>
            <a:chExt cx="2465083" cy="844525"/>
          </a:xfrm>
          <a:solidFill>
            <a:schemeClr val="tx1"/>
          </a:solidFill>
        </p:grpSpPr>
        <p:sp>
          <p:nvSpPr>
            <p:cNvPr id="16" name="Google Shape;1093;p59">
              <a:extLst>
                <a:ext uri="{FF2B5EF4-FFF2-40B4-BE49-F238E27FC236}">
                  <a16:creationId xmlns:a16="http://schemas.microsoft.com/office/drawing/2014/main" id="{68BDDDB4-8413-4CF5-DBCC-8506C959B812}"/>
                </a:ext>
              </a:extLst>
            </p:cNvPr>
            <p:cNvSpPr/>
            <p:nvPr/>
          </p:nvSpPr>
          <p:spPr>
            <a:xfrm>
              <a:off x="1206131" y="3692702"/>
              <a:ext cx="1062355" cy="601979"/>
            </a:xfrm>
            <a:custGeom>
              <a:avLst/>
              <a:gdLst/>
              <a:ahLst/>
              <a:cxnLst/>
              <a:rect l="l" t="t" r="r" b="b"/>
              <a:pathLst>
                <a:path w="1062355" h="601979" extrusionOk="0">
                  <a:moveTo>
                    <a:pt x="275983" y="148069"/>
                  </a:moveTo>
                  <a:lnTo>
                    <a:pt x="270408" y="96532"/>
                  </a:lnTo>
                  <a:lnTo>
                    <a:pt x="253695" y="55308"/>
                  </a:lnTo>
                  <a:lnTo>
                    <a:pt x="225983" y="25044"/>
                  </a:lnTo>
                  <a:lnTo>
                    <a:pt x="187452" y="6400"/>
                  </a:lnTo>
                  <a:lnTo>
                    <a:pt x="138252" y="0"/>
                  </a:lnTo>
                  <a:lnTo>
                    <a:pt x="89052" y="6311"/>
                  </a:lnTo>
                  <a:lnTo>
                    <a:pt x="50495" y="24904"/>
                  </a:lnTo>
                  <a:lnTo>
                    <a:pt x="22733" y="55105"/>
                  </a:lnTo>
                  <a:lnTo>
                    <a:pt x="5943" y="96304"/>
                  </a:lnTo>
                  <a:lnTo>
                    <a:pt x="266" y="147840"/>
                  </a:lnTo>
                  <a:lnTo>
                    <a:pt x="0" y="453821"/>
                  </a:lnTo>
                  <a:lnTo>
                    <a:pt x="5588" y="505371"/>
                  </a:lnTo>
                  <a:lnTo>
                    <a:pt x="22313" y="546595"/>
                  </a:lnTo>
                  <a:lnTo>
                    <a:pt x="50025" y="576846"/>
                  </a:lnTo>
                  <a:lnTo>
                    <a:pt x="88557" y="595490"/>
                  </a:lnTo>
                  <a:lnTo>
                    <a:pt x="137744" y="601878"/>
                  </a:lnTo>
                  <a:lnTo>
                    <a:pt x="186956" y="595579"/>
                  </a:lnTo>
                  <a:lnTo>
                    <a:pt x="225513" y="576999"/>
                  </a:lnTo>
                  <a:lnTo>
                    <a:pt x="253276" y="546785"/>
                  </a:lnTo>
                  <a:lnTo>
                    <a:pt x="270065" y="505587"/>
                  </a:lnTo>
                  <a:lnTo>
                    <a:pt x="275729" y="454050"/>
                  </a:lnTo>
                  <a:lnTo>
                    <a:pt x="275793" y="375881"/>
                  </a:lnTo>
                  <a:lnTo>
                    <a:pt x="188366" y="375805"/>
                  </a:lnTo>
                  <a:lnTo>
                    <a:pt x="188302" y="459867"/>
                  </a:lnTo>
                  <a:lnTo>
                    <a:pt x="184937" y="486524"/>
                  </a:lnTo>
                  <a:lnTo>
                    <a:pt x="175348" y="504190"/>
                  </a:lnTo>
                  <a:lnTo>
                    <a:pt x="160248" y="513981"/>
                  </a:lnTo>
                  <a:lnTo>
                    <a:pt x="140335" y="516978"/>
                  </a:lnTo>
                  <a:lnTo>
                    <a:pt x="120446" y="513943"/>
                  </a:lnTo>
                  <a:lnTo>
                    <a:pt x="105371" y="504139"/>
                  </a:lnTo>
                  <a:lnTo>
                    <a:pt x="95808" y="486448"/>
                  </a:lnTo>
                  <a:lnTo>
                    <a:pt x="92468" y="459778"/>
                  </a:lnTo>
                  <a:lnTo>
                    <a:pt x="92748" y="142036"/>
                  </a:lnTo>
                  <a:lnTo>
                    <a:pt x="96126" y="115239"/>
                  </a:lnTo>
                  <a:lnTo>
                    <a:pt x="105714" y="97282"/>
                  </a:lnTo>
                  <a:lnTo>
                    <a:pt x="120815" y="87210"/>
                  </a:lnTo>
                  <a:lnTo>
                    <a:pt x="140703" y="84074"/>
                  </a:lnTo>
                  <a:lnTo>
                    <a:pt x="160604" y="87236"/>
                  </a:lnTo>
                  <a:lnTo>
                    <a:pt x="175691" y="97332"/>
                  </a:lnTo>
                  <a:lnTo>
                    <a:pt x="185254" y="115316"/>
                  </a:lnTo>
                  <a:lnTo>
                    <a:pt x="188569" y="142113"/>
                  </a:lnTo>
                  <a:lnTo>
                    <a:pt x="188518" y="205155"/>
                  </a:lnTo>
                  <a:lnTo>
                    <a:pt x="275932" y="205232"/>
                  </a:lnTo>
                  <a:lnTo>
                    <a:pt x="275983" y="148069"/>
                  </a:lnTo>
                  <a:close/>
                </a:path>
                <a:path w="1062355" h="601979" extrusionOk="0">
                  <a:moveTo>
                    <a:pt x="631177" y="595579"/>
                  </a:moveTo>
                  <a:lnTo>
                    <a:pt x="614159" y="488632"/>
                  </a:lnTo>
                  <a:lnTo>
                    <a:pt x="601459" y="408851"/>
                  </a:lnTo>
                  <a:lnTo>
                    <a:pt x="554101" y="111239"/>
                  </a:lnTo>
                  <a:lnTo>
                    <a:pt x="537527" y="7073"/>
                  </a:lnTo>
                  <a:lnTo>
                    <a:pt x="509447" y="7061"/>
                  </a:lnTo>
                  <a:lnTo>
                    <a:pt x="509447" y="408851"/>
                  </a:lnTo>
                  <a:lnTo>
                    <a:pt x="420344" y="408774"/>
                  </a:lnTo>
                  <a:lnTo>
                    <a:pt x="465150" y="111239"/>
                  </a:lnTo>
                  <a:lnTo>
                    <a:pt x="509447" y="408851"/>
                  </a:lnTo>
                  <a:lnTo>
                    <a:pt x="509447" y="7061"/>
                  </a:lnTo>
                  <a:lnTo>
                    <a:pt x="402183" y="6959"/>
                  </a:lnTo>
                  <a:lnTo>
                    <a:pt x="307543" y="595299"/>
                  </a:lnTo>
                  <a:lnTo>
                    <a:pt x="392442" y="595376"/>
                  </a:lnTo>
                  <a:lnTo>
                    <a:pt x="408508" y="488632"/>
                  </a:lnTo>
                  <a:lnTo>
                    <a:pt x="521995" y="488721"/>
                  </a:lnTo>
                  <a:lnTo>
                    <a:pt x="537870" y="595503"/>
                  </a:lnTo>
                  <a:lnTo>
                    <a:pt x="631177" y="595579"/>
                  </a:lnTo>
                  <a:close/>
                </a:path>
                <a:path w="1062355" h="601979" extrusionOk="0">
                  <a:moveTo>
                    <a:pt x="1062062" y="7518"/>
                  </a:moveTo>
                  <a:lnTo>
                    <a:pt x="933450" y="7404"/>
                  </a:lnTo>
                  <a:lnTo>
                    <a:pt x="870051" y="425132"/>
                  </a:lnTo>
                  <a:lnTo>
                    <a:pt x="802322" y="7289"/>
                  </a:lnTo>
                  <a:lnTo>
                    <a:pt x="673709" y="7188"/>
                  </a:lnTo>
                  <a:lnTo>
                    <a:pt x="673201" y="595617"/>
                  </a:lnTo>
                  <a:lnTo>
                    <a:pt x="753910" y="595680"/>
                  </a:lnTo>
                  <a:lnTo>
                    <a:pt x="754253" y="179578"/>
                  </a:lnTo>
                  <a:lnTo>
                    <a:pt x="822833" y="595744"/>
                  </a:lnTo>
                  <a:lnTo>
                    <a:pt x="910259" y="595807"/>
                  </a:lnTo>
                  <a:lnTo>
                    <a:pt x="974496" y="173875"/>
                  </a:lnTo>
                  <a:lnTo>
                    <a:pt x="974140" y="595871"/>
                  </a:lnTo>
                  <a:lnTo>
                    <a:pt x="1061567" y="595947"/>
                  </a:lnTo>
                  <a:lnTo>
                    <a:pt x="1062062" y="7518"/>
                  </a:lnTo>
                  <a:close/>
                </a:path>
              </a:pathLst>
            </a:custGeom>
            <a:grpFill/>
            <a:ln>
              <a:noFill/>
            </a:ln>
          </p:spPr>
          <p:txBody>
            <a:bodyPr spcFirstLastPara="1" wrap="square" lIns="0" tIns="0" rIns="0" bIns="0" anchor="t" anchorCtr="0">
              <a:noAutofit/>
            </a:bodyPr>
            <a:lstStyle/>
            <a:p>
              <a:endParaRPr sz="8800" dirty="0"/>
            </a:p>
          </p:txBody>
        </p:sp>
        <p:sp>
          <p:nvSpPr>
            <p:cNvPr id="17" name="Google Shape;1094;p59">
              <a:extLst>
                <a:ext uri="{FF2B5EF4-FFF2-40B4-BE49-F238E27FC236}">
                  <a16:creationId xmlns:a16="http://schemas.microsoft.com/office/drawing/2014/main" id="{521A58C0-1193-6646-4D5F-FE9D561C0625}"/>
                </a:ext>
              </a:extLst>
            </p:cNvPr>
            <p:cNvSpPr/>
            <p:nvPr/>
          </p:nvSpPr>
          <p:spPr>
            <a:xfrm>
              <a:off x="2330855" y="3700264"/>
              <a:ext cx="276225" cy="596264"/>
            </a:xfrm>
            <a:custGeom>
              <a:avLst/>
              <a:gdLst/>
              <a:ahLst/>
              <a:cxnLst/>
              <a:rect l="l" t="t" r="r" b="b"/>
              <a:pathLst>
                <a:path w="276225" h="596264" extrusionOk="0">
                  <a:moveTo>
                    <a:pt x="92849" y="76"/>
                  </a:moveTo>
                  <a:lnTo>
                    <a:pt x="393" y="0"/>
                  </a:lnTo>
                  <a:lnTo>
                    <a:pt x="0" y="448043"/>
                  </a:lnTo>
                  <a:lnTo>
                    <a:pt x="5580" y="499591"/>
                  </a:lnTo>
                  <a:lnTo>
                    <a:pt x="22304" y="540817"/>
                  </a:lnTo>
                  <a:lnTo>
                    <a:pt x="50014" y="571076"/>
                  </a:lnTo>
                  <a:lnTo>
                    <a:pt x="88547" y="589723"/>
                  </a:lnTo>
                  <a:lnTo>
                    <a:pt x="137744" y="596112"/>
                  </a:lnTo>
                  <a:lnTo>
                    <a:pt x="186945" y="589805"/>
                  </a:lnTo>
                  <a:lnTo>
                    <a:pt x="225506" y="571223"/>
                  </a:lnTo>
                  <a:lnTo>
                    <a:pt x="253264" y="541012"/>
                  </a:lnTo>
                  <a:lnTo>
                    <a:pt x="270059" y="499817"/>
                  </a:lnTo>
                  <a:lnTo>
                    <a:pt x="275729" y="448284"/>
                  </a:lnTo>
                  <a:lnTo>
                    <a:pt x="276110" y="241"/>
                  </a:lnTo>
                  <a:lnTo>
                    <a:pt x="188683" y="165"/>
                  </a:lnTo>
                  <a:lnTo>
                    <a:pt x="188290" y="454088"/>
                  </a:lnTo>
                  <a:lnTo>
                    <a:pt x="184924" y="480752"/>
                  </a:lnTo>
                  <a:lnTo>
                    <a:pt x="175337" y="498424"/>
                  </a:lnTo>
                  <a:lnTo>
                    <a:pt x="160238" y="508209"/>
                  </a:lnTo>
                  <a:lnTo>
                    <a:pt x="140335" y="511213"/>
                  </a:lnTo>
                  <a:lnTo>
                    <a:pt x="120436" y="508174"/>
                  </a:lnTo>
                  <a:lnTo>
                    <a:pt x="105352" y="498362"/>
                  </a:lnTo>
                  <a:lnTo>
                    <a:pt x="95793" y="480675"/>
                  </a:lnTo>
                  <a:lnTo>
                    <a:pt x="92468" y="454012"/>
                  </a:lnTo>
                  <a:lnTo>
                    <a:pt x="92849" y="76"/>
                  </a:lnTo>
                  <a:close/>
                </a:path>
              </a:pathLst>
            </a:custGeom>
            <a:grpFill/>
            <a:ln>
              <a:noFill/>
            </a:ln>
          </p:spPr>
          <p:txBody>
            <a:bodyPr spcFirstLastPara="1" wrap="square" lIns="0" tIns="0" rIns="0" bIns="0" anchor="t" anchorCtr="0">
              <a:noAutofit/>
            </a:bodyPr>
            <a:lstStyle/>
            <a:p>
              <a:endParaRPr sz="8800"/>
            </a:p>
          </p:txBody>
        </p:sp>
        <p:sp>
          <p:nvSpPr>
            <p:cNvPr id="18" name="Google Shape;1095;p59">
              <a:extLst>
                <a:ext uri="{FF2B5EF4-FFF2-40B4-BE49-F238E27FC236}">
                  <a16:creationId xmlns:a16="http://schemas.microsoft.com/office/drawing/2014/main" id="{324BAA06-36AA-8519-1DD2-D526E0070FE6}"/>
                </a:ext>
              </a:extLst>
            </p:cNvPr>
            <p:cNvSpPr/>
            <p:nvPr/>
          </p:nvSpPr>
          <p:spPr>
            <a:xfrm>
              <a:off x="2668656" y="3700559"/>
              <a:ext cx="294005" cy="589279"/>
            </a:xfrm>
            <a:custGeom>
              <a:avLst/>
              <a:gdLst/>
              <a:ahLst/>
              <a:cxnLst/>
              <a:rect l="l" t="t" r="r" b="b"/>
              <a:pathLst>
                <a:path w="294005" h="589279" extrusionOk="0">
                  <a:moveTo>
                    <a:pt x="116509" y="101"/>
                  </a:moveTo>
                  <a:lnTo>
                    <a:pt x="507" y="0"/>
                  </a:lnTo>
                  <a:lnTo>
                    <a:pt x="0" y="588429"/>
                  </a:lnTo>
                  <a:lnTo>
                    <a:pt x="83235" y="588492"/>
                  </a:lnTo>
                  <a:lnTo>
                    <a:pt x="83591" y="162305"/>
                  </a:lnTo>
                  <a:lnTo>
                    <a:pt x="198386" y="588594"/>
                  </a:lnTo>
                  <a:lnTo>
                    <a:pt x="293382" y="588670"/>
                  </a:lnTo>
                  <a:lnTo>
                    <a:pt x="293877" y="241"/>
                  </a:lnTo>
                  <a:lnTo>
                    <a:pt x="211493" y="177"/>
                  </a:lnTo>
                  <a:lnTo>
                    <a:pt x="211200" y="352386"/>
                  </a:lnTo>
                  <a:lnTo>
                    <a:pt x="116509" y="101"/>
                  </a:lnTo>
                  <a:close/>
                </a:path>
              </a:pathLst>
            </a:custGeom>
            <a:grpFill/>
            <a:ln>
              <a:noFill/>
            </a:ln>
          </p:spPr>
          <p:txBody>
            <a:bodyPr spcFirstLastPara="1" wrap="square" lIns="0" tIns="0" rIns="0" bIns="0" anchor="t" anchorCtr="0">
              <a:noAutofit/>
            </a:bodyPr>
            <a:lstStyle/>
            <a:p>
              <a:endParaRPr sz="8800" dirty="0"/>
            </a:p>
          </p:txBody>
        </p:sp>
        <p:sp>
          <p:nvSpPr>
            <p:cNvPr id="19" name="Google Shape;1096;p59">
              <a:extLst>
                <a:ext uri="{FF2B5EF4-FFF2-40B4-BE49-F238E27FC236}">
                  <a16:creationId xmlns:a16="http://schemas.microsoft.com/office/drawing/2014/main" id="{EFC60F79-82F6-B1C9-C18D-CF0281AC3DB0}"/>
                </a:ext>
              </a:extLst>
            </p:cNvPr>
            <p:cNvSpPr/>
            <p:nvPr/>
          </p:nvSpPr>
          <p:spPr>
            <a:xfrm>
              <a:off x="3028429" y="3700868"/>
              <a:ext cx="642620" cy="589279"/>
            </a:xfrm>
            <a:custGeom>
              <a:avLst/>
              <a:gdLst/>
              <a:ahLst/>
              <a:cxnLst/>
              <a:rect l="l" t="t" r="r" b="b"/>
              <a:pathLst>
                <a:path w="642620" h="589279" extrusionOk="0">
                  <a:moveTo>
                    <a:pt x="284492" y="145669"/>
                  </a:moveTo>
                  <a:lnTo>
                    <a:pt x="279082" y="94386"/>
                  </a:lnTo>
                  <a:lnTo>
                    <a:pt x="262674" y="53784"/>
                  </a:lnTo>
                  <a:lnTo>
                    <a:pt x="235216" y="24282"/>
                  </a:lnTo>
                  <a:lnTo>
                    <a:pt x="196608" y="6261"/>
                  </a:lnTo>
                  <a:lnTo>
                    <a:pt x="192024" y="5702"/>
                  </a:lnTo>
                  <a:lnTo>
                    <a:pt x="192024" y="141376"/>
                  </a:lnTo>
                  <a:lnTo>
                    <a:pt x="191770" y="447370"/>
                  </a:lnTo>
                  <a:lnTo>
                    <a:pt x="188531" y="474027"/>
                  </a:lnTo>
                  <a:lnTo>
                    <a:pt x="179235" y="491693"/>
                  </a:lnTo>
                  <a:lnTo>
                    <a:pt x="164426" y="501484"/>
                  </a:lnTo>
                  <a:lnTo>
                    <a:pt x="144653" y="504482"/>
                  </a:lnTo>
                  <a:lnTo>
                    <a:pt x="92532" y="504444"/>
                  </a:lnTo>
                  <a:lnTo>
                    <a:pt x="92887" y="84137"/>
                  </a:lnTo>
                  <a:lnTo>
                    <a:pt x="145008" y="84188"/>
                  </a:lnTo>
                  <a:lnTo>
                    <a:pt x="164782" y="87223"/>
                  </a:lnTo>
                  <a:lnTo>
                    <a:pt x="179565" y="97028"/>
                  </a:lnTo>
                  <a:lnTo>
                    <a:pt x="188836" y="114719"/>
                  </a:lnTo>
                  <a:lnTo>
                    <a:pt x="192024" y="141376"/>
                  </a:lnTo>
                  <a:lnTo>
                    <a:pt x="192024" y="5702"/>
                  </a:lnTo>
                  <a:lnTo>
                    <a:pt x="146761" y="127"/>
                  </a:lnTo>
                  <a:lnTo>
                    <a:pt x="495" y="0"/>
                  </a:lnTo>
                  <a:lnTo>
                    <a:pt x="0" y="588429"/>
                  </a:lnTo>
                  <a:lnTo>
                    <a:pt x="146265" y="588543"/>
                  </a:lnTo>
                  <a:lnTo>
                    <a:pt x="196113" y="582498"/>
                  </a:lnTo>
                  <a:lnTo>
                    <a:pt x="234759" y="564540"/>
                  </a:lnTo>
                  <a:lnTo>
                    <a:pt x="262267" y="535076"/>
                  </a:lnTo>
                  <a:lnTo>
                    <a:pt x="274688" y="504482"/>
                  </a:lnTo>
                  <a:lnTo>
                    <a:pt x="278739" y="494512"/>
                  </a:lnTo>
                  <a:lnTo>
                    <a:pt x="284238" y="443242"/>
                  </a:lnTo>
                  <a:lnTo>
                    <a:pt x="284492" y="145669"/>
                  </a:lnTo>
                  <a:close/>
                </a:path>
                <a:path w="642620" h="589279" extrusionOk="0">
                  <a:moveTo>
                    <a:pt x="642213" y="588975"/>
                  </a:moveTo>
                  <a:lnTo>
                    <a:pt x="625195" y="482028"/>
                  </a:lnTo>
                  <a:lnTo>
                    <a:pt x="612508" y="402259"/>
                  </a:lnTo>
                  <a:lnTo>
                    <a:pt x="565137" y="104635"/>
                  </a:lnTo>
                  <a:lnTo>
                    <a:pt x="548563" y="469"/>
                  </a:lnTo>
                  <a:lnTo>
                    <a:pt x="520484" y="457"/>
                  </a:lnTo>
                  <a:lnTo>
                    <a:pt x="520484" y="402259"/>
                  </a:lnTo>
                  <a:lnTo>
                    <a:pt x="431380" y="402183"/>
                  </a:lnTo>
                  <a:lnTo>
                    <a:pt x="476186" y="104635"/>
                  </a:lnTo>
                  <a:lnTo>
                    <a:pt x="520484" y="402259"/>
                  </a:lnTo>
                  <a:lnTo>
                    <a:pt x="520484" y="457"/>
                  </a:lnTo>
                  <a:lnTo>
                    <a:pt x="413219" y="355"/>
                  </a:lnTo>
                  <a:lnTo>
                    <a:pt x="318579" y="588695"/>
                  </a:lnTo>
                  <a:lnTo>
                    <a:pt x="403479" y="588772"/>
                  </a:lnTo>
                  <a:lnTo>
                    <a:pt x="419544" y="482028"/>
                  </a:lnTo>
                  <a:lnTo>
                    <a:pt x="533019" y="482117"/>
                  </a:lnTo>
                  <a:lnTo>
                    <a:pt x="548906" y="588899"/>
                  </a:lnTo>
                  <a:lnTo>
                    <a:pt x="642213" y="588975"/>
                  </a:lnTo>
                  <a:close/>
                </a:path>
              </a:pathLst>
            </a:custGeom>
            <a:grpFill/>
            <a:ln>
              <a:noFill/>
            </a:ln>
          </p:spPr>
          <p:txBody>
            <a:bodyPr spcFirstLastPara="1" wrap="square" lIns="0" tIns="0" rIns="0" bIns="0" anchor="t" anchorCtr="0">
              <a:noAutofit/>
            </a:bodyPr>
            <a:lstStyle/>
            <a:p>
              <a:endParaRPr sz="8800"/>
            </a:p>
          </p:txBody>
        </p:sp>
        <p:sp>
          <p:nvSpPr>
            <p:cNvPr id="20" name="Google Shape;1097;p59">
              <a:extLst>
                <a:ext uri="{FF2B5EF4-FFF2-40B4-BE49-F238E27FC236}">
                  <a16:creationId xmlns:a16="http://schemas.microsoft.com/office/drawing/2014/main" id="{B3D55646-727B-EB03-0905-29B422EAE1CF}"/>
                </a:ext>
              </a:extLst>
            </p:cNvPr>
            <p:cNvSpPr/>
            <p:nvPr/>
          </p:nvSpPr>
          <p:spPr>
            <a:xfrm>
              <a:off x="1206144" y="4381017"/>
              <a:ext cx="2465070" cy="156210"/>
            </a:xfrm>
            <a:custGeom>
              <a:avLst/>
              <a:gdLst/>
              <a:ahLst/>
              <a:cxnLst/>
              <a:rect l="l" t="t" r="r" b="b"/>
              <a:pathLst>
                <a:path w="2465070" h="156210" extrusionOk="0">
                  <a:moveTo>
                    <a:pt x="2464511" y="0"/>
                  </a:moveTo>
                  <a:lnTo>
                    <a:pt x="0" y="0"/>
                  </a:lnTo>
                  <a:lnTo>
                    <a:pt x="0" y="155879"/>
                  </a:lnTo>
                  <a:lnTo>
                    <a:pt x="2464511" y="155879"/>
                  </a:lnTo>
                  <a:lnTo>
                    <a:pt x="2464511" y="0"/>
                  </a:lnTo>
                  <a:close/>
                </a:path>
              </a:pathLst>
            </a:custGeom>
            <a:grpFill/>
            <a:ln>
              <a:noFill/>
            </a:ln>
          </p:spPr>
          <p:txBody>
            <a:bodyPr spcFirstLastPara="1" wrap="square" lIns="0" tIns="0" rIns="0" bIns="0" anchor="t" anchorCtr="0">
              <a:noAutofit/>
            </a:bodyPr>
            <a:lstStyle/>
            <a:p>
              <a:endParaRPr sz="8800"/>
            </a:p>
          </p:txBody>
        </p:sp>
      </p:grpSp>
      <p:sp>
        <p:nvSpPr>
          <p:cNvPr id="21" name="Google Shape;1090;p59">
            <a:extLst>
              <a:ext uri="{FF2B5EF4-FFF2-40B4-BE49-F238E27FC236}">
                <a16:creationId xmlns:a16="http://schemas.microsoft.com/office/drawing/2014/main" id="{A79819A5-D54C-0FA5-3C31-4B48A33A250C}"/>
              </a:ext>
            </a:extLst>
          </p:cNvPr>
          <p:cNvSpPr txBox="1"/>
          <p:nvPr/>
        </p:nvSpPr>
        <p:spPr>
          <a:xfrm>
            <a:off x="4953000" y="3455460"/>
            <a:ext cx="4271200" cy="2792940"/>
          </a:xfrm>
          <a:prstGeom prst="rect">
            <a:avLst/>
          </a:prstGeom>
          <a:noFill/>
          <a:ln>
            <a:noFill/>
          </a:ln>
        </p:spPr>
        <p:txBody>
          <a:bodyPr spcFirstLastPara="1" wrap="square" lIns="0" tIns="0" rIns="0" bIns="0" anchor="t" anchorCtr="0">
            <a:noAutofit/>
          </a:bodyPr>
          <a:lstStyle/>
          <a:p>
            <a:r>
              <a:rPr lang="en" sz="4480" b="1" dirty="0">
                <a:solidFill>
                  <a:srgbClr val="F6D33C"/>
                </a:solidFill>
                <a:latin typeface="IBM Plex Sans"/>
                <a:ea typeface="IBM Plex Sans"/>
                <a:cs typeface="IBM Plex Sans"/>
                <a:sym typeface="IBM Plex Sans"/>
              </a:rPr>
              <a:t>The </a:t>
            </a:r>
          </a:p>
          <a:p>
            <a:r>
              <a:rPr lang="en" sz="4480" b="1" dirty="0">
                <a:solidFill>
                  <a:srgbClr val="F6D33C"/>
                </a:solidFill>
                <a:latin typeface="IBM Plex Sans"/>
                <a:ea typeface="IBM Plex Sans"/>
                <a:cs typeface="IBM Plex Sans"/>
                <a:sym typeface="IBM Plex Sans"/>
              </a:rPr>
              <a:t>Universal </a:t>
            </a:r>
          </a:p>
          <a:p>
            <a:r>
              <a:rPr lang="en" sz="4480" b="1" dirty="0">
                <a:solidFill>
                  <a:srgbClr val="F6D33C"/>
                </a:solidFill>
                <a:latin typeface="IBM Plex Sans"/>
                <a:ea typeface="IBM Plex Sans"/>
                <a:cs typeface="IBM Plex Sans"/>
                <a:sym typeface="IBM Plex Sans"/>
              </a:rPr>
              <a:t>Process </a:t>
            </a:r>
          </a:p>
          <a:p>
            <a:r>
              <a:rPr lang="en" sz="4480" b="1" dirty="0">
                <a:solidFill>
                  <a:srgbClr val="F6D33C"/>
                </a:solidFill>
                <a:latin typeface="IBM Plex Sans"/>
                <a:ea typeface="IBM Plex Sans"/>
                <a:cs typeface="IBM Plex Sans"/>
                <a:sym typeface="IBM Plex Sans"/>
              </a:rPr>
              <a:t>Orchestrator</a:t>
            </a:r>
            <a:endParaRPr sz="4480" dirty="0">
              <a:solidFill>
                <a:srgbClr val="F6D33C"/>
              </a:solidFill>
              <a:latin typeface="IBM Plex Sans Light"/>
              <a:ea typeface="IBM Plex Sans Light"/>
              <a:cs typeface="IBM Plex Sans Light"/>
              <a:sym typeface="IBM Plex Sans Light"/>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205" name="Google Shape;1205;p6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p>
            <a:fld id="{00000000-1234-1234-1234-123412341234}" type="slidenum">
              <a:rPr lang="en" sz="1280"/>
              <a:pPr/>
              <a:t>2</a:t>
            </a:fld>
            <a:endParaRPr sz="1280"/>
          </a:p>
        </p:txBody>
      </p:sp>
      <p:sp>
        <p:nvSpPr>
          <p:cNvPr id="2" name="Google Shape;1745;p75">
            <a:extLst>
              <a:ext uri="{FF2B5EF4-FFF2-40B4-BE49-F238E27FC236}">
                <a16:creationId xmlns:a16="http://schemas.microsoft.com/office/drawing/2014/main" id="{1024C71B-FA9D-E497-11A1-094C2A8061B6}"/>
              </a:ext>
            </a:extLst>
          </p:cNvPr>
          <p:cNvSpPr/>
          <p:nvPr/>
        </p:nvSpPr>
        <p:spPr>
          <a:xfrm>
            <a:off x="1676400" y="6700102"/>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dirty="0"/>
          </a:p>
        </p:txBody>
      </p:sp>
      <p:sp>
        <p:nvSpPr>
          <p:cNvPr id="3" name="Google Shape;1746;p75">
            <a:extLst>
              <a:ext uri="{FF2B5EF4-FFF2-40B4-BE49-F238E27FC236}">
                <a16:creationId xmlns:a16="http://schemas.microsoft.com/office/drawing/2014/main" id="{6AF2E104-58EF-8364-1BAA-47D74B56CF87}"/>
              </a:ext>
            </a:extLst>
          </p:cNvPr>
          <p:cNvSpPr/>
          <p:nvPr/>
        </p:nvSpPr>
        <p:spPr>
          <a:xfrm>
            <a:off x="1676400" y="4796428"/>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4" name="Google Shape;1747;p75">
            <a:extLst>
              <a:ext uri="{FF2B5EF4-FFF2-40B4-BE49-F238E27FC236}">
                <a16:creationId xmlns:a16="http://schemas.microsoft.com/office/drawing/2014/main" id="{A5CFEB39-CFEC-C1CB-3871-F2976ABEF3B7}"/>
              </a:ext>
            </a:extLst>
          </p:cNvPr>
          <p:cNvSpPr/>
          <p:nvPr/>
        </p:nvSpPr>
        <p:spPr>
          <a:xfrm>
            <a:off x="1676400" y="382645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5" name="Google Shape;1748;p75">
            <a:extLst>
              <a:ext uri="{FF2B5EF4-FFF2-40B4-BE49-F238E27FC236}">
                <a16:creationId xmlns:a16="http://schemas.microsoft.com/office/drawing/2014/main" id="{6E0EB79B-9058-17D6-D49F-A76D5852CA52}"/>
              </a:ext>
            </a:extLst>
          </p:cNvPr>
          <p:cNvSpPr/>
          <p:nvPr/>
        </p:nvSpPr>
        <p:spPr>
          <a:xfrm>
            <a:off x="1666234" y="287418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6" name="Google Shape;1749;p75">
            <a:extLst>
              <a:ext uri="{FF2B5EF4-FFF2-40B4-BE49-F238E27FC236}">
                <a16:creationId xmlns:a16="http://schemas.microsoft.com/office/drawing/2014/main" id="{785EA941-B657-66B0-C1C6-77E102BFA7EA}"/>
              </a:ext>
            </a:extLst>
          </p:cNvPr>
          <p:cNvSpPr/>
          <p:nvPr/>
        </p:nvSpPr>
        <p:spPr>
          <a:xfrm>
            <a:off x="1676400" y="1886518"/>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grpSp>
        <p:nvGrpSpPr>
          <p:cNvPr id="8" name="Google Shape;1751;p75">
            <a:extLst>
              <a:ext uri="{FF2B5EF4-FFF2-40B4-BE49-F238E27FC236}">
                <a16:creationId xmlns:a16="http://schemas.microsoft.com/office/drawing/2014/main" id="{B79C42BC-EEA5-835E-05DB-C52E4DDAB39F}"/>
              </a:ext>
            </a:extLst>
          </p:cNvPr>
          <p:cNvGrpSpPr/>
          <p:nvPr/>
        </p:nvGrpSpPr>
        <p:grpSpPr>
          <a:xfrm>
            <a:off x="1833399" y="4056426"/>
            <a:ext cx="487602" cy="433906"/>
            <a:chOff x="5989150" y="3335800"/>
            <a:chExt cx="432700" cy="385050"/>
          </a:xfrm>
        </p:grpSpPr>
        <p:sp>
          <p:nvSpPr>
            <p:cNvPr id="9" name="Google Shape;1752;p75">
              <a:extLst>
                <a:ext uri="{FF2B5EF4-FFF2-40B4-BE49-F238E27FC236}">
                  <a16:creationId xmlns:a16="http://schemas.microsoft.com/office/drawing/2014/main" id="{B0CBD81E-81F8-825F-A8DC-3AC64A62EC4D}"/>
                </a:ext>
              </a:extLst>
            </p:cNvPr>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0" name="Google Shape;1753;p75">
              <a:extLst>
                <a:ext uri="{FF2B5EF4-FFF2-40B4-BE49-F238E27FC236}">
                  <a16:creationId xmlns:a16="http://schemas.microsoft.com/office/drawing/2014/main" id="{01EEC8D7-49B9-7F27-5C64-829CE48CB50B}"/>
                </a:ext>
              </a:extLst>
            </p:cNvPr>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1" name="Google Shape;1754;p75">
              <a:extLst>
                <a:ext uri="{FF2B5EF4-FFF2-40B4-BE49-F238E27FC236}">
                  <a16:creationId xmlns:a16="http://schemas.microsoft.com/office/drawing/2014/main" id="{62350678-7BAD-0BEF-6CFD-237CEDB7306C}"/>
                </a:ext>
              </a:extLst>
            </p:cNvPr>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2" name="Google Shape;1755;p75">
            <a:extLst>
              <a:ext uri="{FF2B5EF4-FFF2-40B4-BE49-F238E27FC236}">
                <a16:creationId xmlns:a16="http://schemas.microsoft.com/office/drawing/2014/main" id="{0162BA64-B14D-6B21-C612-721A3701624C}"/>
              </a:ext>
            </a:extLst>
          </p:cNvPr>
          <p:cNvGrpSpPr/>
          <p:nvPr/>
        </p:nvGrpSpPr>
        <p:grpSpPr>
          <a:xfrm>
            <a:off x="1824406" y="3016475"/>
            <a:ext cx="485256" cy="483866"/>
            <a:chOff x="2815450" y="3022175"/>
            <a:chExt cx="349125" cy="348125"/>
          </a:xfrm>
        </p:grpSpPr>
        <p:sp>
          <p:nvSpPr>
            <p:cNvPr id="13" name="Google Shape;1756;p75">
              <a:extLst>
                <a:ext uri="{FF2B5EF4-FFF2-40B4-BE49-F238E27FC236}">
                  <a16:creationId xmlns:a16="http://schemas.microsoft.com/office/drawing/2014/main" id="{0FEA06E1-8EA5-EC7E-B2D2-AA15B1852AE0}"/>
                </a:ext>
              </a:extLst>
            </p:cNvPr>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 name="Google Shape;1757;p75">
              <a:extLst>
                <a:ext uri="{FF2B5EF4-FFF2-40B4-BE49-F238E27FC236}">
                  <a16:creationId xmlns:a16="http://schemas.microsoft.com/office/drawing/2014/main" id="{844F4D22-7F35-CAE4-95EA-EB292A7654DC}"/>
                </a:ext>
              </a:extLst>
            </p:cNvPr>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9" name="Google Shape;1767;p75">
            <a:extLst>
              <a:ext uri="{FF2B5EF4-FFF2-40B4-BE49-F238E27FC236}">
                <a16:creationId xmlns:a16="http://schemas.microsoft.com/office/drawing/2014/main" id="{165DD167-3A2A-FEC1-FC9A-74E5F4103335}"/>
              </a:ext>
            </a:extLst>
          </p:cNvPr>
          <p:cNvSpPr txBox="1">
            <a:spLocks/>
          </p:cNvSpPr>
          <p:nvPr/>
        </p:nvSpPr>
        <p:spPr>
          <a:xfrm>
            <a:off x="1676400" y="762000"/>
            <a:ext cx="4117920" cy="902400"/>
          </a:xfrm>
          <a:prstGeom prst="rect">
            <a:avLst/>
          </a:prstGeom>
        </p:spPr>
        <p:txBody>
          <a:bodyPr spcFirstLastPara="1" wrap="square" lIns="0" tIns="0" rIns="0" bIns="0" anchor="b" anchorCtr="0">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spcAft>
                <a:spcPts val="1920"/>
              </a:spcAft>
            </a:pPr>
            <a:r>
              <a:rPr lang="en-IN" sz="4000" dirty="0">
                <a:latin typeface="IBM Plex Sans"/>
                <a:cs typeface="IBM Plex Sans"/>
              </a:rPr>
              <a:t>Content</a:t>
            </a:r>
          </a:p>
        </p:txBody>
      </p:sp>
      <p:sp>
        <p:nvSpPr>
          <p:cNvPr id="20" name="Google Shape;1768;p75">
            <a:extLst>
              <a:ext uri="{FF2B5EF4-FFF2-40B4-BE49-F238E27FC236}">
                <a16:creationId xmlns:a16="http://schemas.microsoft.com/office/drawing/2014/main" id="{FDA55EAD-125E-8824-0A1F-DFE3C45E642A}"/>
              </a:ext>
            </a:extLst>
          </p:cNvPr>
          <p:cNvSpPr txBox="1"/>
          <p:nvPr/>
        </p:nvSpPr>
        <p:spPr>
          <a:xfrm>
            <a:off x="2701269" y="1963238"/>
            <a:ext cx="571716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About </a:t>
            </a:r>
            <a:r>
              <a:rPr lang="en" sz="2880" dirty="0" smtClean="0">
                <a:latin typeface="IBM Plex Sans"/>
                <a:ea typeface="IBM Plex Sans"/>
                <a:cs typeface="IBM Plex Sans"/>
                <a:sym typeface="IBM Plex Sans"/>
              </a:rPr>
              <a:t>SURGE</a:t>
            </a:r>
          </a:p>
        </p:txBody>
      </p:sp>
      <p:sp>
        <p:nvSpPr>
          <p:cNvPr id="22" name="Google Shape;1770;p75">
            <a:extLst>
              <a:ext uri="{FF2B5EF4-FFF2-40B4-BE49-F238E27FC236}">
                <a16:creationId xmlns:a16="http://schemas.microsoft.com/office/drawing/2014/main" id="{CFED3B54-7024-F3E0-7B2B-B1D431D34D78}"/>
              </a:ext>
            </a:extLst>
          </p:cNvPr>
          <p:cNvSpPr txBox="1"/>
          <p:nvPr/>
        </p:nvSpPr>
        <p:spPr>
          <a:xfrm>
            <a:off x="2701269" y="2889015"/>
            <a:ext cx="4321440" cy="738615"/>
          </a:xfrm>
          <a:prstGeom prst="rect">
            <a:avLst/>
          </a:prstGeom>
          <a:noFill/>
          <a:ln>
            <a:noFill/>
          </a:ln>
        </p:spPr>
        <p:txBody>
          <a:bodyPr spcFirstLastPara="1" wrap="square" lIns="146280" tIns="146280" rIns="146280" bIns="146280" anchor="t" anchorCtr="0">
            <a:spAutoFit/>
          </a:bodyPr>
          <a:lstStyle/>
          <a:p>
            <a:r>
              <a:rPr lang="en" sz="2880" dirty="0" smtClean="0">
                <a:latin typeface="IBM Plex Sans"/>
                <a:ea typeface="IBM Plex Sans"/>
                <a:cs typeface="IBM Plex Sans"/>
                <a:sym typeface="IBM Plex Sans"/>
              </a:rPr>
              <a:t>Success Story</a:t>
            </a:r>
            <a:endParaRPr sz="2880" dirty="0">
              <a:latin typeface="IBM Plex Sans"/>
              <a:ea typeface="IBM Plex Sans"/>
              <a:cs typeface="IBM Plex Sans"/>
              <a:sym typeface="IBM Plex Sans"/>
            </a:endParaRPr>
          </a:p>
        </p:txBody>
      </p:sp>
      <p:sp>
        <p:nvSpPr>
          <p:cNvPr id="23" name="Google Shape;1771;p75">
            <a:extLst>
              <a:ext uri="{FF2B5EF4-FFF2-40B4-BE49-F238E27FC236}">
                <a16:creationId xmlns:a16="http://schemas.microsoft.com/office/drawing/2014/main" id="{49D81003-121D-D3EB-D054-3F20B5006966}"/>
              </a:ext>
            </a:extLst>
          </p:cNvPr>
          <p:cNvSpPr txBox="1"/>
          <p:nvPr/>
        </p:nvSpPr>
        <p:spPr>
          <a:xfrm>
            <a:off x="2701269" y="3879832"/>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CaseStudy</a:t>
            </a:r>
            <a:endParaRPr sz="2880" dirty="0">
              <a:latin typeface="IBM Plex Sans"/>
              <a:ea typeface="IBM Plex Sans"/>
              <a:cs typeface="IBM Plex Sans"/>
              <a:sym typeface="IBM Plex Sans"/>
            </a:endParaRPr>
          </a:p>
        </p:txBody>
      </p:sp>
      <p:sp>
        <p:nvSpPr>
          <p:cNvPr id="24" name="Google Shape;1772;p75">
            <a:extLst>
              <a:ext uri="{FF2B5EF4-FFF2-40B4-BE49-F238E27FC236}">
                <a16:creationId xmlns:a16="http://schemas.microsoft.com/office/drawing/2014/main" id="{83F6D123-D741-68CA-0D88-1F30A7D71B8D}"/>
              </a:ext>
            </a:extLst>
          </p:cNvPr>
          <p:cNvSpPr txBox="1"/>
          <p:nvPr/>
        </p:nvSpPr>
        <p:spPr>
          <a:xfrm>
            <a:off x="2701269" y="4789931"/>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Demonstration</a:t>
            </a:r>
            <a:endParaRPr sz="2880" dirty="0">
              <a:latin typeface="IBM Plex Sans"/>
              <a:ea typeface="IBM Plex Sans"/>
              <a:cs typeface="IBM Plex Sans"/>
              <a:sym typeface="IBM Plex Sans"/>
            </a:endParaRPr>
          </a:p>
        </p:txBody>
      </p:sp>
      <p:sp>
        <p:nvSpPr>
          <p:cNvPr id="25" name="Google Shape;1772;p75">
            <a:extLst>
              <a:ext uri="{FF2B5EF4-FFF2-40B4-BE49-F238E27FC236}">
                <a16:creationId xmlns:a16="http://schemas.microsoft.com/office/drawing/2014/main" id="{3FF0D157-7205-3BE5-98AD-CDFA14BAF0C0}"/>
              </a:ext>
            </a:extLst>
          </p:cNvPr>
          <p:cNvSpPr txBox="1"/>
          <p:nvPr/>
        </p:nvSpPr>
        <p:spPr>
          <a:xfrm>
            <a:off x="2701269" y="6763087"/>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Q&amp;A</a:t>
            </a:r>
            <a:endParaRPr sz="2880" dirty="0">
              <a:latin typeface="IBM Plex Sans"/>
              <a:ea typeface="IBM Plex Sans"/>
              <a:cs typeface="IBM Plex Sans"/>
              <a:sym typeface="IBM Plex Sans"/>
            </a:endParaRPr>
          </a:p>
        </p:txBody>
      </p:sp>
      <p:pic>
        <p:nvPicPr>
          <p:cNvPr id="26" name="Google Shape;1001;p52">
            <a:extLst>
              <a:ext uri="{FF2B5EF4-FFF2-40B4-BE49-F238E27FC236}">
                <a16:creationId xmlns:a16="http://schemas.microsoft.com/office/drawing/2014/main" id="{23A29605-9EF1-EEC4-A10B-BDF6B227A462}"/>
              </a:ext>
            </a:extLst>
          </p:cNvPr>
          <p:cNvPicPr preferRelativeResize="0"/>
          <p:nvPr/>
        </p:nvPicPr>
        <p:blipFill>
          <a:blip r:embed="rId3">
            <a:alphaModFix/>
          </a:blip>
          <a:stretch>
            <a:fillRect/>
          </a:stretch>
        </p:blipFill>
        <p:spPr>
          <a:xfrm>
            <a:off x="1609917" y="1971348"/>
            <a:ext cx="934566" cy="645781"/>
          </a:xfrm>
          <a:prstGeom prst="rect">
            <a:avLst/>
          </a:prstGeom>
          <a:noFill/>
          <a:ln>
            <a:noFill/>
          </a:ln>
        </p:spPr>
      </p:pic>
      <p:pic>
        <p:nvPicPr>
          <p:cNvPr id="1184" name="Picture 1183" descr="Icon&#10;&#10;Description automatically generated">
            <a:extLst>
              <a:ext uri="{FF2B5EF4-FFF2-40B4-BE49-F238E27FC236}">
                <a16:creationId xmlns:a16="http://schemas.microsoft.com/office/drawing/2014/main" id="{AB1D4877-E437-91B6-9080-00F996534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7075" y="4927164"/>
            <a:ext cx="568865" cy="568865"/>
          </a:xfrm>
          <a:prstGeom prst="rect">
            <a:avLst/>
          </a:prstGeom>
        </p:spPr>
      </p:pic>
      <p:grpSp>
        <p:nvGrpSpPr>
          <p:cNvPr id="1185" name="Google Shape;1737;p75">
            <a:extLst>
              <a:ext uri="{FF2B5EF4-FFF2-40B4-BE49-F238E27FC236}">
                <a16:creationId xmlns:a16="http://schemas.microsoft.com/office/drawing/2014/main" id="{F3B3BF7D-0563-6445-7790-690BB5B4F9E3}"/>
              </a:ext>
            </a:extLst>
          </p:cNvPr>
          <p:cNvGrpSpPr/>
          <p:nvPr/>
        </p:nvGrpSpPr>
        <p:grpSpPr>
          <a:xfrm>
            <a:off x="1887416" y="6873232"/>
            <a:ext cx="398379" cy="418370"/>
            <a:chOff x="3536500" y="3799025"/>
            <a:chExt cx="303125" cy="318375"/>
          </a:xfrm>
          <a:solidFill>
            <a:schemeClr val="bg1"/>
          </a:solidFill>
        </p:grpSpPr>
        <p:sp>
          <p:nvSpPr>
            <p:cNvPr id="1186" name="Google Shape;1738;p75">
              <a:extLst>
                <a:ext uri="{FF2B5EF4-FFF2-40B4-BE49-F238E27FC236}">
                  <a16:creationId xmlns:a16="http://schemas.microsoft.com/office/drawing/2014/main" id="{E9D08542-872E-8F1E-3CCE-5BD893111F21}"/>
                </a:ext>
              </a:extLst>
            </p:cNvPr>
            <p:cNvSpPr/>
            <p:nvPr/>
          </p:nvSpPr>
          <p:spPr>
            <a:xfrm>
              <a:off x="3536500" y="3999375"/>
              <a:ext cx="136450" cy="118025"/>
            </a:xfrm>
            <a:custGeom>
              <a:avLst/>
              <a:gdLst/>
              <a:ahLst/>
              <a:cxnLst/>
              <a:rect l="l" t="t" r="r" b="b"/>
              <a:pathLst>
                <a:path w="5458" h="4721" extrusionOk="0">
                  <a:moveTo>
                    <a:pt x="3550" y="954"/>
                  </a:moveTo>
                  <a:lnTo>
                    <a:pt x="4366" y="2370"/>
                  </a:lnTo>
                  <a:lnTo>
                    <a:pt x="3550" y="3777"/>
                  </a:lnTo>
                  <a:lnTo>
                    <a:pt x="1918" y="3777"/>
                  </a:lnTo>
                  <a:lnTo>
                    <a:pt x="1102" y="2361"/>
                  </a:lnTo>
                  <a:lnTo>
                    <a:pt x="1918" y="954"/>
                  </a:lnTo>
                  <a:close/>
                  <a:moveTo>
                    <a:pt x="1367" y="1"/>
                  </a:moveTo>
                  <a:lnTo>
                    <a:pt x="1092" y="473"/>
                  </a:lnTo>
                  <a:lnTo>
                    <a:pt x="1102" y="482"/>
                  </a:lnTo>
                  <a:lnTo>
                    <a:pt x="689" y="1181"/>
                  </a:lnTo>
                  <a:lnTo>
                    <a:pt x="285" y="1889"/>
                  </a:lnTo>
                  <a:lnTo>
                    <a:pt x="276" y="1889"/>
                  </a:lnTo>
                  <a:lnTo>
                    <a:pt x="0" y="2361"/>
                  </a:lnTo>
                  <a:lnTo>
                    <a:pt x="276" y="2842"/>
                  </a:lnTo>
                  <a:lnTo>
                    <a:pt x="285" y="2842"/>
                  </a:lnTo>
                  <a:lnTo>
                    <a:pt x="689" y="3550"/>
                  </a:lnTo>
                  <a:lnTo>
                    <a:pt x="1102" y="4249"/>
                  </a:lnTo>
                  <a:lnTo>
                    <a:pt x="1102" y="4258"/>
                  </a:lnTo>
                  <a:lnTo>
                    <a:pt x="1367" y="4721"/>
                  </a:lnTo>
                  <a:lnTo>
                    <a:pt x="4091" y="4721"/>
                  </a:lnTo>
                  <a:lnTo>
                    <a:pt x="5183" y="2842"/>
                  </a:lnTo>
                  <a:lnTo>
                    <a:pt x="5458" y="2361"/>
                  </a:lnTo>
                  <a:lnTo>
                    <a:pt x="5183" y="1889"/>
                  </a:lnTo>
                  <a:lnTo>
                    <a:pt x="4779" y="1181"/>
                  </a:lnTo>
                  <a:lnTo>
                    <a:pt x="4366" y="482"/>
                  </a:lnTo>
                  <a:lnTo>
                    <a:pt x="4366" y="473"/>
                  </a:lnTo>
                  <a:lnTo>
                    <a:pt x="4101" y="1"/>
                  </a:lnTo>
                  <a:close/>
                </a:path>
              </a:pathLst>
            </a:custGeom>
            <a:grpFill/>
            <a:ln>
              <a:noFill/>
            </a:ln>
          </p:spPr>
          <p:txBody>
            <a:bodyPr spcFirstLastPara="1" wrap="square" lIns="146280" tIns="146280" rIns="146280" bIns="146280" anchor="ctr" anchorCtr="0">
              <a:noAutofit/>
            </a:bodyPr>
            <a:lstStyle/>
            <a:p>
              <a:endParaRPr sz="2880"/>
            </a:p>
          </p:txBody>
        </p:sp>
        <p:sp>
          <p:nvSpPr>
            <p:cNvPr id="1187" name="Google Shape;1739;p75">
              <a:extLst>
                <a:ext uri="{FF2B5EF4-FFF2-40B4-BE49-F238E27FC236}">
                  <a16:creationId xmlns:a16="http://schemas.microsoft.com/office/drawing/2014/main" id="{63A2D4C0-3A67-7C2A-66ED-68D01370C976}"/>
                </a:ext>
              </a:extLst>
            </p:cNvPr>
            <p:cNvSpPr/>
            <p:nvPr/>
          </p:nvSpPr>
          <p:spPr>
            <a:xfrm>
              <a:off x="3536500" y="3799025"/>
              <a:ext cx="136450" cy="118025"/>
            </a:xfrm>
            <a:custGeom>
              <a:avLst/>
              <a:gdLst/>
              <a:ahLst/>
              <a:cxnLst/>
              <a:rect l="l" t="t" r="r" b="b"/>
              <a:pathLst>
                <a:path w="5458" h="4721" extrusionOk="0">
                  <a:moveTo>
                    <a:pt x="1367" y="0"/>
                  </a:moveTo>
                  <a:lnTo>
                    <a:pt x="1092" y="472"/>
                  </a:lnTo>
                  <a:lnTo>
                    <a:pt x="1102" y="482"/>
                  </a:lnTo>
                  <a:lnTo>
                    <a:pt x="689" y="1180"/>
                  </a:lnTo>
                  <a:lnTo>
                    <a:pt x="285" y="1888"/>
                  </a:lnTo>
                  <a:lnTo>
                    <a:pt x="276" y="1888"/>
                  </a:lnTo>
                  <a:lnTo>
                    <a:pt x="0" y="2360"/>
                  </a:lnTo>
                  <a:lnTo>
                    <a:pt x="276" y="2842"/>
                  </a:lnTo>
                  <a:lnTo>
                    <a:pt x="285" y="2842"/>
                  </a:lnTo>
                  <a:lnTo>
                    <a:pt x="689" y="3540"/>
                  </a:lnTo>
                  <a:lnTo>
                    <a:pt x="1102" y="4248"/>
                  </a:lnTo>
                  <a:lnTo>
                    <a:pt x="1102" y="4258"/>
                  </a:lnTo>
                  <a:lnTo>
                    <a:pt x="1367" y="4720"/>
                  </a:lnTo>
                  <a:lnTo>
                    <a:pt x="4091" y="4720"/>
                  </a:lnTo>
                  <a:lnTo>
                    <a:pt x="5183" y="2842"/>
                  </a:lnTo>
                  <a:lnTo>
                    <a:pt x="5458" y="2360"/>
                  </a:lnTo>
                  <a:lnTo>
                    <a:pt x="5183" y="1888"/>
                  </a:lnTo>
                  <a:lnTo>
                    <a:pt x="4779" y="1180"/>
                  </a:lnTo>
                  <a:lnTo>
                    <a:pt x="4366" y="472"/>
                  </a:lnTo>
                  <a:lnTo>
                    <a:pt x="4101" y="0"/>
                  </a:lnTo>
                  <a:close/>
                </a:path>
              </a:pathLst>
            </a:custGeom>
            <a:grpFill/>
            <a:ln>
              <a:noFill/>
            </a:ln>
          </p:spPr>
          <p:txBody>
            <a:bodyPr spcFirstLastPara="1" wrap="square" lIns="146280" tIns="146280" rIns="146280" bIns="146280" anchor="ctr" anchorCtr="0">
              <a:noAutofit/>
            </a:bodyPr>
            <a:lstStyle/>
            <a:p>
              <a:endParaRPr sz="2880"/>
            </a:p>
          </p:txBody>
        </p:sp>
        <p:sp>
          <p:nvSpPr>
            <p:cNvPr id="1188" name="Google Shape;1740;p75">
              <a:extLst>
                <a:ext uri="{FF2B5EF4-FFF2-40B4-BE49-F238E27FC236}">
                  <a16:creationId xmlns:a16="http://schemas.microsoft.com/office/drawing/2014/main" id="{98B2812C-E9C4-AD58-A676-EE8B8BC69211}"/>
                </a:ext>
              </a:extLst>
            </p:cNvPr>
            <p:cNvSpPr/>
            <p:nvPr/>
          </p:nvSpPr>
          <p:spPr>
            <a:xfrm>
              <a:off x="3703175" y="3893425"/>
              <a:ext cx="136450" cy="118025"/>
            </a:xfrm>
            <a:custGeom>
              <a:avLst/>
              <a:gdLst/>
              <a:ahLst/>
              <a:cxnLst/>
              <a:rect l="l" t="t" r="r" b="b"/>
              <a:pathLst>
                <a:path w="5458" h="4721" extrusionOk="0">
                  <a:moveTo>
                    <a:pt x="3550" y="954"/>
                  </a:moveTo>
                  <a:lnTo>
                    <a:pt x="4366" y="2370"/>
                  </a:lnTo>
                  <a:lnTo>
                    <a:pt x="3550" y="3776"/>
                  </a:lnTo>
                  <a:lnTo>
                    <a:pt x="1918" y="3776"/>
                  </a:lnTo>
                  <a:lnTo>
                    <a:pt x="1102" y="2360"/>
                  </a:lnTo>
                  <a:lnTo>
                    <a:pt x="1918" y="954"/>
                  </a:lnTo>
                  <a:close/>
                  <a:moveTo>
                    <a:pt x="1367" y="0"/>
                  </a:moveTo>
                  <a:lnTo>
                    <a:pt x="1092" y="472"/>
                  </a:lnTo>
                  <a:lnTo>
                    <a:pt x="1102" y="482"/>
                  </a:lnTo>
                  <a:lnTo>
                    <a:pt x="689" y="1190"/>
                  </a:lnTo>
                  <a:lnTo>
                    <a:pt x="286" y="1888"/>
                  </a:lnTo>
                  <a:lnTo>
                    <a:pt x="276" y="1888"/>
                  </a:lnTo>
                  <a:lnTo>
                    <a:pt x="0" y="2360"/>
                  </a:lnTo>
                  <a:lnTo>
                    <a:pt x="276" y="2842"/>
                  </a:lnTo>
                  <a:lnTo>
                    <a:pt x="286" y="2842"/>
                  </a:lnTo>
                  <a:lnTo>
                    <a:pt x="689" y="3550"/>
                  </a:lnTo>
                  <a:lnTo>
                    <a:pt x="1102" y="4248"/>
                  </a:lnTo>
                  <a:lnTo>
                    <a:pt x="1092" y="4258"/>
                  </a:lnTo>
                  <a:lnTo>
                    <a:pt x="1367" y="4720"/>
                  </a:lnTo>
                  <a:lnTo>
                    <a:pt x="4091" y="4720"/>
                  </a:lnTo>
                  <a:lnTo>
                    <a:pt x="5183" y="2842"/>
                  </a:lnTo>
                  <a:lnTo>
                    <a:pt x="5458" y="2360"/>
                  </a:lnTo>
                  <a:lnTo>
                    <a:pt x="5183" y="1888"/>
                  </a:lnTo>
                  <a:lnTo>
                    <a:pt x="4779" y="1180"/>
                  </a:lnTo>
                  <a:lnTo>
                    <a:pt x="4366" y="482"/>
                  </a:lnTo>
                  <a:lnTo>
                    <a:pt x="4366" y="472"/>
                  </a:lnTo>
                  <a:lnTo>
                    <a:pt x="4101" y="0"/>
                  </a:lnTo>
                  <a:close/>
                </a:path>
              </a:pathLst>
            </a:custGeom>
            <a:grpFill/>
            <a:ln>
              <a:noFill/>
            </a:ln>
          </p:spPr>
          <p:txBody>
            <a:bodyPr spcFirstLastPara="1" wrap="square" lIns="146280" tIns="146280" rIns="146280" bIns="146280" anchor="ctr" anchorCtr="0">
              <a:noAutofit/>
            </a:bodyPr>
            <a:lstStyle/>
            <a:p>
              <a:endParaRPr sz="2880"/>
            </a:p>
          </p:txBody>
        </p:sp>
      </p:grpSp>
      <p:sp>
        <p:nvSpPr>
          <p:cNvPr id="1189" name="Google Shape;1745;p75">
            <a:extLst>
              <a:ext uri="{FF2B5EF4-FFF2-40B4-BE49-F238E27FC236}">
                <a16:creationId xmlns:a16="http://schemas.microsoft.com/office/drawing/2014/main" id="{20B38768-15A1-A8AD-FFCD-4219B148DE64}"/>
              </a:ext>
            </a:extLst>
          </p:cNvPr>
          <p:cNvSpPr/>
          <p:nvPr/>
        </p:nvSpPr>
        <p:spPr>
          <a:xfrm>
            <a:off x="1676400" y="5748167"/>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1190" name="Google Shape;1758;p75">
            <a:extLst>
              <a:ext uri="{FF2B5EF4-FFF2-40B4-BE49-F238E27FC236}">
                <a16:creationId xmlns:a16="http://schemas.microsoft.com/office/drawing/2014/main" id="{969DD594-A694-053B-A97F-D363595178AA}"/>
              </a:ext>
            </a:extLst>
          </p:cNvPr>
          <p:cNvSpPr/>
          <p:nvPr/>
        </p:nvSpPr>
        <p:spPr>
          <a:xfrm>
            <a:off x="2000672" y="5989201"/>
            <a:ext cx="132725" cy="319542"/>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191" name="Google Shape;1772;p75">
            <a:extLst>
              <a:ext uri="{FF2B5EF4-FFF2-40B4-BE49-F238E27FC236}">
                <a16:creationId xmlns:a16="http://schemas.microsoft.com/office/drawing/2014/main" id="{12BE68F4-17D4-8376-B736-B8B038B02D33}"/>
              </a:ext>
            </a:extLst>
          </p:cNvPr>
          <p:cNvSpPr txBox="1"/>
          <p:nvPr/>
        </p:nvSpPr>
        <p:spPr>
          <a:xfrm>
            <a:off x="2741040" y="5809327"/>
            <a:ext cx="899376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Camunda Open Source Vs Enterprise Editions</a:t>
            </a:r>
            <a:endParaRPr sz="2880" dirty="0">
              <a:latin typeface="IBM Plex Sans"/>
              <a:ea typeface="IBM Plex Sans"/>
              <a:cs typeface="IBM Plex Sans"/>
              <a:sym typeface="IBM Plex Sans"/>
            </a:endParaRPr>
          </a:p>
        </p:txBody>
      </p:sp>
      <p:pic>
        <p:nvPicPr>
          <p:cNvPr id="1192" name="Picture 1191" descr="CAT Logo and symbol, meaning, history, PNG, brand">
            <a:extLst>
              <a:ext uri="{FF2B5EF4-FFF2-40B4-BE49-F238E27FC236}">
                <a16:creationId xmlns:a16="http://schemas.microsoft.com/office/drawing/2014/main" id="{57748CD6-D50C-6908-16D5-6A10B50C86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grpSp>
        <p:nvGrpSpPr>
          <p:cNvPr id="11" name="Group 10">
            <a:extLst>
              <a:ext uri="{FF2B5EF4-FFF2-40B4-BE49-F238E27FC236}">
                <a16:creationId xmlns:a16="http://schemas.microsoft.com/office/drawing/2014/main" id="{36233B73-3589-E554-0E64-449415E0B811}"/>
              </a:ext>
            </a:extLst>
          </p:cNvPr>
          <p:cNvGrpSpPr/>
          <p:nvPr/>
        </p:nvGrpSpPr>
        <p:grpSpPr>
          <a:xfrm>
            <a:off x="159612" y="1368480"/>
            <a:ext cx="4551105" cy="6861120"/>
            <a:chOff x="159612" y="1368480"/>
            <a:chExt cx="4551105" cy="6861120"/>
          </a:xfrm>
        </p:grpSpPr>
        <p:sp>
          <p:nvSpPr>
            <p:cNvPr id="1160" name="Google Shape;1160;p61"/>
            <p:cNvSpPr/>
            <p:nvPr/>
          </p:nvSpPr>
          <p:spPr>
            <a:xfrm>
              <a:off x="731517" y="1368480"/>
              <a:ext cx="3979200" cy="6861120"/>
            </a:xfrm>
            <a:prstGeom prst="round2SameRect">
              <a:avLst>
                <a:gd name="adj1" fmla="val 13416"/>
                <a:gd name="adj2" fmla="val 0"/>
              </a:avLst>
            </a:prstGeom>
            <a:solidFill>
              <a:srgbClr val="F6D33C"/>
            </a:solidFill>
            <a:ln>
              <a:noFill/>
            </a:ln>
          </p:spPr>
          <p:txBody>
            <a:bodyPr spcFirstLastPara="1" wrap="square" lIns="146280" tIns="146280" rIns="146280" bIns="146280" anchor="ctr" anchorCtr="0">
              <a:noAutofit/>
            </a:bodyPr>
            <a:lstStyle/>
            <a:p>
              <a:endParaRPr sz="2880"/>
            </a:p>
          </p:txBody>
        </p:sp>
        <p:sp>
          <p:nvSpPr>
            <p:cNvPr id="1162" name="Google Shape;1162;p61"/>
            <p:cNvSpPr/>
            <p:nvPr/>
          </p:nvSpPr>
          <p:spPr>
            <a:xfrm>
              <a:off x="731517" y="2494699"/>
              <a:ext cx="3979200" cy="4201633"/>
            </a:xfrm>
            <a:prstGeom prst="rect">
              <a:avLst/>
            </a:prstGeom>
            <a:solidFill>
              <a:schemeClr val="tx1"/>
            </a:solidFill>
            <a:ln>
              <a:noFill/>
            </a:ln>
          </p:spPr>
          <p:txBody>
            <a:bodyPr spcFirstLastPara="1" wrap="square" lIns="146280" tIns="146280" rIns="146280" bIns="146280" anchor="ctr" anchorCtr="0">
              <a:noAutofit/>
            </a:bodyPr>
            <a:lstStyle/>
            <a:p>
              <a:endParaRPr sz="2880"/>
            </a:p>
          </p:txBody>
        </p:sp>
        <p:grpSp>
          <p:nvGrpSpPr>
            <p:cNvPr id="1164" name="Google Shape;1164;p61"/>
            <p:cNvGrpSpPr/>
            <p:nvPr/>
          </p:nvGrpSpPr>
          <p:grpSpPr>
            <a:xfrm>
              <a:off x="159612" y="6849560"/>
              <a:ext cx="1312253" cy="1193651"/>
              <a:chOff x="255275" y="3833074"/>
              <a:chExt cx="1104112" cy="1034659"/>
            </a:xfrm>
          </p:grpSpPr>
          <p:sp>
            <p:nvSpPr>
              <p:cNvPr id="1165" name="Google Shape;1165;p61"/>
              <p:cNvSpPr/>
              <p:nvPr/>
            </p:nvSpPr>
            <p:spPr>
              <a:xfrm>
                <a:off x="255275" y="3953950"/>
                <a:ext cx="916436" cy="913783"/>
              </a:xfrm>
              <a:custGeom>
                <a:avLst/>
                <a:gdLst/>
                <a:ahLst/>
                <a:cxnLst/>
                <a:rect l="l" t="t" r="r" b="b"/>
                <a:pathLst>
                  <a:path w="15068" h="15025" extrusionOk="0">
                    <a:moveTo>
                      <a:pt x="7746" y="3353"/>
                    </a:moveTo>
                    <a:lnTo>
                      <a:pt x="7958" y="3374"/>
                    </a:lnTo>
                    <a:lnTo>
                      <a:pt x="8171" y="3395"/>
                    </a:lnTo>
                    <a:lnTo>
                      <a:pt x="8372" y="3438"/>
                    </a:lnTo>
                    <a:lnTo>
                      <a:pt x="8574" y="3480"/>
                    </a:lnTo>
                    <a:lnTo>
                      <a:pt x="8775" y="3544"/>
                    </a:lnTo>
                    <a:lnTo>
                      <a:pt x="8966" y="3608"/>
                    </a:lnTo>
                    <a:lnTo>
                      <a:pt x="9157" y="3682"/>
                    </a:lnTo>
                    <a:lnTo>
                      <a:pt x="9338" y="3767"/>
                    </a:lnTo>
                    <a:lnTo>
                      <a:pt x="9518" y="3852"/>
                    </a:lnTo>
                    <a:lnTo>
                      <a:pt x="9688" y="3958"/>
                    </a:lnTo>
                    <a:lnTo>
                      <a:pt x="9858" y="4064"/>
                    </a:lnTo>
                    <a:lnTo>
                      <a:pt x="10027" y="4181"/>
                    </a:lnTo>
                    <a:lnTo>
                      <a:pt x="10187" y="4308"/>
                    </a:lnTo>
                    <a:lnTo>
                      <a:pt x="10335" y="4435"/>
                    </a:lnTo>
                    <a:lnTo>
                      <a:pt x="10473" y="4573"/>
                    </a:lnTo>
                    <a:lnTo>
                      <a:pt x="10611" y="4711"/>
                    </a:lnTo>
                    <a:lnTo>
                      <a:pt x="10749" y="4870"/>
                    </a:lnTo>
                    <a:lnTo>
                      <a:pt x="10866" y="5030"/>
                    </a:lnTo>
                    <a:lnTo>
                      <a:pt x="10982" y="5189"/>
                    </a:lnTo>
                    <a:lnTo>
                      <a:pt x="11099" y="5358"/>
                    </a:lnTo>
                    <a:lnTo>
                      <a:pt x="11195" y="5528"/>
                    </a:lnTo>
                    <a:lnTo>
                      <a:pt x="11290" y="5709"/>
                    </a:lnTo>
                    <a:lnTo>
                      <a:pt x="11375" y="5900"/>
                    </a:lnTo>
                    <a:lnTo>
                      <a:pt x="11449" y="6080"/>
                    </a:lnTo>
                    <a:lnTo>
                      <a:pt x="11513" y="6282"/>
                    </a:lnTo>
                    <a:lnTo>
                      <a:pt x="11566" y="6473"/>
                    </a:lnTo>
                    <a:lnTo>
                      <a:pt x="11608" y="6674"/>
                    </a:lnTo>
                    <a:lnTo>
                      <a:pt x="11651" y="6886"/>
                    </a:lnTo>
                    <a:lnTo>
                      <a:pt x="11672" y="7088"/>
                    </a:lnTo>
                    <a:lnTo>
                      <a:pt x="11693" y="7300"/>
                    </a:lnTo>
                    <a:lnTo>
                      <a:pt x="11693" y="7512"/>
                    </a:lnTo>
                    <a:lnTo>
                      <a:pt x="11693" y="7735"/>
                    </a:lnTo>
                    <a:lnTo>
                      <a:pt x="11672" y="7937"/>
                    </a:lnTo>
                    <a:lnTo>
                      <a:pt x="11651" y="8149"/>
                    </a:lnTo>
                    <a:lnTo>
                      <a:pt x="11608" y="8351"/>
                    </a:lnTo>
                    <a:lnTo>
                      <a:pt x="11566" y="8552"/>
                    </a:lnTo>
                    <a:lnTo>
                      <a:pt x="11513" y="8754"/>
                    </a:lnTo>
                    <a:lnTo>
                      <a:pt x="11449" y="8945"/>
                    </a:lnTo>
                    <a:lnTo>
                      <a:pt x="11375" y="9136"/>
                    </a:lnTo>
                    <a:lnTo>
                      <a:pt x="11290" y="9316"/>
                    </a:lnTo>
                    <a:lnTo>
                      <a:pt x="11195" y="9497"/>
                    </a:lnTo>
                    <a:lnTo>
                      <a:pt x="11099" y="9677"/>
                    </a:lnTo>
                    <a:lnTo>
                      <a:pt x="10982" y="9847"/>
                    </a:lnTo>
                    <a:lnTo>
                      <a:pt x="10866" y="10006"/>
                    </a:lnTo>
                    <a:lnTo>
                      <a:pt x="10749" y="10165"/>
                    </a:lnTo>
                    <a:lnTo>
                      <a:pt x="10611" y="10314"/>
                    </a:lnTo>
                    <a:lnTo>
                      <a:pt x="10473" y="10462"/>
                    </a:lnTo>
                    <a:lnTo>
                      <a:pt x="10335" y="10600"/>
                    </a:lnTo>
                    <a:lnTo>
                      <a:pt x="10187" y="10728"/>
                    </a:lnTo>
                    <a:lnTo>
                      <a:pt x="10027" y="10855"/>
                    </a:lnTo>
                    <a:lnTo>
                      <a:pt x="9858" y="10972"/>
                    </a:lnTo>
                    <a:lnTo>
                      <a:pt x="9688" y="11078"/>
                    </a:lnTo>
                    <a:lnTo>
                      <a:pt x="9518" y="11173"/>
                    </a:lnTo>
                    <a:lnTo>
                      <a:pt x="9338" y="11269"/>
                    </a:lnTo>
                    <a:lnTo>
                      <a:pt x="9157" y="11354"/>
                    </a:lnTo>
                    <a:lnTo>
                      <a:pt x="8966" y="11428"/>
                    </a:lnTo>
                    <a:lnTo>
                      <a:pt x="8775" y="11491"/>
                    </a:lnTo>
                    <a:lnTo>
                      <a:pt x="8574" y="11545"/>
                    </a:lnTo>
                    <a:lnTo>
                      <a:pt x="8372" y="11598"/>
                    </a:lnTo>
                    <a:lnTo>
                      <a:pt x="8171" y="11629"/>
                    </a:lnTo>
                    <a:lnTo>
                      <a:pt x="7958" y="11661"/>
                    </a:lnTo>
                    <a:lnTo>
                      <a:pt x="7746" y="11672"/>
                    </a:lnTo>
                    <a:lnTo>
                      <a:pt x="7534" y="11682"/>
                    </a:lnTo>
                    <a:lnTo>
                      <a:pt x="7322" y="11672"/>
                    </a:lnTo>
                    <a:lnTo>
                      <a:pt x="7109" y="11661"/>
                    </a:lnTo>
                    <a:lnTo>
                      <a:pt x="6897" y="11629"/>
                    </a:lnTo>
                    <a:lnTo>
                      <a:pt x="6696" y="11598"/>
                    </a:lnTo>
                    <a:lnTo>
                      <a:pt x="6494" y="11545"/>
                    </a:lnTo>
                    <a:lnTo>
                      <a:pt x="6292" y="11491"/>
                    </a:lnTo>
                    <a:lnTo>
                      <a:pt x="6101" y="11428"/>
                    </a:lnTo>
                    <a:lnTo>
                      <a:pt x="5910" y="11354"/>
                    </a:lnTo>
                    <a:lnTo>
                      <a:pt x="5730" y="11269"/>
                    </a:lnTo>
                    <a:lnTo>
                      <a:pt x="5550" y="11173"/>
                    </a:lnTo>
                    <a:lnTo>
                      <a:pt x="5380" y="11078"/>
                    </a:lnTo>
                    <a:lnTo>
                      <a:pt x="5210" y="10972"/>
                    </a:lnTo>
                    <a:lnTo>
                      <a:pt x="5040" y="10855"/>
                    </a:lnTo>
                    <a:lnTo>
                      <a:pt x="4881" y="10728"/>
                    </a:lnTo>
                    <a:lnTo>
                      <a:pt x="4733" y="10600"/>
                    </a:lnTo>
                    <a:lnTo>
                      <a:pt x="4595" y="10462"/>
                    </a:lnTo>
                    <a:lnTo>
                      <a:pt x="4457" y="10314"/>
                    </a:lnTo>
                    <a:lnTo>
                      <a:pt x="4319" y="10165"/>
                    </a:lnTo>
                    <a:lnTo>
                      <a:pt x="4202" y="10006"/>
                    </a:lnTo>
                    <a:lnTo>
                      <a:pt x="4085" y="9847"/>
                    </a:lnTo>
                    <a:lnTo>
                      <a:pt x="3969" y="9677"/>
                    </a:lnTo>
                    <a:lnTo>
                      <a:pt x="3873" y="9497"/>
                    </a:lnTo>
                    <a:lnTo>
                      <a:pt x="3778" y="9316"/>
                    </a:lnTo>
                    <a:lnTo>
                      <a:pt x="3693" y="9136"/>
                    </a:lnTo>
                    <a:lnTo>
                      <a:pt x="3619" y="8945"/>
                    </a:lnTo>
                    <a:lnTo>
                      <a:pt x="3555" y="8754"/>
                    </a:lnTo>
                    <a:lnTo>
                      <a:pt x="3502" y="8552"/>
                    </a:lnTo>
                    <a:lnTo>
                      <a:pt x="3459" y="8351"/>
                    </a:lnTo>
                    <a:lnTo>
                      <a:pt x="3417" y="8149"/>
                    </a:lnTo>
                    <a:lnTo>
                      <a:pt x="3396" y="7937"/>
                    </a:lnTo>
                    <a:lnTo>
                      <a:pt x="3374" y="7735"/>
                    </a:lnTo>
                    <a:lnTo>
                      <a:pt x="3374" y="7512"/>
                    </a:lnTo>
                    <a:lnTo>
                      <a:pt x="3374" y="7300"/>
                    </a:lnTo>
                    <a:lnTo>
                      <a:pt x="3396" y="7088"/>
                    </a:lnTo>
                    <a:lnTo>
                      <a:pt x="3417" y="6886"/>
                    </a:lnTo>
                    <a:lnTo>
                      <a:pt x="3459" y="6674"/>
                    </a:lnTo>
                    <a:lnTo>
                      <a:pt x="3502" y="6473"/>
                    </a:lnTo>
                    <a:lnTo>
                      <a:pt x="3555" y="6282"/>
                    </a:lnTo>
                    <a:lnTo>
                      <a:pt x="3619" y="6080"/>
                    </a:lnTo>
                    <a:lnTo>
                      <a:pt x="3693" y="5900"/>
                    </a:lnTo>
                    <a:lnTo>
                      <a:pt x="3778" y="5709"/>
                    </a:lnTo>
                    <a:lnTo>
                      <a:pt x="3873" y="5528"/>
                    </a:lnTo>
                    <a:lnTo>
                      <a:pt x="3969" y="5358"/>
                    </a:lnTo>
                    <a:lnTo>
                      <a:pt x="4085" y="5189"/>
                    </a:lnTo>
                    <a:lnTo>
                      <a:pt x="4202" y="5030"/>
                    </a:lnTo>
                    <a:lnTo>
                      <a:pt x="4319" y="4870"/>
                    </a:lnTo>
                    <a:lnTo>
                      <a:pt x="4457" y="4711"/>
                    </a:lnTo>
                    <a:lnTo>
                      <a:pt x="4595" y="4573"/>
                    </a:lnTo>
                    <a:lnTo>
                      <a:pt x="4733" y="4435"/>
                    </a:lnTo>
                    <a:lnTo>
                      <a:pt x="4881" y="4308"/>
                    </a:lnTo>
                    <a:lnTo>
                      <a:pt x="5040" y="4181"/>
                    </a:lnTo>
                    <a:lnTo>
                      <a:pt x="5210" y="4064"/>
                    </a:lnTo>
                    <a:lnTo>
                      <a:pt x="5380" y="3958"/>
                    </a:lnTo>
                    <a:lnTo>
                      <a:pt x="5550" y="3852"/>
                    </a:lnTo>
                    <a:lnTo>
                      <a:pt x="5730" y="3767"/>
                    </a:lnTo>
                    <a:lnTo>
                      <a:pt x="5910" y="3682"/>
                    </a:lnTo>
                    <a:lnTo>
                      <a:pt x="6101" y="3608"/>
                    </a:lnTo>
                    <a:lnTo>
                      <a:pt x="6292" y="3544"/>
                    </a:lnTo>
                    <a:lnTo>
                      <a:pt x="6494" y="3480"/>
                    </a:lnTo>
                    <a:lnTo>
                      <a:pt x="6696" y="3438"/>
                    </a:lnTo>
                    <a:lnTo>
                      <a:pt x="6897" y="3395"/>
                    </a:lnTo>
                    <a:lnTo>
                      <a:pt x="7109" y="3374"/>
                    </a:lnTo>
                    <a:lnTo>
                      <a:pt x="7322" y="3353"/>
                    </a:lnTo>
                    <a:close/>
                    <a:moveTo>
                      <a:pt x="5953" y="0"/>
                    </a:moveTo>
                    <a:lnTo>
                      <a:pt x="5964" y="1687"/>
                    </a:lnTo>
                    <a:lnTo>
                      <a:pt x="5592" y="1793"/>
                    </a:lnTo>
                    <a:lnTo>
                      <a:pt x="5231" y="1931"/>
                    </a:lnTo>
                    <a:lnTo>
                      <a:pt x="4892" y="2080"/>
                    </a:lnTo>
                    <a:lnTo>
                      <a:pt x="4552" y="2260"/>
                    </a:lnTo>
                    <a:lnTo>
                      <a:pt x="3374" y="1082"/>
                    </a:lnTo>
                    <a:lnTo>
                      <a:pt x="1125" y="3289"/>
                    </a:lnTo>
                    <a:lnTo>
                      <a:pt x="2303" y="4478"/>
                    </a:lnTo>
                    <a:lnTo>
                      <a:pt x="2122" y="4807"/>
                    </a:lnTo>
                    <a:lnTo>
                      <a:pt x="1963" y="5157"/>
                    </a:lnTo>
                    <a:lnTo>
                      <a:pt x="1889" y="5327"/>
                    </a:lnTo>
                    <a:lnTo>
                      <a:pt x="1825" y="5507"/>
                    </a:lnTo>
                    <a:lnTo>
                      <a:pt x="1709" y="5868"/>
                    </a:lnTo>
                    <a:lnTo>
                      <a:pt x="0" y="5857"/>
                    </a:lnTo>
                    <a:lnTo>
                      <a:pt x="0" y="9009"/>
                    </a:lnTo>
                    <a:lnTo>
                      <a:pt x="1687" y="9019"/>
                    </a:lnTo>
                    <a:lnTo>
                      <a:pt x="1804" y="9380"/>
                    </a:lnTo>
                    <a:lnTo>
                      <a:pt x="1931" y="9741"/>
                    </a:lnTo>
                    <a:lnTo>
                      <a:pt x="2091" y="10091"/>
                    </a:lnTo>
                    <a:lnTo>
                      <a:pt x="2271" y="10430"/>
                    </a:lnTo>
                    <a:lnTo>
                      <a:pt x="1019" y="11651"/>
                    </a:lnTo>
                    <a:lnTo>
                      <a:pt x="3247" y="13890"/>
                    </a:lnTo>
                    <a:lnTo>
                      <a:pt x="4489" y="12659"/>
                    </a:lnTo>
                    <a:lnTo>
                      <a:pt x="4839" y="12839"/>
                    </a:lnTo>
                    <a:lnTo>
                      <a:pt x="5178" y="12998"/>
                    </a:lnTo>
                    <a:lnTo>
                      <a:pt x="5539" y="13136"/>
                    </a:lnTo>
                    <a:lnTo>
                      <a:pt x="5910" y="13253"/>
                    </a:lnTo>
                    <a:lnTo>
                      <a:pt x="5910" y="15025"/>
                    </a:lnTo>
                    <a:lnTo>
                      <a:pt x="9062" y="15025"/>
                    </a:lnTo>
                    <a:lnTo>
                      <a:pt x="9072" y="13263"/>
                    </a:lnTo>
                    <a:lnTo>
                      <a:pt x="9433" y="13157"/>
                    </a:lnTo>
                    <a:lnTo>
                      <a:pt x="9794" y="13019"/>
                    </a:lnTo>
                    <a:lnTo>
                      <a:pt x="10144" y="12871"/>
                    </a:lnTo>
                    <a:lnTo>
                      <a:pt x="10484" y="12691"/>
                    </a:lnTo>
                    <a:lnTo>
                      <a:pt x="11725" y="13932"/>
                    </a:lnTo>
                    <a:lnTo>
                      <a:pt x="13975" y="11714"/>
                    </a:lnTo>
                    <a:lnTo>
                      <a:pt x="12733" y="10473"/>
                    </a:lnTo>
                    <a:lnTo>
                      <a:pt x="12914" y="10144"/>
                    </a:lnTo>
                    <a:lnTo>
                      <a:pt x="13073" y="9794"/>
                    </a:lnTo>
                    <a:lnTo>
                      <a:pt x="13211" y="9444"/>
                    </a:lnTo>
                    <a:lnTo>
                      <a:pt x="13327" y="9083"/>
                    </a:lnTo>
                    <a:lnTo>
                      <a:pt x="15068" y="9083"/>
                    </a:lnTo>
                    <a:lnTo>
                      <a:pt x="15068" y="5942"/>
                    </a:lnTo>
                    <a:lnTo>
                      <a:pt x="13338" y="5931"/>
                    </a:lnTo>
                    <a:lnTo>
                      <a:pt x="13232" y="5571"/>
                    </a:lnTo>
                    <a:lnTo>
                      <a:pt x="13094" y="5210"/>
                    </a:lnTo>
                    <a:lnTo>
                      <a:pt x="12945" y="4860"/>
                    </a:lnTo>
                    <a:lnTo>
                      <a:pt x="12765" y="4531"/>
                    </a:lnTo>
                    <a:lnTo>
                      <a:pt x="13985" y="3321"/>
                    </a:lnTo>
                    <a:lnTo>
                      <a:pt x="11757" y="1093"/>
                    </a:lnTo>
                    <a:lnTo>
                      <a:pt x="10537" y="2292"/>
                    </a:lnTo>
                    <a:lnTo>
                      <a:pt x="10197" y="2112"/>
                    </a:lnTo>
                    <a:lnTo>
                      <a:pt x="9858" y="1952"/>
                    </a:lnTo>
                    <a:lnTo>
                      <a:pt x="9497" y="1814"/>
                    </a:lnTo>
                    <a:lnTo>
                      <a:pt x="9126" y="1698"/>
                    </a:lnTo>
                    <a:lnTo>
                      <a:pt x="9136" y="0"/>
                    </a:lnTo>
                    <a:close/>
                  </a:path>
                </a:pathLst>
              </a:custGeom>
              <a:solidFill>
                <a:schemeClr val="lt2"/>
              </a:solidFill>
              <a:ln w="381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166" name="Google Shape;1166;p61"/>
              <p:cNvSpPr/>
              <p:nvPr/>
            </p:nvSpPr>
            <p:spPr>
              <a:xfrm rot="1701216">
                <a:off x="799034" y="3935090"/>
                <a:ext cx="352487" cy="404563"/>
              </a:xfrm>
              <a:prstGeom prst="parallelogram">
                <a:avLst>
                  <a:gd name="adj" fmla="val 25000"/>
                </a:avLst>
              </a:prstGeom>
              <a:solidFill>
                <a:schemeClr val="dk1"/>
              </a:solidFill>
              <a:ln>
                <a:noFill/>
              </a:ln>
            </p:spPr>
            <p:txBody>
              <a:bodyPr spcFirstLastPara="1" wrap="square" lIns="146280" tIns="146280" rIns="146280" bIns="146280" anchor="ctr" anchorCtr="0">
                <a:noAutofit/>
              </a:bodyPr>
              <a:lstStyle/>
              <a:p>
                <a:endParaRPr sz="2880"/>
              </a:p>
            </p:txBody>
          </p:sp>
          <p:pic>
            <p:nvPicPr>
              <p:cNvPr id="1167" name="Google Shape;1167;p61"/>
              <p:cNvPicPr preferRelativeResize="0"/>
              <p:nvPr/>
            </p:nvPicPr>
            <p:blipFill rotWithShape="1">
              <a:blip r:embed="rId3">
                <a:alphaModFix/>
              </a:blip>
              <a:srcRect l="58691" t="12413" r="9690" b="60189"/>
              <a:stretch/>
            </p:blipFill>
            <p:spPr>
              <a:xfrm rot="683709">
                <a:off x="907600" y="3870975"/>
                <a:ext cx="419975" cy="363925"/>
              </a:xfrm>
              <a:prstGeom prst="rect">
                <a:avLst/>
              </a:prstGeom>
              <a:noFill/>
              <a:ln>
                <a:noFill/>
              </a:ln>
            </p:spPr>
          </p:pic>
          <p:sp>
            <p:nvSpPr>
              <p:cNvPr id="1168" name="Google Shape;1168;p61"/>
              <p:cNvSpPr/>
              <p:nvPr/>
            </p:nvSpPr>
            <p:spPr>
              <a:xfrm rot="-2344763">
                <a:off x="813760" y="4046637"/>
                <a:ext cx="57583" cy="52664"/>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69" name="Google Shape;1169;p61"/>
              <p:cNvSpPr/>
              <p:nvPr/>
            </p:nvSpPr>
            <p:spPr>
              <a:xfrm rot="6951112">
                <a:off x="879989" y="4058594"/>
                <a:ext cx="64672" cy="46162"/>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0" name="Google Shape;1170;p61"/>
              <p:cNvSpPr/>
              <p:nvPr/>
            </p:nvSpPr>
            <p:spPr>
              <a:xfrm rot="-3965138">
                <a:off x="765732" y="4093806"/>
                <a:ext cx="72526" cy="63421"/>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1" name="Google Shape;1171;p61"/>
              <p:cNvSpPr/>
              <p:nvPr/>
            </p:nvSpPr>
            <p:spPr>
              <a:xfrm rot="10096824">
                <a:off x="985276" y="4259765"/>
                <a:ext cx="57601" cy="63550"/>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2" name="Google Shape;1172;p61"/>
              <p:cNvSpPr/>
              <p:nvPr/>
            </p:nvSpPr>
            <p:spPr>
              <a:xfrm rot="-7587799">
                <a:off x="1058049" y="4177745"/>
                <a:ext cx="101463" cy="74282"/>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3" name="Google Shape;1173;p61"/>
              <p:cNvSpPr/>
              <p:nvPr/>
            </p:nvSpPr>
            <p:spPr>
              <a:xfrm rot="-323022">
                <a:off x="980286" y="4182025"/>
                <a:ext cx="57554" cy="63377"/>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4" name="Google Shape;1174;p61"/>
              <p:cNvSpPr/>
              <p:nvPr/>
            </p:nvSpPr>
            <p:spPr>
              <a:xfrm>
                <a:off x="1006175" y="4242350"/>
                <a:ext cx="69900" cy="4590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5" name="Google Shape;1175;p61"/>
              <p:cNvSpPr/>
              <p:nvPr/>
            </p:nvSpPr>
            <p:spPr>
              <a:xfrm rot="-1910943">
                <a:off x="758560" y="4146511"/>
                <a:ext cx="69928" cy="45951"/>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6" name="Google Shape;1176;p61"/>
              <p:cNvSpPr/>
              <p:nvPr/>
            </p:nvSpPr>
            <p:spPr>
              <a:xfrm rot="-357869">
                <a:off x="873798" y="3969224"/>
                <a:ext cx="101047" cy="45852"/>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grpSp>
        <p:sp>
          <p:nvSpPr>
            <p:cNvPr id="4" name="TextBox 3">
              <a:extLst>
                <a:ext uri="{FF2B5EF4-FFF2-40B4-BE49-F238E27FC236}">
                  <a16:creationId xmlns:a16="http://schemas.microsoft.com/office/drawing/2014/main" id="{D921E143-7BC8-CED4-3E18-A82E675578AE}"/>
                </a:ext>
              </a:extLst>
            </p:cNvPr>
            <p:cNvSpPr txBox="1"/>
            <p:nvPr/>
          </p:nvSpPr>
          <p:spPr>
            <a:xfrm>
              <a:off x="954783" y="2019224"/>
              <a:ext cx="3191167" cy="387798"/>
            </a:xfrm>
            <a:prstGeom prst="rect">
              <a:avLst/>
            </a:prstGeom>
            <a:noFill/>
          </p:spPr>
          <p:txBody>
            <a:bodyPr wrap="square">
              <a:spAutoFit/>
            </a:bodyPr>
            <a:lstStyle/>
            <a:p>
              <a:pPr>
                <a:lnSpc>
                  <a:spcPct val="90000"/>
                </a:lnSpc>
                <a:spcBef>
                  <a:spcPts val="160"/>
                </a:spcBef>
              </a:pPr>
              <a:r>
                <a:rPr lang="en" sz="3200" b="1" baseline="30000" dirty="0">
                  <a:latin typeface="IBM Plex Sans"/>
                  <a:sym typeface="IBM Plex Sans"/>
                </a:rPr>
                <a:t>Caterpillar Challenges!</a:t>
              </a:r>
            </a:p>
          </p:txBody>
        </p:sp>
        <p:sp>
          <p:nvSpPr>
            <p:cNvPr id="5" name="Google Shape;1163;p61">
              <a:extLst>
                <a:ext uri="{FF2B5EF4-FFF2-40B4-BE49-F238E27FC236}">
                  <a16:creationId xmlns:a16="http://schemas.microsoft.com/office/drawing/2014/main" id="{B813C9F4-D5EF-22E1-36D1-0B7809BA7902}"/>
                </a:ext>
              </a:extLst>
            </p:cNvPr>
            <p:cNvSpPr txBox="1"/>
            <p:nvPr/>
          </p:nvSpPr>
          <p:spPr>
            <a:xfrm flipH="1">
              <a:off x="923303" y="2594974"/>
              <a:ext cx="3698400" cy="3994940"/>
            </a:xfrm>
            <a:prstGeom prst="rect">
              <a:avLst/>
            </a:prstGeom>
            <a:noFill/>
            <a:ln>
              <a:noFill/>
            </a:ln>
          </p:spPr>
          <p:txBody>
            <a:bodyPr spcFirstLastPara="1" wrap="square" lIns="0" tIns="0" rIns="0" bIns="0" anchor="t" anchorCtr="0">
              <a:spAutoFit/>
            </a:bodyPr>
            <a:lstStyle/>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We have more than five endpoints needed for automation.</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Business and IT teams struggle to communicate </a:t>
              </a:r>
              <a:br>
                <a:rPr lang="en-US" sz="3200" baseline="30000" dirty="0">
                  <a:solidFill>
                    <a:schemeClr val="lt1"/>
                  </a:solidFill>
                  <a:latin typeface="IBM Plex Sans"/>
                  <a:sym typeface="IBM Plex Sans"/>
                </a:rPr>
              </a:br>
              <a:r>
                <a:rPr lang="en-US" sz="3200" baseline="30000" dirty="0">
                  <a:solidFill>
                    <a:schemeClr val="lt1"/>
                  </a:solidFill>
                  <a:latin typeface="IBM Plex Sans"/>
                  <a:sym typeface="IBM Plex Sans"/>
                </a:rPr>
                <a:t>and collaborate.</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Digital transformation leads to a growing need for scalability and resilience.</a:t>
              </a:r>
              <a:endParaRPr sz="2000" baseline="30000" dirty="0">
                <a:solidFill>
                  <a:schemeClr val="lt1"/>
                </a:solidFill>
                <a:latin typeface="IBM Plex Sans"/>
                <a:ea typeface="IBM Plex Sans"/>
                <a:cs typeface="IBM Plex Sans"/>
                <a:sym typeface="IBM Plex Sans"/>
              </a:endParaRPr>
            </a:p>
          </p:txBody>
        </p:sp>
      </p:grpSp>
      <p:grpSp>
        <p:nvGrpSpPr>
          <p:cNvPr id="12" name="Group 11">
            <a:extLst>
              <a:ext uri="{FF2B5EF4-FFF2-40B4-BE49-F238E27FC236}">
                <a16:creationId xmlns:a16="http://schemas.microsoft.com/office/drawing/2014/main" id="{0C8A83DA-A51E-2B20-C33C-0D785FB9C978}"/>
              </a:ext>
            </a:extLst>
          </p:cNvPr>
          <p:cNvGrpSpPr/>
          <p:nvPr/>
        </p:nvGrpSpPr>
        <p:grpSpPr>
          <a:xfrm>
            <a:off x="5054148" y="0"/>
            <a:ext cx="4745108" cy="6861120"/>
            <a:chOff x="5054148" y="0"/>
            <a:chExt cx="4745108" cy="6861120"/>
          </a:xfrm>
        </p:grpSpPr>
        <p:sp>
          <p:nvSpPr>
            <p:cNvPr id="1178" name="Google Shape;1178;p61"/>
            <p:cNvSpPr/>
            <p:nvPr/>
          </p:nvSpPr>
          <p:spPr>
            <a:xfrm rot="10800000">
              <a:off x="5282622" y="0"/>
              <a:ext cx="3979200" cy="6861120"/>
            </a:xfrm>
            <a:prstGeom prst="round2SameRect">
              <a:avLst>
                <a:gd name="adj1" fmla="val 13416"/>
                <a:gd name="adj2" fmla="val 0"/>
              </a:avLst>
            </a:prstGeom>
            <a:solidFill>
              <a:srgbClr val="0070C0"/>
            </a:solidFill>
            <a:ln>
              <a:noFill/>
            </a:ln>
          </p:spPr>
          <p:txBody>
            <a:bodyPr spcFirstLastPara="1" wrap="square" lIns="146280" tIns="146280" rIns="146280" bIns="146280" anchor="ctr" anchorCtr="0">
              <a:noAutofit/>
            </a:bodyPr>
            <a:lstStyle/>
            <a:p>
              <a:endParaRPr sz="2880"/>
            </a:p>
          </p:txBody>
        </p:sp>
        <p:sp>
          <p:nvSpPr>
            <p:cNvPr id="1180" name="Google Shape;1180;p61"/>
            <p:cNvSpPr/>
            <p:nvPr/>
          </p:nvSpPr>
          <p:spPr>
            <a:xfrm>
              <a:off x="5300386" y="1827206"/>
              <a:ext cx="3913261" cy="3833795"/>
            </a:xfrm>
            <a:prstGeom prst="rect">
              <a:avLst/>
            </a:prstGeom>
            <a:solidFill>
              <a:schemeClr val="tx2">
                <a:lumMod val="75000"/>
              </a:schemeClr>
            </a:solidFill>
            <a:ln>
              <a:noFill/>
            </a:ln>
          </p:spPr>
          <p:txBody>
            <a:bodyPr spcFirstLastPara="1" wrap="square" lIns="146280" tIns="146280" rIns="146280" bIns="146280" anchor="ctr" anchorCtr="0">
              <a:noAutofit/>
            </a:bodyPr>
            <a:lstStyle/>
            <a:p>
              <a:endParaRPr sz="2880"/>
            </a:p>
          </p:txBody>
        </p:sp>
        <p:grpSp>
          <p:nvGrpSpPr>
            <p:cNvPr id="1182" name="Google Shape;1182;p61"/>
            <p:cNvGrpSpPr/>
            <p:nvPr/>
          </p:nvGrpSpPr>
          <p:grpSpPr>
            <a:xfrm>
              <a:off x="8484376" y="154490"/>
              <a:ext cx="1314880" cy="813246"/>
              <a:chOff x="4655686" y="135651"/>
              <a:chExt cx="1232489" cy="791273"/>
            </a:xfrm>
          </p:grpSpPr>
          <p:sp>
            <p:nvSpPr>
              <p:cNvPr id="1183" name="Google Shape;1183;p61"/>
              <p:cNvSpPr/>
              <p:nvPr/>
            </p:nvSpPr>
            <p:spPr>
              <a:xfrm>
                <a:off x="4905675" y="175300"/>
                <a:ext cx="982500" cy="641700"/>
              </a:xfrm>
              <a:prstGeom prst="wedgeRoundRectCallout">
                <a:avLst>
                  <a:gd name="adj1" fmla="val 31392"/>
                  <a:gd name="adj2" fmla="val 73188"/>
                  <a:gd name="adj3" fmla="val 0"/>
                </a:avLst>
              </a:prstGeom>
              <a:solidFill>
                <a:schemeClr val="lt1"/>
              </a:solidFill>
              <a:ln w="381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cxnSp>
            <p:nvCxnSpPr>
              <p:cNvPr id="1184" name="Google Shape;1184;p61"/>
              <p:cNvCxnSpPr/>
              <p:nvPr/>
            </p:nvCxnSpPr>
            <p:spPr>
              <a:xfrm flipH="1">
                <a:off x="5332600" y="186475"/>
                <a:ext cx="67800" cy="243900"/>
              </a:xfrm>
              <a:prstGeom prst="straightConnector1">
                <a:avLst/>
              </a:prstGeom>
              <a:noFill/>
              <a:ln w="38100" cap="flat" cmpd="sng">
                <a:solidFill>
                  <a:schemeClr val="dk1"/>
                </a:solidFill>
                <a:prstDash val="solid"/>
                <a:round/>
                <a:headEnd type="none" w="med" len="med"/>
                <a:tailEnd type="none" w="med" len="med"/>
              </a:ln>
            </p:spPr>
          </p:cxnSp>
          <p:cxnSp>
            <p:nvCxnSpPr>
              <p:cNvPr id="1185" name="Google Shape;1185;p61"/>
              <p:cNvCxnSpPr/>
              <p:nvPr/>
            </p:nvCxnSpPr>
            <p:spPr>
              <a:xfrm>
                <a:off x="5331200" y="415200"/>
                <a:ext cx="126900" cy="159000"/>
              </a:xfrm>
              <a:prstGeom prst="straightConnector1">
                <a:avLst/>
              </a:prstGeom>
              <a:noFill/>
              <a:ln w="38100" cap="flat" cmpd="sng">
                <a:solidFill>
                  <a:schemeClr val="dk1"/>
                </a:solidFill>
                <a:prstDash val="solid"/>
                <a:round/>
                <a:headEnd type="none" w="med" len="med"/>
                <a:tailEnd type="none" w="med" len="med"/>
              </a:ln>
            </p:spPr>
          </p:cxnSp>
          <p:cxnSp>
            <p:nvCxnSpPr>
              <p:cNvPr id="1186" name="Google Shape;1186;p61"/>
              <p:cNvCxnSpPr/>
              <p:nvPr/>
            </p:nvCxnSpPr>
            <p:spPr>
              <a:xfrm flipH="1">
                <a:off x="5386721" y="559106"/>
                <a:ext cx="67800" cy="243900"/>
              </a:xfrm>
              <a:prstGeom prst="straightConnector1">
                <a:avLst/>
              </a:prstGeom>
              <a:noFill/>
              <a:ln w="38100" cap="flat" cmpd="sng">
                <a:solidFill>
                  <a:schemeClr val="dk1"/>
                </a:solidFill>
                <a:prstDash val="solid"/>
                <a:round/>
                <a:headEnd type="none" w="med" len="med"/>
                <a:tailEnd type="none" w="med" len="med"/>
              </a:ln>
            </p:spPr>
          </p:cxnSp>
          <p:sp>
            <p:nvSpPr>
              <p:cNvPr id="1187" name="Google Shape;1187;p61"/>
              <p:cNvSpPr/>
              <p:nvPr/>
            </p:nvSpPr>
            <p:spPr>
              <a:xfrm>
                <a:off x="4900700" y="152600"/>
                <a:ext cx="431700" cy="66450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88" name="Google Shape;1188;p61"/>
              <p:cNvSpPr/>
              <p:nvPr/>
            </p:nvSpPr>
            <p:spPr>
              <a:xfrm rot="994089">
                <a:off x="5210266" y="521884"/>
                <a:ext cx="200943" cy="274131"/>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89" name="Google Shape;1189;p61"/>
              <p:cNvSpPr/>
              <p:nvPr/>
            </p:nvSpPr>
            <p:spPr>
              <a:xfrm rot="-2372961">
                <a:off x="5279472" y="449353"/>
                <a:ext cx="111662" cy="145118"/>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90" name="Google Shape;1190;p61"/>
              <p:cNvSpPr/>
              <p:nvPr/>
            </p:nvSpPr>
            <p:spPr>
              <a:xfrm rot="1050607">
                <a:off x="5267311" y="147197"/>
                <a:ext cx="111675" cy="225909"/>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pic>
            <p:nvPicPr>
              <p:cNvPr id="1191" name="Google Shape;1191;p61"/>
              <p:cNvPicPr preferRelativeResize="0"/>
              <p:nvPr/>
            </p:nvPicPr>
            <p:blipFill rotWithShape="1">
              <a:blip r:embed="rId4">
                <a:alphaModFix/>
              </a:blip>
              <a:srcRect r="8122"/>
              <a:stretch/>
            </p:blipFill>
            <p:spPr>
              <a:xfrm>
                <a:off x="4655686" y="157725"/>
                <a:ext cx="670175" cy="769199"/>
              </a:xfrm>
              <a:prstGeom prst="rect">
                <a:avLst/>
              </a:prstGeom>
              <a:noFill/>
              <a:ln>
                <a:noFill/>
              </a:ln>
            </p:spPr>
          </p:pic>
        </p:grpSp>
        <p:sp>
          <p:nvSpPr>
            <p:cNvPr id="6" name="TextBox 5">
              <a:extLst>
                <a:ext uri="{FF2B5EF4-FFF2-40B4-BE49-F238E27FC236}">
                  <a16:creationId xmlns:a16="http://schemas.microsoft.com/office/drawing/2014/main" id="{7C43CD37-B951-1C85-B055-1ED3D6BFCF9E}"/>
                </a:ext>
              </a:extLst>
            </p:cNvPr>
            <p:cNvSpPr txBox="1"/>
            <p:nvPr/>
          </p:nvSpPr>
          <p:spPr>
            <a:xfrm>
              <a:off x="5293209" y="1219497"/>
              <a:ext cx="3191167" cy="387798"/>
            </a:xfrm>
            <a:prstGeom prst="rect">
              <a:avLst/>
            </a:prstGeom>
            <a:noFill/>
          </p:spPr>
          <p:txBody>
            <a:bodyPr wrap="square">
              <a:spAutoFit/>
            </a:bodyPr>
            <a:lstStyle/>
            <a:p>
              <a:pPr>
                <a:lnSpc>
                  <a:spcPct val="90000"/>
                </a:lnSpc>
                <a:spcBef>
                  <a:spcPts val="160"/>
                </a:spcBef>
              </a:pPr>
              <a:r>
                <a:rPr lang="en" sz="3200" b="1" baseline="30000" dirty="0">
                  <a:solidFill>
                    <a:schemeClr val="bg1"/>
                  </a:solidFill>
                  <a:latin typeface="IBM Plex Sans"/>
                  <a:sym typeface="IBM Plex Sans"/>
                </a:rPr>
                <a:t>What we need?</a:t>
              </a:r>
            </a:p>
          </p:txBody>
        </p:sp>
        <p:sp>
          <p:nvSpPr>
            <p:cNvPr id="7" name="Google Shape;1163;p61">
              <a:extLst>
                <a:ext uri="{FF2B5EF4-FFF2-40B4-BE49-F238E27FC236}">
                  <a16:creationId xmlns:a16="http://schemas.microsoft.com/office/drawing/2014/main" id="{718AE826-FEFC-9C23-0952-018DBC47023E}"/>
                </a:ext>
              </a:extLst>
            </p:cNvPr>
            <p:cNvSpPr txBox="1"/>
            <p:nvPr/>
          </p:nvSpPr>
          <p:spPr>
            <a:xfrm flipH="1">
              <a:off x="5054148" y="2003576"/>
              <a:ext cx="3698400"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Get unparalleled speed, scale and resilience. </a:t>
              </a:r>
              <a:endParaRPr sz="2000" baseline="30000" dirty="0">
                <a:solidFill>
                  <a:schemeClr val="lt1"/>
                </a:solidFill>
                <a:latin typeface="IBM Plex Sans"/>
                <a:ea typeface="IBM Plex Sans"/>
                <a:cs typeface="IBM Plex Sans"/>
                <a:sym typeface="IBM Plex Sans"/>
              </a:endParaRPr>
            </a:p>
          </p:txBody>
        </p:sp>
      </p:grpSp>
      <p:grpSp>
        <p:nvGrpSpPr>
          <p:cNvPr id="13" name="Group 12">
            <a:extLst>
              <a:ext uri="{FF2B5EF4-FFF2-40B4-BE49-F238E27FC236}">
                <a16:creationId xmlns:a16="http://schemas.microsoft.com/office/drawing/2014/main" id="{DDC12775-9515-9A25-A460-458A7743BF80}"/>
              </a:ext>
            </a:extLst>
          </p:cNvPr>
          <p:cNvGrpSpPr/>
          <p:nvPr/>
        </p:nvGrpSpPr>
        <p:grpSpPr>
          <a:xfrm>
            <a:off x="9235248" y="1473988"/>
            <a:ext cx="4602112" cy="6861120"/>
            <a:chOff x="9235248" y="1473988"/>
            <a:chExt cx="4602112" cy="6861120"/>
          </a:xfrm>
        </p:grpSpPr>
        <p:sp>
          <p:nvSpPr>
            <p:cNvPr id="1193" name="Google Shape;1193;p61"/>
            <p:cNvSpPr/>
            <p:nvPr/>
          </p:nvSpPr>
          <p:spPr>
            <a:xfrm>
              <a:off x="9858157" y="1473988"/>
              <a:ext cx="3979200" cy="6861120"/>
            </a:xfrm>
            <a:prstGeom prst="round2SameRect">
              <a:avLst>
                <a:gd name="adj1" fmla="val 13416"/>
                <a:gd name="adj2" fmla="val 0"/>
              </a:avLst>
            </a:prstGeom>
            <a:solidFill>
              <a:schemeClr val="bg2">
                <a:lumMod val="50000"/>
              </a:schemeClr>
            </a:solidFill>
            <a:ln>
              <a:noFill/>
            </a:ln>
          </p:spPr>
          <p:txBody>
            <a:bodyPr spcFirstLastPara="1" wrap="square" lIns="146280" tIns="146280" rIns="146280" bIns="146280" anchor="ctr" anchorCtr="0">
              <a:noAutofit/>
            </a:bodyPr>
            <a:lstStyle/>
            <a:p>
              <a:endParaRPr sz="2880"/>
            </a:p>
          </p:txBody>
        </p:sp>
        <p:sp>
          <p:nvSpPr>
            <p:cNvPr id="1195" name="Google Shape;1195;p61"/>
            <p:cNvSpPr/>
            <p:nvPr/>
          </p:nvSpPr>
          <p:spPr>
            <a:xfrm>
              <a:off x="9858160" y="2920706"/>
              <a:ext cx="3979200" cy="3834905"/>
            </a:xfrm>
            <a:prstGeom prst="rect">
              <a:avLst/>
            </a:prstGeom>
            <a:solidFill>
              <a:schemeClr val="accent4">
                <a:lumMod val="50000"/>
              </a:schemeClr>
            </a:solidFill>
            <a:ln>
              <a:noFill/>
            </a:ln>
          </p:spPr>
          <p:txBody>
            <a:bodyPr spcFirstLastPara="1" wrap="square" lIns="146280" tIns="146280" rIns="146280" bIns="146280" anchor="ctr" anchorCtr="0">
              <a:noAutofit/>
            </a:bodyPr>
            <a:lstStyle/>
            <a:p>
              <a:endParaRPr sz="2880"/>
            </a:p>
          </p:txBody>
        </p:sp>
        <p:grpSp>
          <p:nvGrpSpPr>
            <p:cNvPr id="1197" name="Google Shape;1197;p61"/>
            <p:cNvGrpSpPr/>
            <p:nvPr/>
          </p:nvGrpSpPr>
          <p:grpSpPr>
            <a:xfrm>
              <a:off x="9235248" y="7258462"/>
              <a:ext cx="1048179" cy="832411"/>
              <a:chOff x="5915468" y="3964581"/>
              <a:chExt cx="1016669" cy="1007245"/>
            </a:xfrm>
          </p:grpSpPr>
          <p:grpSp>
            <p:nvGrpSpPr>
              <p:cNvPr id="1198" name="Google Shape;1198;p61"/>
              <p:cNvGrpSpPr/>
              <p:nvPr/>
            </p:nvGrpSpPr>
            <p:grpSpPr>
              <a:xfrm>
                <a:off x="5915468" y="3964581"/>
                <a:ext cx="1016669" cy="1007245"/>
                <a:chOff x="4357300" y="3081925"/>
                <a:chExt cx="441550" cy="437400"/>
              </a:xfrm>
            </p:grpSpPr>
            <p:sp>
              <p:nvSpPr>
                <p:cNvPr id="1199" name="Google Shape;1199;p61"/>
                <p:cNvSpPr/>
                <p:nvPr/>
              </p:nvSpPr>
              <p:spPr>
                <a:xfrm>
                  <a:off x="4578075" y="3145875"/>
                  <a:ext cx="220775" cy="226675"/>
                </a:xfrm>
                <a:custGeom>
                  <a:avLst/>
                  <a:gdLst/>
                  <a:ahLst/>
                  <a:cxnLst/>
                  <a:rect l="l" t="t" r="r" b="b"/>
                  <a:pathLst>
                    <a:path w="8831" h="9067" extrusionOk="0">
                      <a:moveTo>
                        <a:pt x="7710" y="1"/>
                      </a:moveTo>
                      <a:lnTo>
                        <a:pt x="6590" y="1121"/>
                      </a:lnTo>
                      <a:lnTo>
                        <a:pt x="7710" y="2241"/>
                      </a:lnTo>
                      <a:lnTo>
                        <a:pt x="8830" y="1121"/>
                      </a:lnTo>
                      <a:lnTo>
                        <a:pt x="7710" y="1"/>
                      </a:lnTo>
                      <a:close/>
                      <a:moveTo>
                        <a:pt x="3832" y="4292"/>
                      </a:moveTo>
                      <a:lnTo>
                        <a:pt x="1886" y="6225"/>
                      </a:lnTo>
                      <a:lnTo>
                        <a:pt x="1780" y="6202"/>
                      </a:lnTo>
                      <a:lnTo>
                        <a:pt x="1674" y="6178"/>
                      </a:lnTo>
                      <a:lnTo>
                        <a:pt x="1568" y="6166"/>
                      </a:lnTo>
                      <a:lnTo>
                        <a:pt x="1450" y="6155"/>
                      </a:lnTo>
                      <a:lnTo>
                        <a:pt x="1297" y="6166"/>
                      </a:lnTo>
                      <a:lnTo>
                        <a:pt x="1155" y="6190"/>
                      </a:lnTo>
                      <a:lnTo>
                        <a:pt x="1014" y="6225"/>
                      </a:lnTo>
                      <a:lnTo>
                        <a:pt x="884" y="6273"/>
                      </a:lnTo>
                      <a:lnTo>
                        <a:pt x="755" y="6332"/>
                      </a:lnTo>
                      <a:lnTo>
                        <a:pt x="637" y="6414"/>
                      </a:lnTo>
                      <a:lnTo>
                        <a:pt x="531" y="6497"/>
                      </a:lnTo>
                      <a:lnTo>
                        <a:pt x="424" y="6591"/>
                      </a:lnTo>
                      <a:lnTo>
                        <a:pt x="330" y="6685"/>
                      </a:lnTo>
                      <a:lnTo>
                        <a:pt x="248" y="6803"/>
                      </a:lnTo>
                      <a:lnTo>
                        <a:pt x="177" y="6921"/>
                      </a:lnTo>
                      <a:lnTo>
                        <a:pt x="106" y="7051"/>
                      </a:lnTo>
                      <a:lnTo>
                        <a:pt x="59" y="7180"/>
                      </a:lnTo>
                      <a:lnTo>
                        <a:pt x="24" y="7322"/>
                      </a:lnTo>
                      <a:lnTo>
                        <a:pt x="0" y="7463"/>
                      </a:lnTo>
                      <a:lnTo>
                        <a:pt x="0" y="7617"/>
                      </a:lnTo>
                      <a:lnTo>
                        <a:pt x="0" y="7758"/>
                      </a:lnTo>
                      <a:lnTo>
                        <a:pt x="24" y="7911"/>
                      </a:lnTo>
                      <a:lnTo>
                        <a:pt x="59" y="8041"/>
                      </a:lnTo>
                      <a:lnTo>
                        <a:pt x="106" y="8182"/>
                      </a:lnTo>
                      <a:lnTo>
                        <a:pt x="177" y="8312"/>
                      </a:lnTo>
                      <a:lnTo>
                        <a:pt x="248" y="8430"/>
                      </a:lnTo>
                      <a:lnTo>
                        <a:pt x="330" y="8536"/>
                      </a:lnTo>
                      <a:lnTo>
                        <a:pt x="424" y="8642"/>
                      </a:lnTo>
                      <a:lnTo>
                        <a:pt x="531" y="8736"/>
                      </a:lnTo>
                      <a:lnTo>
                        <a:pt x="637" y="8819"/>
                      </a:lnTo>
                      <a:lnTo>
                        <a:pt x="755" y="8890"/>
                      </a:lnTo>
                      <a:lnTo>
                        <a:pt x="884" y="8949"/>
                      </a:lnTo>
                      <a:lnTo>
                        <a:pt x="1014" y="8996"/>
                      </a:lnTo>
                      <a:lnTo>
                        <a:pt x="1155" y="9043"/>
                      </a:lnTo>
                      <a:lnTo>
                        <a:pt x="1297" y="9055"/>
                      </a:lnTo>
                      <a:lnTo>
                        <a:pt x="1450" y="9067"/>
                      </a:lnTo>
                      <a:lnTo>
                        <a:pt x="1603" y="9055"/>
                      </a:lnTo>
                      <a:lnTo>
                        <a:pt x="1745" y="9043"/>
                      </a:lnTo>
                      <a:lnTo>
                        <a:pt x="1886" y="8996"/>
                      </a:lnTo>
                      <a:lnTo>
                        <a:pt x="2016" y="8949"/>
                      </a:lnTo>
                      <a:lnTo>
                        <a:pt x="2146" y="8890"/>
                      </a:lnTo>
                      <a:lnTo>
                        <a:pt x="2264" y="8819"/>
                      </a:lnTo>
                      <a:lnTo>
                        <a:pt x="2370" y="8736"/>
                      </a:lnTo>
                      <a:lnTo>
                        <a:pt x="2476" y="8642"/>
                      </a:lnTo>
                      <a:lnTo>
                        <a:pt x="2570" y="8536"/>
                      </a:lnTo>
                      <a:lnTo>
                        <a:pt x="2653" y="8430"/>
                      </a:lnTo>
                      <a:lnTo>
                        <a:pt x="2723" y="8312"/>
                      </a:lnTo>
                      <a:lnTo>
                        <a:pt x="2794" y="8182"/>
                      </a:lnTo>
                      <a:lnTo>
                        <a:pt x="2841" y="8041"/>
                      </a:lnTo>
                      <a:lnTo>
                        <a:pt x="2877" y="7911"/>
                      </a:lnTo>
                      <a:lnTo>
                        <a:pt x="2900" y="7758"/>
                      </a:lnTo>
                      <a:lnTo>
                        <a:pt x="2900" y="7617"/>
                      </a:lnTo>
                      <a:lnTo>
                        <a:pt x="2900" y="7499"/>
                      </a:lnTo>
                      <a:lnTo>
                        <a:pt x="2888" y="7393"/>
                      </a:lnTo>
                      <a:lnTo>
                        <a:pt x="2865" y="7286"/>
                      </a:lnTo>
                      <a:lnTo>
                        <a:pt x="2841" y="7180"/>
                      </a:lnTo>
                      <a:lnTo>
                        <a:pt x="4775" y="5235"/>
                      </a:lnTo>
                      <a:lnTo>
                        <a:pt x="3832" y="4292"/>
                      </a:lnTo>
                      <a:close/>
                    </a:path>
                  </a:pathLst>
                </a:custGeom>
                <a:solidFill>
                  <a:schemeClr val="accent1"/>
                </a:solidFill>
                <a:ln>
                  <a:noFill/>
                </a:ln>
              </p:spPr>
              <p:txBody>
                <a:bodyPr spcFirstLastPara="1" wrap="square" lIns="146280" tIns="146280" rIns="146280" bIns="146280" anchor="ctr" anchorCtr="0">
                  <a:noAutofit/>
                </a:bodyPr>
                <a:lstStyle/>
                <a:p>
                  <a:endParaRPr sz="2880"/>
                </a:p>
              </p:txBody>
            </p:sp>
            <p:sp>
              <p:nvSpPr>
                <p:cNvPr id="1200" name="Google Shape;1200;p61"/>
                <p:cNvSpPr/>
                <p:nvPr/>
              </p:nvSpPr>
              <p:spPr>
                <a:xfrm>
                  <a:off x="4357300" y="3246675"/>
                  <a:ext cx="181600" cy="181875"/>
                </a:xfrm>
                <a:custGeom>
                  <a:avLst/>
                  <a:gdLst/>
                  <a:ahLst/>
                  <a:cxnLst/>
                  <a:rect l="l" t="t" r="r" b="b"/>
                  <a:pathLst>
                    <a:path w="7264" h="7275" extrusionOk="0">
                      <a:moveTo>
                        <a:pt x="1451" y="1"/>
                      </a:moveTo>
                      <a:lnTo>
                        <a:pt x="1451" y="1345"/>
                      </a:lnTo>
                      <a:lnTo>
                        <a:pt x="7263" y="1345"/>
                      </a:lnTo>
                      <a:lnTo>
                        <a:pt x="7263" y="1"/>
                      </a:lnTo>
                      <a:close/>
                      <a:moveTo>
                        <a:pt x="1" y="2971"/>
                      </a:moveTo>
                      <a:lnTo>
                        <a:pt x="1" y="4304"/>
                      </a:lnTo>
                      <a:lnTo>
                        <a:pt x="5813" y="4304"/>
                      </a:lnTo>
                      <a:lnTo>
                        <a:pt x="5813" y="2971"/>
                      </a:lnTo>
                      <a:close/>
                      <a:moveTo>
                        <a:pt x="1451" y="5931"/>
                      </a:moveTo>
                      <a:lnTo>
                        <a:pt x="1451" y="7275"/>
                      </a:lnTo>
                      <a:lnTo>
                        <a:pt x="7263" y="7275"/>
                      </a:lnTo>
                      <a:lnTo>
                        <a:pt x="7263" y="593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201" name="Google Shape;1201;p61"/>
                <p:cNvSpPr/>
                <p:nvPr/>
              </p:nvSpPr>
              <p:spPr>
                <a:xfrm>
                  <a:off x="4478150" y="3081925"/>
                  <a:ext cx="316575" cy="437400"/>
                </a:xfrm>
                <a:custGeom>
                  <a:avLst/>
                  <a:gdLst/>
                  <a:ahLst/>
                  <a:cxnLst/>
                  <a:rect l="l" t="t" r="r" b="b"/>
                  <a:pathLst>
                    <a:path w="12663" h="17496" extrusionOk="0">
                      <a:moveTo>
                        <a:pt x="3879" y="0"/>
                      </a:moveTo>
                      <a:lnTo>
                        <a:pt x="3879" y="1899"/>
                      </a:lnTo>
                      <a:lnTo>
                        <a:pt x="6897" y="1899"/>
                      </a:lnTo>
                      <a:lnTo>
                        <a:pt x="6897" y="0"/>
                      </a:lnTo>
                      <a:close/>
                      <a:moveTo>
                        <a:pt x="5388" y="2960"/>
                      </a:moveTo>
                      <a:lnTo>
                        <a:pt x="4999" y="2971"/>
                      </a:lnTo>
                      <a:lnTo>
                        <a:pt x="4598" y="3007"/>
                      </a:lnTo>
                      <a:lnTo>
                        <a:pt x="4209" y="3054"/>
                      </a:lnTo>
                      <a:lnTo>
                        <a:pt x="3832" y="3125"/>
                      </a:lnTo>
                      <a:lnTo>
                        <a:pt x="3467" y="3219"/>
                      </a:lnTo>
                      <a:lnTo>
                        <a:pt x="3101" y="3337"/>
                      </a:lnTo>
                      <a:lnTo>
                        <a:pt x="2736" y="3466"/>
                      </a:lnTo>
                      <a:lnTo>
                        <a:pt x="2394" y="3608"/>
                      </a:lnTo>
                      <a:lnTo>
                        <a:pt x="2052" y="3773"/>
                      </a:lnTo>
                      <a:lnTo>
                        <a:pt x="1722" y="3962"/>
                      </a:lnTo>
                      <a:lnTo>
                        <a:pt x="1403" y="4150"/>
                      </a:lnTo>
                      <a:lnTo>
                        <a:pt x="1097" y="4362"/>
                      </a:lnTo>
                      <a:lnTo>
                        <a:pt x="802" y="4598"/>
                      </a:lnTo>
                      <a:lnTo>
                        <a:pt x="519" y="4834"/>
                      </a:lnTo>
                      <a:lnTo>
                        <a:pt x="260" y="5093"/>
                      </a:lnTo>
                      <a:lnTo>
                        <a:pt x="0" y="5365"/>
                      </a:lnTo>
                      <a:lnTo>
                        <a:pt x="1816" y="5365"/>
                      </a:lnTo>
                      <a:lnTo>
                        <a:pt x="2016" y="5235"/>
                      </a:lnTo>
                      <a:lnTo>
                        <a:pt x="2205" y="5105"/>
                      </a:lnTo>
                      <a:lnTo>
                        <a:pt x="2405" y="4987"/>
                      </a:lnTo>
                      <a:lnTo>
                        <a:pt x="2618" y="4869"/>
                      </a:lnTo>
                      <a:lnTo>
                        <a:pt x="2818" y="4763"/>
                      </a:lnTo>
                      <a:lnTo>
                        <a:pt x="3042" y="4669"/>
                      </a:lnTo>
                      <a:lnTo>
                        <a:pt x="3254" y="4586"/>
                      </a:lnTo>
                      <a:lnTo>
                        <a:pt x="3478" y="4504"/>
                      </a:lnTo>
                      <a:lnTo>
                        <a:pt x="3702" y="4433"/>
                      </a:lnTo>
                      <a:lnTo>
                        <a:pt x="3938" y="4362"/>
                      </a:lnTo>
                      <a:lnTo>
                        <a:pt x="4174" y="4315"/>
                      </a:lnTo>
                      <a:lnTo>
                        <a:pt x="4410" y="4268"/>
                      </a:lnTo>
                      <a:lnTo>
                        <a:pt x="4657" y="4233"/>
                      </a:lnTo>
                      <a:lnTo>
                        <a:pt x="4893" y="4209"/>
                      </a:lnTo>
                      <a:lnTo>
                        <a:pt x="5141" y="4197"/>
                      </a:lnTo>
                      <a:lnTo>
                        <a:pt x="5388" y="4186"/>
                      </a:lnTo>
                      <a:lnTo>
                        <a:pt x="5706" y="4197"/>
                      </a:lnTo>
                      <a:lnTo>
                        <a:pt x="6013" y="4221"/>
                      </a:lnTo>
                      <a:lnTo>
                        <a:pt x="6308" y="4256"/>
                      </a:lnTo>
                      <a:lnTo>
                        <a:pt x="6602" y="4315"/>
                      </a:lnTo>
                      <a:lnTo>
                        <a:pt x="6897" y="4386"/>
                      </a:lnTo>
                      <a:lnTo>
                        <a:pt x="7180" y="4457"/>
                      </a:lnTo>
                      <a:lnTo>
                        <a:pt x="7463" y="4563"/>
                      </a:lnTo>
                      <a:lnTo>
                        <a:pt x="7734" y="4669"/>
                      </a:lnTo>
                      <a:lnTo>
                        <a:pt x="8005" y="4787"/>
                      </a:lnTo>
                      <a:lnTo>
                        <a:pt x="8265" y="4917"/>
                      </a:lnTo>
                      <a:lnTo>
                        <a:pt x="8524" y="5070"/>
                      </a:lnTo>
                      <a:lnTo>
                        <a:pt x="8760" y="5223"/>
                      </a:lnTo>
                      <a:lnTo>
                        <a:pt x="9007" y="5388"/>
                      </a:lnTo>
                      <a:lnTo>
                        <a:pt x="9231" y="5577"/>
                      </a:lnTo>
                      <a:lnTo>
                        <a:pt x="9444" y="5765"/>
                      </a:lnTo>
                      <a:lnTo>
                        <a:pt x="9656" y="5966"/>
                      </a:lnTo>
                      <a:lnTo>
                        <a:pt x="9856" y="6166"/>
                      </a:lnTo>
                      <a:lnTo>
                        <a:pt x="10045" y="6390"/>
                      </a:lnTo>
                      <a:lnTo>
                        <a:pt x="10234" y="6614"/>
                      </a:lnTo>
                      <a:lnTo>
                        <a:pt x="10399" y="6850"/>
                      </a:lnTo>
                      <a:lnTo>
                        <a:pt x="10552" y="7098"/>
                      </a:lnTo>
                      <a:lnTo>
                        <a:pt x="10693" y="7357"/>
                      </a:lnTo>
                      <a:lnTo>
                        <a:pt x="10835" y="7616"/>
                      </a:lnTo>
                      <a:lnTo>
                        <a:pt x="10953" y="7876"/>
                      </a:lnTo>
                      <a:lnTo>
                        <a:pt x="11059" y="8159"/>
                      </a:lnTo>
                      <a:lnTo>
                        <a:pt x="11153" y="8430"/>
                      </a:lnTo>
                      <a:lnTo>
                        <a:pt x="11236" y="8724"/>
                      </a:lnTo>
                      <a:lnTo>
                        <a:pt x="11306" y="9007"/>
                      </a:lnTo>
                      <a:lnTo>
                        <a:pt x="11354" y="9314"/>
                      </a:lnTo>
                      <a:lnTo>
                        <a:pt x="11401" y="9609"/>
                      </a:lnTo>
                      <a:lnTo>
                        <a:pt x="11424" y="9915"/>
                      </a:lnTo>
                      <a:lnTo>
                        <a:pt x="11424" y="10222"/>
                      </a:lnTo>
                      <a:lnTo>
                        <a:pt x="11424" y="10540"/>
                      </a:lnTo>
                      <a:lnTo>
                        <a:pt x="11401" y="10847"/>
                      </a:lnTo>
                      <a:lnTo>
                        <a:pt x="11354" y="11141"/>
                      </a:lnTo>
                      <a:lnTo>
                        <a:pt x="11306" y="11448"/>
                      </a:lnTo>
                      <a:lnTo>
                        <a:pt x="11236" y="11731"/>
                      </a:lnTo>
                      <a:lnTo>
                        <a:pt x="11153" y="12025"/>
                      </a:lnTo>
                      <a:lnTo>
                        <a:pt x="11059" y="12297"/>
                      </a:lnTo>
                      <a:lnTo>
                        <a:pt x="10953" y="12580"/>
                      </a:lnTo>
                      <a:lnTo>
                        <a:pt x="10835" y="12839"/>
                      </a:lnTo>
                      <a:lnTo>
                        <a:pt x="10693" y="13098"/>
                      </a:lnTo>
                      <a:lnTo>
                        <a:pt x="10552" y="13358"/>
                      </a:lnTo>
                      <a:lnTo>
                        <a:pt x="10399" y="13605"/>
                      </a:lnTo>
                      <a:lnTo>
                        <a:pt x="10234" y="13841"/>
                      </a:lnTo>
                      <a:lnTo>
                        <a:pt x="10045" y="14065"/>
                      </a:lnTo>
                      <a:lnTo>
                        <a:pt x="9856" y="14289"/>
                      </a:lnTo>
                      <a:lnTo>
                        <a:pt x="9656" y="14489"/>
                      </a:lnTo>
                      <a:lnTo>
                        <a:pt x="9444" y="14690"/>
                      </a:lnTo>
                      <a:lnTo>
                        <a:pt x="9231" y="14878"/>
                      </a:lnTo>
                      <a:lnTo>
                        <a:pt x="9007" y="15067"/>
                      </a:lnTo>
                      <a:lnTo>
                        <a:pt x="8760" y="15232"/>
                      </a:lnTo>
                      <a:lnTo>
                        <a:pt x="8524" y="15385"/>
                      </a:lnTo>
                      <a:lnTo>
                        <a:pt x="8265" y="15539"/>
                      </a:lnTo>
                      <a:lnTo>
                        <a:pt x="8005" y="15668"/>
                      </a:lnTo>
                      <a:lnTo>
                        <a:pt x="7734" y="15786"/>
                      </a:lnTo>
                      <a:lnTo>
                        <a:pt x="7463" y="15892"/>
                      </a:lnTo>
                      <a:lnTo>
                        <a:pt x="7180" y="15987"/>
                      </a:lnTo>
                      <a:lnTo>
                        <a:pt x="6897" y="16069"/>
                      </a:lnTo>
                      <a:lnTo>
                        <a:pt x="6602" y="16140"/>
                      </a:lnTo>
                      <a:lnTo>
                        <a:pt x="6308" y="16199"/>
                      </a:lnTo>
                      <a:lnTo>
                        <a:pt x="6013" y="16234"/>
                      </a:lnTo>
                      <a:lnTo>
                        <a:pt x="5706" y="16258"/>
                      </a:lnTo>
                      <a:lnTo>
                        <a:pt x="5388" y="16270"/>
                      </a:lnTo>
                      <a:lnTo>
                        <a:pt x="5164" y="16258"/>
                      </a:lnTo>
                      <a:lnTo>
                        <a:pt x="4952" y="16246"/>
                      </a:lnTo>
                      <a:lnTo>
                        <a:pt x="4728" y="16222"/>
                      </a:lnTo>
                      <a:lnTo>
                        <a:pt x="4516" y="16199"/>
                      </a:lnTo>
                      <a:lnTo>
                        <a:pt x="4304" y="16163"/>
                      </a:lnTo>
                      <a:lnTo>
                        <a:pt x="4091" y="16116"/>
                      </a:lnTo>
                      <a:lnTo>
                        <a:pt x="3879" y="16069"/>
                      </a:lnTo>
                      <a:lnTo>
                        <a:pt x="3679" y="16010"/>
                      </a:lnTo>
                      <a:lnTo>
                        <a:pt x="3467" y="15951"/>
                      </a:lnTo>
                      <a:lnTo>
                        <a:pt x="3266" y="15880"/>
                      </a:lnTo>
                      <a:lnTo>
                        <a:pt x="3077" y="15798"/>
                      </a:lnTo>
                      <a:lnTo>
                        <a:pt x="2877" y="15715"/>
                      </a:lnTo>
                      <a:lnTo>
                        <a:pt x="2688" y="15621"/>
                      </a:lnTo>
                      <a:lnTo>
                        <a:pt x="2512" y="15527"/>
                      </a:lnTo>
                      <a:lnTo>
                        <a:pt x="2323" y="15421"/>
                      </a:lnTo>
                      <a:lnTo>
                        <a:pt x="2146" y="15315"/>
                      </a:lnTo>
                      <a:lnTo>
                        <a:pt x="213" y="15315"/>
                      </a:lnTo>
                      <a:lnTo>
                        <a:pt x="460" y="15562"/>
                      </a:lnTo>
                      <a:lnTo>
                        <a:pt x="731" y="15798"/>
                      </a:lnTo>
                      <a:lnTo>
                        <a:pt x="1003" y="16010"/>
                      </a:lnTo>
                      <a:lnTo>
                        <a:pt x="1285" y="16222"/>
                      </a:lnTo>
                      <a:lnTo>
                        <a:pt x="1592" y="16411"/>
                      </a:lnTo>
                      <a:lnTo>
                        <a:pt x="1899" y="16600"/>
                      </a:lnTo>
                      <a:lnTo>
                        <a:pt x="2205" y="16753"/>
                      </a:lnTo>
                      <a:lnTo>
                        <a:pt x="2535" y="16906"/>
                      </a:lnTo>
                      <a:lnTo>
                        <a:pt x="2865" y="17036"/>
                      </a:lnTo>
                      <a:lnTo>
                        <a:pt x="3207" y="17154"/>
                      </a:lnTo>
                      <a:lnTo>
                        <a:pt x="3561" y="17260"/>
                      </a:lnTo>
                      <a:lnTo>
                        <a:pt x="3915" y="17342"/>
                      </a:lnTo>
                      <a:lnTo>
                        <a:pt x="4268" y="17413"/>
                      </a:lnTo>
                      <a:lnTo>
                        <a:pt x="4645" y="17460"/>
                      </a:lnTo>
                      <a:lnTo>
                        <a:pt x="5011" y="17484"/>
                      </a:lnTo>
                      <a:lnTo>
                        <a:pt x="5388" y="17496"/>
                      </a:lnTo>
                      <a:lnTo>
                        <a:pt x="5765" y="17484"/>
                      </a:lnTo>
                      <a:lnTo>
                        <a:pt x="6131" y="17460"/>
                      </a:lnTo>
                      <a:lnTo>
                        <a:pt x="6496" y="17413"/>
                      </a:lnTo>
                      <a:lnTo>
                        <a:pt x="6850" y="17342"/>
                      </a:lnTo>
                      <a:lnTo>
                        <a:pt x="7204" y="17260"/>
                      </a:lnTo>
                      <a:lnTo>
                        <a:pt x="7546" y="17166"/>
                      </a:lnTo>
                      <a:lnTo>
                        <a:pt x="7888" y="17048"/>
                      </a:lnTo>
                      <a:lnTo>
                        <a:pt x="8218" y="16918"/>
                      </a:lnTo>
                      <a:lnTo>
                        <a:pt x="8536" y="16776"/>
                      </a:lnTo>
                      <a:lnTo>
                        <a:pt x="8854" y="16611"/>
                      </a:lnTo>
                      <a:lnTo>
                        <a:pt x="9161" y="16435"/>
                      </a:lnTo>
                      <a:lnTo>
                        <a:pt x="9455" y="16246"/>
                      </a:lnTo>
                      <a:lnTo>
                        <a:pt x="9738" y="16046"/>
                      </a:lnTo>
                      <a:lnTo>
                        <a:pt x="10010" y="15833"/>
                      </a:lnTo>
                      <a:lnTo>
                        <a:pt x="10281" y="15609"/>
                      </a:lnTo>
                      <a:lnTo>
                        <a:pt x="10528" y="15362"/>
                      </a:lnTo>
                      <a:lnTo>
                        <a:pt x="10764" y="15114"/>
                      </a:lnTo>
                      <a:lnTo>
                        <a:pt x="11000" y="14843"/>
                      </a:lnTo>
                      <a:lnTo>
                        <a:pt x="11212" y="14572"/>
                      </a:lnTo>
                      <a:lnTo>
                        <a:pt x="11413" y="14289"/>
                      </a:lnTo>
                      <a:lnTo>
                        <a:pt x="11601" y="13994"/>
                      </a:lnTo>
                      <a:lnTo>
                        <a:pt x="11778" y="13688"/>
                      </a:lnTo>
                      <a:lnTo>
                        <a:pt x="11943" y="13369"/>
                      </a:lnTo>
                      <a:lnTo>
                        <a:pt x="12085" y="13051"/>
                      </a:lnTo>
                      <a:lnTo>
                        <a:pt x="12214" y="12721"/>
                      </a:lnTo>
                      <a:lnTo>
                        <a:pt x="12332" y="12391"/>
                      </a:lnTo>
                      <a:lnTo>
                        <a:pt x="12426" y="12037"/>
                      </a:lnTo>
                      <a:lnTo>
                        <a:pt x="12509" y="11695"/>
                      </a:lnTo>
                      <a:lnTo>
                        <a:pt x="12580" y="11330"/>
                      </a:lnTo>
                      <a:lnTo>
                        <a:pt x="12627" y="10964"/>
                      </a:lnTo>
                      <a:lnTo>
                        <a:pt x="12650" y="10599"/>
                      </a:lnTo>
                      <a:lnTo>
                        <a:pt x="12662" y="10222"/>
                      </a:lnTo>
                      <a:lnTo>
                        <a:pt x="12650" y="9856"/>
                      </a:lnTo>
                      <a:lnTo>
                        <a:pt x="12627" y="9491"/>
                      </a:lnTo>
                      <a:lnTo>
                        <a:pt x="12580" y="9125"/>
                      </a:lnTo>
                      <a:lnTo>
                        <a:pt x="12509" y="8760"/>
                      </a:lnTo>
                      <a:lnTo>
                        <a:pt x="12426" y="8418"/>
                      </a:lnTo>
                      <a:lnTo>
                        <a:pt x="12332" y="8064"/>
                      </a:lnTo>
                      <a:lnTo>
                        <a:pt x="12214" y="7734"/>
                      </a:lnTo>
                      <a:lnTo>
                        <a:pt x="12085" y="7404"/>
                      </a:lnTo>
                      <a:lnTo>
                        <a:pt x="11943" y="7086"/>
                      </a:lnTo>
                      <a:lnTo>
                        <a:pt x="11778" y="6767"/>
                      </a:lnTo>
                      <a:lnTo>
                        <a:pt x="11601" y="6461"/>
                      </a:lnTo>
                      <a:lnTo>
                        <a:pt x="11413" y="6166"/>
                      </a:lnTo>
                      <a:lnTo>
                        <a:pt x="11212" y="5883"/>
                      </a:lnTo>
                      <a:lnTo>
                        <a:pt x="11000" y="5612"/>
                      </a:lnTo>
                      <a:lnTo>
                        <a:pt x="10764" y="5341"/>
                      </a:lnTo>
                      <a:lnTo>
                        <a:pt x="10528" y="5093"/>
                      </a:lnTo>
                      <a:lnTo>
                        <a:pt x="10281" y="4846"/>
                      </a:lnTo>
                      <a:lnTo>
                        <a:pt x="10010" y="4622"/>
                      </a:lnTo>
                      <a:lnTo>
                        <a:pt x="9738" y="4410"/>
                      </a:lnTo>
                      <a:lnTo>
                        <a:pt x="9455" y="4209"/>
                      </a:lnTo>
                      <a:lnTo>
                        <a:pt x="9161" y="4009"/>
                      </a:lnTo>
                      <a:lnTo>
                        <a:pt x="8854" y="3844"/>
                      </a:lnTo>
                      <a:lnTo>
                        <a:pt x="8536" y="3679"/>
                      </a:lnTo>
                      <a:lnTo>
                        <a:pt x="8218" y="3537"/>
                      </a:lnTo>
                      <a:lnTo>
                        <a:pt x="7888" y="3408"/>
                      </a:lnTo>
                      <a:lnTo>
                        <a:pt x="7546" y="3290"/>
                      </a:lnTo>
                      <a:lnTo>
                        <a:pt x="7204" y="3195"/>
                      </a:lnTo>
                      <a:lnTo>
                        <a:pt x="6850" y="3113"/>
                      </a:lnTo>
                      <a:lnTo>
                        <a:pt x="6496" y="3042"/>
                      </a:lnTo>
                      <a:lnTo>
                        <a:pt x="6131" y="2995"/>
                      </a:lnTo>
                      <a:lnTo>
                        <a:pt x="5765" y="2971"/>
                      </a:lnTo>
                      <a:lnTo>
                        <a:pt x="5388" y="296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202" name="Google Shape;1202;p61"/>
              <p:cNvSpPr/>
              <p:nvPr/>
            </p:nvSpPr>
            <p:spPr>
              <a:xfrm>
                <a:off x="6162189" y="4344350"/>
                <a:ext cx="1677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sp>
            <p:nvSpPr>
              <p:cNvPr id="1203" name="Google Shape;1203;p61"/>
              <p:cNvSpPr/>
              <p:nvPr/>
            </p:nvSpPr>
            <p:spPr>
              <a:xfrm>
                <a:off x="6161350" y="4515800"/>
                <a:ext cx="897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sp>
            <p:nvSpPr>
              <p:cNvPr id="1204" name="Google Shape;1204;p61"/>
              <p:cNvSpPr/>
              <p:nvPr/>
            </p:nvSpPr>
            <p:spPr>
              <a:xfrm>
                <a:off x="6161589" y="4686050"/>
                <a:ext cx="1710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grpSp>
        <p:sp>
          <p:nvSpPr>
            <p:cNvPr id="30" name="Google Shape;1163;p61">
              <a:extLst>
                <a:ext uri="{FF2B5EF4-FFF2-40B4-BE49-F238E27FC236}">
                  <a16:creationId xmlns:a16="http://schemas.microsoft.com/office/drawing/2014/main" id="{5D6FD2C3-ABCF-7942-133C-F2BE1DA337E8}"/>
                </a:ext>
              </a:extLst>
            </p:cNvPr>
            <p:cNvSpPr txBox="1"/>
            <p:nvPr/>
          </p:nvSpPr>
          <p:spPr>
            <a:xfrm flipH="1">
              <a:off x="9928777" y="3033541"/>
              <a:ext cx="3698400" cy="3742563"/>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End-to-End Orchestration</a:t>
              </a:r>
            </a:p>
            <a:p>
              <a:pPr>
                <a:lnSpc>
                  <a:spcPct val="90000"/>
                </a:lnSpc>
                <a:spcBef>
                  <a:spcPts val="160"/>
                </a:spcBef>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Standards-based</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Collaboration</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Developer-Friendly</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Open Architecture</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Cost-Effective</a:t>
              </a:r>
              <a:endParaRPr sz="3200" baseline="30000" dirty="0">
                <a:solidFill>
                  <a:schemeClr val="lt1"/>
                </a:solidFill>
                <a:latin typeface="IBM Plex Sans"/>
                <a:ea typeface="IBM Plex Sans"/>
                <a:cs typeface="IBM Plex Sans"/>
                <a:sym typeface="IBM Plex Sans"/>
              </a:endParaRPr>
            </a:p>
          </p:txBody>
        </p:sp>
        <p:sp>
          <p:nvSpPr>
            <p:cNvPr id="10" name="TextBox 9">
              <a:extLst>
                <a:ext uri="{FF2B5EF4-FFF2-40B4-BE49-F238E27FC236}">
                  <a16:creationId xmlns:a16="http://schemas.microsoft.com/office/drawing/2014/main" id="{AD3616C3-54E7-BAE1-2980-A576E17B969B}"/>
                </a:ext>
              </a:extLst>
            </p:cNvPr>
            <p:cNvSpPr txBox="1"/>
            <p:nvPr/>
          </p:nvSpPr>
          <p:spPr>
            <a:xfrm>
              <a:off x="10001680" y="2426258"/>
              <a:ext cx="3191167" cy="387798"/>
            </a:xfrm>
            <a:prstGeom prst="rect">
              <a:avLst/>
            </a:prstGeom>
            <a:noFill/>
          </p:spPr>
          <p:txBody>
            <a:bodyPr wrap="square">
              <a:spAutoFit/>
            </a:bodyPr>
            <a:lstStyle/>
            <a:p>
              <a:pPr>
                <a:lnSpc>
                  <a:spcPct val="90000"/>
                </a:lnSpc>
                <a:spcBef>
                  <a:spcPts val="160"/>
                </a:spcBef>
              </a:pPr>
              <a:r>
                <a:rPr lang="en" sz="3200" b="1" baseline="30000" dirty="0">
                  <a:solidFill>
                    <a:schemeClr val="bg1"/>
                  </a:solidFill>
                  <a:latin typeface="IBM Plex Sans"/>
                  <a:sym typeface="IBM Plex Sans"/>
                </a:rPr>
                <a:t>Why CAMUNDA?</a:t>
              </a:r>
            </a:p>
          </p:txBody>
        </p:sp>
      </p:grpSp>
      <p:pic>
        <p:nvPicPr>
          <p:cNvPr id="14" name="Picture 13" descr="CAT Logo and symbol, meaning, history, PNG, brand">
            <a:extLst>
              <a:ext uri="{FF2B5EF4-FFF2-40B4-BE49-F238E27FC236}">
                <a16:creationId xmlns:a16="http://schemas.microsoft.com/office/drawing/2014/main" id="{51A2DB7B-6484-0562-5E90-87699E94240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356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Shape 1278"/>
        <p:cNvGrpSpPr/>
        <p:nvPr/>
      </p:nvGrpSpPr>
      <p:grpSpPr>
        <a:xfrm>
          <a:off x="0" y="0"/>
          <a:ext cx="0" cy="0"/>
          <a:chOff x="0" y="0"/>
          <a:chExt cx="0" cy="0"/>
        </a:xfrm>
      </p:grpSpPr>
      <p:sp>
        <p:nvSpPr>
          <p:cNvPr id="1279" name="Google Shape;1279;p64"/>
          <p:cNvSpPr txBox="1">
            <a:spLocks noGrp="1"/>
          </p:cNvSpPr>
          <p:nvPr>
            <p:ph type="title" idx="4294967295"/>
          </p:nvPr>
        </p:nvSpPr>
        <p:spPr>
          <a:xfrm>
            <a:off x="457200" y="114300"/>
            <a:ext cx="8229600" cy="903300"/>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l" rtl="0">
              <a:buSzPts val="990"/>
            </a:pPr>
            <a:r>
              <a:rPr lang="en-IN" sz="4896" dirty="0">
                <a:solidFill>
                  <a:schemeClr val="lt1"/>
                </a:solidFill>
              </a:rPr>
              <a:t>Camunda Solution</a:t>
            </a:r>
            <a:endParaRPr sz="4896" dirty="0">
              <a:solidFill>
                <a:schemeClr val="lt1"/>
              </a:solidFill>
            </a:endParaRPr>
          </a:p>
        </p:txBody>
      </p:sp>
      <p:sp>
        <p:nvSpPr>
          <p:cNvPr id="1280" name="Google Shape;1280;p64"/>
          <p:cNvSpPr txBox="1"/>
          <p:nvPr/>
        </p:nvSpPr>
        <p:spPr>
          <a:xfrm>
            <a:off x="1204853" y="2616559"/>
            <a:ext cx="3574080" cy="627864"/>
          </a:xfrm>
          <a:prstGeom prst="rect">
            <a:avLst/>
          </a:prstGeom>
          <a:noFill/>
          <a:ln>
            <a:noFill/>
          </a:ln>
        </p:spPr>
        <p:txBody>
          <a:bodyPr spcFirstLastPara="1" wrap="square" lIns="91440" tIns="91440" rIns="91440" bIns="91440" anchor="t" anchorCtr="0">
            <a:spAutoFit/>
          </a:bodyPr>
          <a:lstStyle/>
          <a:p>
            <a:pPr algn="ctr">
              <a:buClr>
                <a:schemeClr val="dk1"/>
              </a:buClr>
              <a:buSzPts val="700"/>
            </a:pPr>
            <a:r>
              <a:rPr lang="en" sz="1440" dirty="0">
                <a:solidFill>
                  <a:schemeClr val="dk1"/>
                </a:solidFill>
                <a:latin typeface="IBM Plex Sans Medium"/>
                <a:ea typeface="IBM Plex Sans Medium"/>
                <a:cs typeface="IBM Plex Sans Medium"/>
                <a:sym typeface="IBM Plex Sans Medium"/>
              </a:rPr>
              <a:t>Complex process flows across </a:t>
            </a:r>
            <a:br>
              <a:rPr lang="en" sz="1440" dirty="0">
                <a:solidFill>
                  <a:schemeClr val="dk1"/>
                </a:solidFill>
                <a:latin typeface="IBM Plex Sans Medium"/>
                <a:ea typeface="IBM Plex Sans Medium"/>
                <a:cs typeface="IBM Plex Sans Medium"/>
                <a:sym typeface="IBM Plex Sans Medium"/>
              </a:rPr>
            </a:br>
            <a:r>
              <a:rPr lang="en" sz="1440" dirty="0">
                <a:solidFill>
                  <a:schemeClr val="dk1"/>
                </a:solidFill>
                <a:latin typeface="IBM Plex Sans Medium"/>
                <a:ea typeface="IBM Plex Sans Medium"/>
                <a:cs typeface="IBM Plex Sans Medium"/>
                <a:sym typeface="IBM Plex Sans Medium"/>
              </a:rPr>
              <a:t>people, systems and devices.</a:t>
            </a:r>
            <a:endParaRPr sz="1760" dirty="0">
              <a:latin typeface="IBM Plex Sans Medium"/>
              <a:ea typeface="IBM Plex Sans Medium"/>
              <a:cs typeface="IBM Plex Sans Medium"/>
              <a:sym typeface="IBM Plex Sans Medium"/>
            </a:endParaRPr>
          </a:p>
        </p:txBody>
      </p:sp>
      <p:sp>
        <p:nvSpPr>
          <p:cNvPr id="1281" name="Google Shape;1281;p64"/>
          <p:cNvSpPr txBox="1"/>
          <p:nvPr/>
        </p:nvSpPr>
        <p:spPr>
          <a:xfrm>
            <a:off x="9960787" y="2616559"/>
            <a:ext cx="3000000" cy="627864"/>
          </a:xfrm>
          <a:prstGeom prst="rect">
            <a:avLst/>
          </a:prstGeom>
          <a:noFill/>
          <a:ln>
            <a:noFill/>
          </a:ln>
        </p:spPr>
        <p:txBody>
          <a:bodyPr spcFirstLastPara="1" wrap="square" lIns="91440" tIns="91440" rIns="91440" bIns="91440" anchor="t" anchorCtr="0">
            <a:spAutoFit/>
          </a:bodyPr>
          <a:lstStyle/>
          <a:p>
            <a:pPr algn="ctr"/>
            <a:r>
              <a:rPr lang="en" sz="1440">
                <a:solidFill>
                  <a:schemeClr val="dk1"/>
                </a:solidFill>
                <a:latin typeface="IBM Plex Sans Medium"/>
                <a:ea typeface="IBM Plex Sans Medium"/>
                <a:cs typeface="IBM Plex Sans Medium"/>
                <a:sym typeface="IBM Plex Sans Medium"/>
              </a:rPr>
              <a:t>Your organization toward</a:t>
            </a:r>
            <a:br>
              <a:rPr lang="en" sz="1440">
                <a:solidFill>
                  <a:schemeClr val="dk1"/>
                </a:solidFill>
                <a:latin typeface="IBM Plex Sans Medium"/>
                <a:ea typeface="IBM Plex Sans Medium"/>
                <a:cs typeface="IBM Plex Sans Medium"/>
                <a:sym typeface="IBM Plex Sans Medium"/>
              </a:rPr>
            </a:br>
            <a:r>
              <a:rPr lang="en" sz="1440">
                <a:solidFill>
                  <a:schemeClr val="dk1"/>
                </a:solidFill>
                <a:latin typeface="IBM Plex Sans Medium"/>
                <a:ea typeface="IBM Plex Sans Medium"/>
                <a:cs typeface="IBM Plex Sans Medium"/>
                <a:sym typeface="IBM Plex Sans Medium"/>
              </a:rPr>
              <a:t>a digital future.</a:t>
            </a:r>
            <a:endParaRPr sz="1760">
              <a:latin typeface="IBM Plex Sans Medium"/>
              <a:ea typeface="IBM Plex Sans Medium"/>
              <a:cs typeface="IBM Plex Sans Medium"/>
              <a:sym typeface="IBM Plex Sans Medium"/>
            </a:endParaRPr>
          </a:p>
        </p:txBody>
      </p:sp>
      <p:sp>
        <p:nvSpPr>
          <p:cNvPr id="1282" name="Google Shape;1282;p64"/>
          <p:cNvSpPr txBox="1"/>
          <p:nvPr/>
        </p:nvSpPr>
        <p:spPr>
          <a:xfrm>
            <a:off x="5721787" y="2616559"/>
            <a:ext cx="3000000" cy="406265"/>
          </a:xfrm>
          <a:prstGeom prst="rect">
            <a:avLst/>
          </a:prstGeom>
          <a:noFill/>
          <a:ln>
            <a:noFill/>
          </a:ln>
        </p:spPr>
        <p:txBody>
          <a:bodyPr spcFirstLastPara="1" wrap="square" lIns="91440" tIns="91440" rIns="91440" bIns="91440" anchor="t" anchorCtr="0">
            <a:spAutoFit/>
          </a:bodyPr>
          <a:lstStyle/>
          <a:p>
            <a:pPr algn="ctr"/>
            <a:r>
              <a:rPr lang="en" sz="1440">
                <a:solidFill>
                  <a:schemeClr val="dk1"/>
                </a:solidFill>
                <a:latin typeface="IBM Plex Sans Medium"/>
                <a:ea typeface="IBM Plex Sans Medium"/>
                <a:cs typeface="IBM Plex Sans Medium"/>
                <a:sym typeface="IBM Plex Sans Medium"/>
              </a:rPr>
              <a:t>Any process, anywhere.</a:t>
            </a:r>
            <a:endParaRPr sz="1760">
              <a:latin typeface="IBM Plex Sans Medium"/>
              <a:ea typeface="IBM Plex Sans Medium"/>
              <a:cs typeface="IBM Plex Sans Medium"/>
              <a:sym typeface="IBM Plex Sans Medium"/>
            </a:endParaRPr>
          </a:p>
        </p:txBody>
      </p:sp>
      <p:sp>
        <p:nvSpPr>
          <p:cNvPr id="1283" name="Google Shape;1283;p64"/>
          <p:cNvSpPr txBox="1"/>
          <p:nvPr/>
        </p:nvSpPr>
        <p:spPr>
          <a:xfrm>
            <a:off x="1803352"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dirty="0">
                <a:solidFill>
                  <a:srgbClr val="434343"/>
                </a:solidFill>
                <a:latin typeface="IBM Plex Sans"/>
                <a:ea typeface="IBM Plex Sans"/>
                <a:cs typeface="IBM Plex Sans"/>
                <a:sym typeface="IBM Plex Sans"/>
              </a:rPr>
              <a:t>Orchestrate</a:t>
            </a:r>
            <a:endParaRPr sz="3200" b="1" dirty="0">
              <a:solidFill>
                <a:srgbClr val="434343"/>
              </a:solidFill>
              <a:latin typeface="IBM Plex Sans"/>
              <a:ea typeface="IBM Plex Sans"/>
              <a:cs typeface="IBM Plex Sans"/>
              <a:sym typeface="IBM Plex Sans"/>
            </a:endParaRPr>
          </a:p>
        </p:txBody>
      </p:sp>
      <p:sp>
        <p:nvSpPr>
          <p:cNvPr id="1284" name="Google Shape;1284;p64"/>
          <p:cNvSpPr txBox="1"/>
          <p:nvPr/>
        </p:nvSpPr>
        <p:spPr>
          <a:xfrm>
            <a:off x="6033187"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a:solidFill>
                  <a:srgbClr val="434343"/>
                </a:solidFill>
                <a:latin typeface="IBM Plex Sans"/>
                <a:ea typeface="IBM Plex Sans"/>
                <a:cs typeface="IBM Plex Sans"/>
                <a:sym typeface="IBM Plex Sans"/>
              </a:rPr>
              <a:t>Automate</a:t>
            </a:r>
            <a:endParaRPr sz="3200" b="1">
              <a:solidFill>
                <a:srgbClr val="434343"/>
              </a:solidFill>
              <a:latin typeface="IBM Plex Sans"/>
              <a:ea typeface="IBM Plex Sans"/>
              <a:cs typeface="IBM Plex Sans"/>
              <a:sym typeface="IBM Plex Sans"/>
            </a:endParaRPr>
          </a:p>
        </p:txBody>
      </p:sp>
      <p:sp>
        <p:nvSpPr>
          <p:cNvPr id="1285" name="Google Shape;1285;p64"/>
          <p:cNvSpPr txBox="1"/>
          <p:nvPr/>
        </p:nvSpPr>
        <p:spPr>
          <a:xfrm>
            <a:off x="10272187"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a:solidFill>
                  <a:srgbClr val="434343"/>
                </a:solidFill>
                <a:latin typeface="IBM Plex Sans"/>
                <a:ea typeface="IBM Plex Sans"/>
                <a:cs typeface="IBM Plex Sans"/>
                <a:sym typeface="IBM Plex Sans"/>
              </a:rPr>
              <a:t>Transform</a:t>
            </a:r>
            <a:endParaRPr sz="3200" b="1">
              <a:solidFill>
                <a:srgbClr val="434343"/>
              </a:solidFill>
              <a:latin typeface="IBM Plex Sans"/>
              <a:ea typeface="IBM Plex Sans"/>
              <a:cs typeface="IBM Plex Sans"/>
              <a:sym typeface="IBM Plex Sans"/>
            </a:endParaRPr>
          </a:p>
        </p:txBody>
      </p:sp>
      <p:sp>
        <p:nvSpPr>
          <p:cNvPr id="1286" name="Google Shape;1286;p64"/>
          <p:cNvSpPr/>
          <p:nvPr/>
        </p:nvSpPr>
        <p:spPr>
          <a:xfrm>
            <a:off x="6703826" y="4884165"/>
            <a:ext cx="616320" cy="523200"/>
          </a:xfrm>
          <a:prstGeom prst="roundRect">
            <a:avLst>
              <a:gd name="adj" fmla="val 16667"/>
            </a:avLst>
          </a:prstGeom>
          <a:solidFill>
            <a:schemeClr val="lt1"/>
          </a:solidFill>
          <a:ln>
            <a:noFill/>
          </a:ln>
        </p:spPr>
        <p:txBody>
          <a:bodyPr spcFirstLastPara="1" wrap="square" lIns="91440" tIns="91440" rIns="91440" bIns="91440" anchor="ctr" anchorCtr="0">
            <a:noAutofit/>
          </a:bodyPr>
          <a:lstStyle/>
          <a:p>
            <a:endParaRPr sz="2880"/>
          </a:p>
        </p:txBody>
      </p:sp>
      <p:grpSp>
        <p:nvGrpSpPr>
          <p:cNvPr id="1287" name="Google Shape;1287;p64"/>
          <p:cNvGrpSpPr/>
          <p:nvPr/>
        </p:nvGrpSpPr>
        <p:grpSpPr>
          <a:xfrm>
            <a:off x="1727720" y="3347500"/>
            <a:ext cx="9732938" cy="1673129"/>
            <a:chOff x="1079825" y="2092188"/>
            <a:chExt cx="6083086" cy="1045706"/>
          </a:xfrm>
        </p:grpSpPr>
        <p:cxnSp>
          <p:nvCxnSpPr>
            <p:cNvPr id="1288" name="Google Shape;1288;p64"/>
            <p:cNvCxnSpPr/>
            <p:nvPr/>
          </p:nvCxnSpPr>
          <p:spPr>
            <a:xfrm>
              <a:off x="4495672" y="2245678"/>
              <a:ext cx="0" cy="112200"/>
            </a:xfrm>
            <a:prstGeom prst="straightConnector1">
              <a:avLst/>
            </a:prstGeom>
            <a:noFill/>
            <a:ln w="19050" cap="flat" cmpd="sng">
              <a:solidFill>
                <a:srgbClr val="FC5D0D"/>
              </a:solidFill>
              <a:prstDash val="solid"/>
              <a:round/>
              <a:headEnd type="none" w="med" len="med"/>
              <a:tailEnd type="none" w="med" len="med"/>
            </a:ln>
          </p:spPr>
        </p:cxnSp>
        <p:cxnSp>
          <p:nvCxnSpPr>
            <p:cNvPr id="1289" name="Google Shape;1289;p64"/>
            <p:cNvCxnSpPr/>
            <p:nvPr/>
          </p:nvCxnSpPr>
          <p:spPr>
            <a:xfrm rot="10800000">
              <a:off x="1870114" y="2092188"/>
              <a:ext cx="2625600" cy="141600"/>
            </a:xfrm>
            <a:prstGeom prst="bentConnector3">
              <a:avLst>
                <a:gd name="adj1" fmla="val 100484"/>
              </a:avLst>
            </a:prstGeom>
            <a:noFill/>
            <a:ln w="19050" cap="flat" cmpd="sng">
              <a:solidFill>
                <a:srgbClr val="FC5D0D"/>
              </a:solidFill>
              <a:prstDash val="solid"/>
              <a:round/>
              <a:headEnd type="none" w="med" len="med"/>
              <a:tailEnd type="none" w="med" len="med"/>
            </a:ln>
          </p:spPr>
        </p:cxnSp>
        <p:cxnSp>
          <p:nvCxnSpPr>
            <p:cNvPr id="1290" name="Google Shape;1290;p64"/>
            <p:cNvCxnSpPr/>
            <p:nvPr/>
          </p:nvCxnSpPr>
          <p:spPr>
            <a:xfrm rot="10800000" flipH="1">
              <a:off x="4495611" y="2092188"/>
              <a:ext cx="2667300" cy="141600"/>
            </a:xfrm>
            <a:prstGeom prst="bentConnector3">
              <a:avLst>
                <a:gd name="adj1" fmla="val 100104"/>
              </a:avLst>
            </a:prstGeom>
            <a:noFill/>
            <a:ln w="19050" cap="flat" cmpd="sng">
              <a:solidFill>
                <a:srgbClr val="FC5D0D"/>
              </a:solidFill>
              <a:prstDash val="solid"/>
              <a:round/>
              <a:headEnd type="none" w="med" len="med"/>
              <a:tailEnd type="none" w="med" len="med"/>
            </a:ln>
          </p:spPr>
        </p:cxnSp>
        <p:pic>
          <p:nvPicPr>
            <p:cNvPr id="1291" name="Google Shape;1291;p64"/>
            <p:cNvPicPr preferRelativeResize="0"/>
            <p:nvPr/>
          </p:nvPicPr>
          <p:blipFill>
            <a:blip r:embed="rId3">
              <a:alphaModFix/>
            </a:blip>
            <a:stretch>
              <a:fillRect/>
            </a:stretch>
          </p:blipFill>
          <p:spPr>
            <a:xfrm>
              <a:off x="2477688" y="2447027"/>
              <a:ext cx="3845457" cy="690867"/>
            </a:xfrm>
            <a:prstGeom prst="rect">
              <a:avLst/>
            </a:prstGeom>
            <a:noFill/>
            <a:ln>
              <a:noFill/>
            </a:ln>
          </p:spPr>
        </p:pic>
        <p:sp>
          <p:nvSpPr>
            <p:cNvPr id="1292" name="Google Shape;1292;p64"/>
            <p:cNvSpPr txBox="1"/>
            <p:nvPr/>
          </p:nvSpPr>
          <p:spPr>
            <a:xfrm>
              <a:off x="1079825" y="2540463"/>
              <a:ext cx="1159800" cy="369302"/>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Collaborate</a:t>
              </a:r>
              <a:endParaRPr sz="1920">
                <a:latin typeface="IBM Plex Sans"/>
                <a:ea typeface="IBM Plex Sans"/>
                <a:cs typeface="IBM Plex Sans"/>
                <a:sym typeface="IBM Plex Sans"/>
              </a:endParaRPr>
            </a:p>
          </p:txBody>
        </p:sp>
      </p:grpSp>
      <p:grpSp>
        <p:nvGrpSpPr>
          <p:cNvPr id="1293" name="Google Shape;1293;p64"/>
          <p:cNvGrpSpPr/>
          <p:nvPr/>
        </p:nvGrpSpPr>
        <p:grpSpPr>
          <a:xfrm>
            <a:off x="824400" y="5172991"/>
            <a:ext cx="10462560" cy="1064273"/>
            <a:chOff x="515250" y="3233120"/>
            <a:chExt cx="6539100" cy="665171"/>
          </a:xfrm>
        </p:grpSpPr>
        <p:grpSp>
          <p:nvGrpSpPr>
            <p:cNvPr id="1294" name="Google Shape;1294;p64"/>
            <p:cNvGrpSpPr/>
            <p:nvPr/>
          </p:nvGrpSpPr>
          <p:grpSpPr>
            <a:xfrm>
              <a:off x="1942050" y="3547817"/>
              <a:ext cx="5112300" cy="350474"/>
              <a:chOff x="1942050" y="3547817"/>
              <a:chExt cx="5112300" cy="350474"/>
            </a:xfrm>
          </p:grpSpPr>
          <p:sp>
            <p:nvSpPr>
              <p:cNvPr id="1295" name="Google Shape;1295;p64"/>
              <p:cNvSpPr/>
              <p:nvPr/>
            </p:nvSpPr>
            <p:spPr>
              <a:xfrm>
                <a:off x="1942050" y="3547818"/>
                <a:ext cx="5112300" cy="3504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91440" tIns="91440" rIns="91440" bIns="91440" anchor="ctr" anchorCtr="0">
                <a:noAutofit/>
              </a:bodyPr>
              <a:lstStyle/>
              <a:p>
                <a:endParaRPr sz="2880"/>
              </a:p>
            </p:txBody>
          </p:sp>
          <p:pic>
            <p:nvPicPr>
              <p:cNvPr id="1296" name="Google Shape;1296;p64"/>
              <p:cNvPicPr preferRelativeResize="0"/>
              <p:nvPr/>
            </p:nvPicPr>
            <p:blipFill>
              <a:blip r:embed="rId4">
                <a:alphaModFix/>
              </a:blip>
              <a:stretch>
                <a:fillRect/>
              </a:stretch>
            </p:blipFill>
            <p:spPr>
              <a:xfrm>
                <a:off x="4373628" y="3620168"/>
                <a:ext cx="205764" cy="205772"/>
              </a:xfrm>
              <a:prstGeom prst="rect">
                <a:avLst/>
              </a:prstGeom>
              <a:noFill/>
              <a:ln>
                <a:noFill/>
              </a:ln>
            </p:spPr>
          </p:pic>
          <p:pic>
            <p:nvPicPr>
              <p:cNvPr id="1297" name="Google Shape;1297;p64"/>
              <p:cNvPicPr preferRelativeResize="0"/>
              <p:nvPr/>
            </p:nvPicPr>
            <p:blipFill>
              <a:blip r:embed="rId5">
                <a:alphaModFix/>
              </a:blip>
              <a:stretch>
                <a:fillRect/>
              </a:stretch>
            </p:blipFill>
            <p:spPr>
              <a:xfrm>
                <a:off x="2576062" y="3614349"/>
                <a:ext cx="217405" cy="217410"/>
              </a:xfrm>
              <a:prstGeom prst="rect">
                <a:avLst/>
              </a:prstGeom>
              <a:noFill/>
              <a:ln>
                <a:noFill/>
              </a:ln>
            </p:spPr>
          </p:pic>
          <p:pic>
            <p:nvPicPr>
              <p:cNvPr id="1298" name="Google Shape;1298;p64"/>
              <p:cNvPicPr preferRelativeResize="0"/>
              <p:nvPr/>
            </p:nvPicPr>
            <p:blipFill>
              <a:blip r:embed="rId6">
                <a:alphaModFix/>
              </a:blip>
              <a:stretch>
                <a:fillRect/>
              </a:stretch>
            </p:blipFill>
            <p:spPr>
              <a:xfrm>
                <a:off x="2077223" y="3607758"/>
                <a:ext cx="205765" cy="205768"/>
              </a:xfrm>
              <a:prstGeom prst="rect">
                <a:avLst/>
              </a:prstGeom>
              <a:noFill/>
              <a:ln>
                <a:noFill/>
              </a:ln>
            </p:spPr>
          </p:pic>
          <p:pic>
            <p:nvPicPr>
              <p:cNvPr id="1299" name="Google Shape;1299;p64"/>
              <p:cNvPicPr preferRelativeResize="0"/>
              <p:nvPr/>
            </p:nvPicPr>
            <p:blipFill>
              <a:blip r:embed="rId7">
                <a:alphaModFix/>
              </a:blip>
              <a:stretch>
                <a:fillRect/>
              </a:stretch>
            </p:blipFill>
            <p:spPr>
              <a:xfrm>
                <a:off x="6079227" y="3673560"/>
                <a:ext cx="324008" cy="98988"/>
              </a:xfrm>
              <a:prstGeom prst="rect">
                <a:avLst/>
              </a:prstGeom>
              <a:noFill/>
              <a:ln>
                <a:noFill/>
              </a:ln>
            </p:spPr>
          </p:pic>
          <p:pic>
            <p:nvPicPr>
              <p:cNvPr id="1300" name="Google Shape;1300;p64"/>
              <p:cNvPicPr preferRelativeResize="0"/>
              <p:nvPr/>
            </p:nvPicPr>
            <p:blipFill>
              <a:blip r:embed="rId8">
                <a:alphaModFix/>
              </a:blip>
              <a:stretch>
                <a:fillRect/>
              </a:stretch>
            </p:blipFill>
            <p:spPr>
              <a:xfrm>
                <a:off x="3745445" y="3568787"/>
                <a:ext cx="284051" cy="284051"/>
              </a:xfrm>
              <a:prstGeom prst="rect">
                <a:avLst/>
              </a:prstGeom>
              <a:noFill/>
              <a:ln>
                <a:noFill/>
              </a:ln>
            </p:spPr>
          </p:pic>
          <p:pic>
            <p:nvPicPr>
              <p:cNvPr id="1301" name="Google Shape;1301;p64"/>
              <p:cNvPicPr preferRelativeResize="0"/>
              <p:nvPr/>
            </p:nvPicPr>
            <p:blipFill rotWithShape="1">
              <a:blip r:embed="rId9">
                <a:alphaModFix/>
              </a:blip>
              <a:srcRect t="35267" b="29696"/>
              <a:stretch/>
            </p:blipFill>
            <p:spPr>
              <a:xfrm>
                <a:off x="5371303" y="3650379"/>
                <a:ext cx="414849" cy="145350"/>
              </a:xfrm>
              <a:prstGeom prst="rect">
                <a:avLst/>
              </a:prstGeom>
              <a:noFill/>
              <a:ln>
                <a:noFill/>
              </a:ln>
            </p:spPr>
          </p:pic>
          <p:pic>
            <p:nvPicPr>
              <p:cNvPr id="1302" name="Google Shape;1302;p64"/>
              <p:cNvPicPr preferRelativeResize="0"/>
              <p:nvPr/>
            </p:nvPicPr>
            <p:blipFill>
              <a:blip r:embed="rId10">
                <a:alphaModFix/>
              </a:blip>
              <a:stretch>
                <a:fillRect/>
              </a:stretch>
            </p:blipFill>
            <p:spPr>
              <a:xfrm>
                <a:off x="4872466" y="3620574"/>
                <a:ext cx="205763" cy="204959"/>
              </a:xfrm>
              <a:prstGeom prst="rect">
                <a:avLst/>
              </a:prstGeom>
              <a:noFill/>
              <a:ln>
                <a:noFill/>
              </a:ln>
            </p:spPr>
          </p:pic>
          <p:pic>
            <p:nvPicPr>
              <p:cNvPr id="1303" name="Google Shape;1303;p64"/>
              <p:cNvPicPr preferRelativeResize="0"/>
              <p:nvPr/>
            </p:nvPicPr>
            <p:blipFill>
              <a:blip r:embed="rId11">
                <a:alphaModFix/>
              </a:blip>
              <a:stretch>
                <a:fillRect/>
              </a:stretch>
            </p:blipFill>
            <p:spPr>
              <a:xfrm>
                <a:off x="3086541" y="3547817"/>
                <a:ext cx="350468" cy="350474"/>
              </a:xfrm>
              <a:prstGeom prst="rect">
                <a:avLst/>
              </a:prstGeom>
              <a:noFill/>
              <a:ln>
                <a:noFill/>
              </a:ln>
            </p:spPr>
          </p:pic>
          <p:pic>
            <p:nvPicPr>
              <p:cNvPr id="1304" name="Google Shape;1304;p64"/>
              <p:cNvPicPr preferRelativeResize="0"/>
              <p:nvPr/>
            </p:nvPicPr>
            <p:blipFill>
              <a:blip r:embed="rId12">
                <a:alphaModFix/>
              </a:blip>
              <a:stretch>
                <a:fillRect/>
              </a:stretch>
            </p:blipFill>
            <p:spPr>
              <a:xfrm>
                <a:off x="6696302" y="3583423"/>
                <a:ext cx="205749" cy="284051"/>
              </a:xfrm>
              <a:prstGeom prst="rect">
                <a:avLst/>
              </a:prstGeom>
              <a:noFill/>
              <a:ln>
                <a:noFill/>
              </a:ln>
            </p:spPr>
          </p:pic>
        </p:grpSp>
        <p:sp>
          <p:nvSpPr>
            <p:cNvPr id="1305" name="Google Shape;1305;p64"/>
            <p:cNvSpPr txBox="1"/>
            <p:nvPr/>
          </p:nvSpPr>
          <p:spPr>
            <a:xfrm>
              <a:off x="515250" y="3356287"/>
              <a:ext cx="1159800" cy="369302"/>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Flexibility</a:t>
              </a:r>
              <a:endParaRPr sz="1920">
                <a:latin typeface="IBM Plex Sans"/>
                <a:ea typeface="IBM Plex Sans"/>
                <a:cs typeface="IBM Plex Sans"/>
                <a:sym typeface="IBM Plex Sans"/>
              </a:endParaRPr>
            </a:p>
          </p:txBody>
        </p:sp>
        <p:cxnSp>
          <p:nvCxnSpPr>
            <p:cNvPr id="1306" name="Google Shape;1306;p64"/>
            <p:cNvCxnSpPr>
              <a:stCxn id="1295" idx="1"/>
            </p:cNvCxnSpPr>
            <p:nvPr/>
          </p:nvCxnSpPr>
          <p:spPr>
            <a:xfrm rot="10800000" flipH="1">
              <a:off x="1942050" y="3357318"/>
              <a:ext cx="2930400" cy="365700"/>
            </a:xfrm>
            <a:prstGeom prst="bentConnector3">
              <a:avLst>
                <a:gd name="adj1" fmla="val -8126"/>
              </a:avLst>
            </a:prstGeom>
            <a:noFill/>
            <a:ln w="19050" cap="flat" cmpd="sng">
              <a:solidFill>
                <a:srgbClr val="FC5D0D"/>
              </a:solidFill>
              <a:prstDash val="solid"/>
              <a:round/>
              <a:headEnd type="none" w="med" len="med"/>
              <a:tailEnd type="none" w="med" len="med"/>
            </a:ln>
          </p:spPr>
        </p:cxnSp>
        <p:cxnSp>
          <p:nvCxnSpPr>
            <p:cNvPr id="1307" name="Google Shape;1307;p64"/>
            <p:cNvCxnSpPr>
              <a:stCxn id="1295" idx="3"/>
            </p:cNvCxnSpPr>
            <p:nvPr/>
          </p:nvCxnSpPr>
          <p:spPr>
            <a:xfrm rot="10800000">
              <a:off x="4014150" y="3358818"/>
              <a:ext cx="3040200" cy="364200"/>
            </a:xfrm>
            <a:prstGeom prst="bentConnector3">
              <a:avLst>
                <a:gd name="adj1" fmla="val -7833"/>
              </a:avLst>
            </a:prstGeom>
            <a:noFill/>
            <a:ln w="19050" cap="flat" cmpd="sng">
              <a:solidFill>
                <a:srgbClr val="FC5D0D"/>
              </a:solidFill>
              <a:prstDash val="solid"/>
              <a:round/>
              <a:headEnd type="none" w="med" len="med"/>
              <a:tailEnd type="none" w="med" len="med"/>
            </a:ln>
          </p:spPr>
        </p:cxnSp>
        <p:cxnSp>
          <p:nvCxnSpPr>
            <p:cNvPr id="1308" name="Google Shape;1308;p64"/>
            <p:cNvCxnSpPr/>
            <p:nvPr/>
          </p:nvCxnSpPr>
          <p:spPr>
            <a:xfrm>
              <a:off x="4495672" y="3233120"/>
              <a:ext cx="0" cy="112200"/>
            </a:xfrm>
            <a:prstGeom prst="straightConnector1">
              <a:avLst/>
            </a:prstGeom>
            <a:noFill/>
            <a:ln w="19050" cap="flat" cmpd="sng">
              <a:solidFill>
                <a:srgbClr val="FC5D0D"/>
              </a:solidFill>
              <a:prstDash val="solid"/>
              <a:round/>
              <a:headEnd type="none" w="med" len="med"/>
              <a:tailEnd type="none" w="med" len="med"/>
            </a:ln>
          </p:spPr>
        </p:cxnSp>
      </p:grpSp>
      <p:grpSp>
        <p:nvGrpSpPr>
          <p:cNvPr id="1309" name="Google Shape;1309;p64"/>
          <p:cNvGrpSpPr/>
          <p:nvPr/>
        </p:nvGrpSpPr>
        <p:grpSpPr>
          <a:xfrm>
            <a:off x="629440" y="6536219"/>
            <a:ext cx="11246880" cy="1496939"/>
            <a:chOff x="393400" y="4085138"/>
            <a:chExt cx="7029300" cy="935587"/>
          </a:xfrm>
        </p:grpSpPr>
        <p:sp>
          <p:nvSpPr>
            <p:cNvPr id="1310" name="Google Shape;1310;p64"/>
            <p:cNvSpPr txBox="1"/>
            <p:nvPr/>
          </p:nvSpPr>
          <p:spPr>
            <a:xfrm>
              <a:off x="393400" y="4312734"/>
              <a:ext cx="1159800" cy="553967"/>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All </a:t>
              </a:r>
              <a:br>
                <a:rPr lang="en" sz="1920">
                  <a:latin typeface="IBM Plex Sans"/>
                  <a:ea typeface="IBM Plex Sans"/>
                  <a:cs typeface="IBM Plex Sans"/>
                  <a:sym typeface="IBM Plex Sans"/>
                </a:rPr>
              </a:br>
              <a:r>
                <a:rPr lang="en" sz="1920">
                  <a:latin typeface="IBM Plex Sans"/>
                  <a:ea typeface="IBM Plex Sans"/>
                  <a:cs typeface="IBM Plex Sans"/>
                  <a:sym typeface="IBM Plex Sans"/>
                </a:rPr>
                <a:t>Endpoints</a:t>
              </a:r>
              <a:endParaRPr sz="1920">
                <a:latin typeface="IBM Plex Sans"/>
                <a:ea typeface="IBM Plex Sans"/>
                <a:cs typeface="IBM Plex Sans"/>
                <a:sym typeface="IBM Plex Sans"/>
              </a:endParaRPr>
            </a:p>
          </p:txBody>
        </p:sp>
        <p:grpSp>
          <p:nvGrpSpPr>
            <p:cNvPr id="1311" name="Google Shape;1311;p64"/>
            <p:cNvGrpSpPr/>
            <p:nvPr/>
          </p:nvGrpSpPr>
          <p:grpSpPr>
            <a:xfrm>
              <a:off x="1705597" y="4085138"/>
              <a:ext cx="5717103" cy="935587"/>
              <a:chOff x="1705597" y="4085138"/>
              <a:chExt cx="5717103" cy="935587"/>
            </a:xfrm>
          </p:grpSpPr>
          <p:cxnSp>
            <p:nvCxnSpPr>
              <p:cNvPr id="1312" name="Google Shape;1312;p64"/>
              <p:cNvCxnSpPr/>
              <p:nvPr/>
            </p:nvCxnSpPr>
            <p:spPr>
              <a:xfrm rot="10800000" flipH="1">
                <a:off x="1705597" y="4085502"/>
                <a:ext cx="2847600" cy="587700"/>
              </a:xfrm>
              <a:prstGeom prst="bentConnector3">
                <a:avLst>
                  <a:gd name="adj1" fmla="val -9428"/>
                </a:avLst>
              </a:prstGeom>
              <a:noFill/>
              <a:ln w="19050" cap="flat" cmpd="sng">
                <a:solidFill>
                  <a:srgbClr val="FC5D0D"/>
                </a:solidFill>
                <a:prstDash val="solid"/>
                <a:round/>
                <a:headEnd type="none" w="med" len="med"/>
                <a:tailEnd type="none" w="med" len="med"/>
              </a:ln>
            </p:spPr>
          </p:cxnSp>
          <p:cxnSp>
            <p:nvCxnSpPr>
              <p:cNvPr id="1313" name="Google Shape;1313;p64"/>
              <p:cNvCxnSpPr/>
              <p:nvPr/>
            </p:nvCxnSpPr>
            <p:spPr>
              <a:xfrm rot="10800000">
                <a:off x="4540581" y="4085138"/>
                <a:ext cx="2882100" cy="574800"/>
              </a:xfrm>
              <a:prstGeom prst="bentConnector3">
                <a:avLst>
                  <a:gd name="adj1" fmla="val -10133"/>
                </a:avLst>
              </a:prstGeom>
              <a:noFill/>
              <a:ln w="19050" cap="flat" cmpd="sng">
                <a:solidFill>
                  <a:srgbClr val="FC5D0D"/>
                </a:solidFill>
                <a:prstDash val="solid"/>
                <a:round/>
                <a:headEnd type="none" w="med" len="med"/>
                <a:tailEnd type="none" w="med" len="med"/>
              </a:ln>
            </p:spPr>
          </p:cxnSp>
          <p:grpSp>
            <p:nvGrpSpPr>
              <p:cNvPr id="1314" name="Google Shape;1314;p64"/>
              <p:cNvGrpSpPr/>
              <p:nvPr/>
            </p:nvGrpSpPr>
            <p:grpSpPr>
              <a:xfrm>
                <a:off x="1705600" y="4257225"/>
                <a:ext cx="5717100" cy="763500"/>
                <a:chOff x="1705600" y="4257225"/>
                <a:chExt cx="5717100" cy="763500"/>
              </a:xfrm>
            </p:grpSpPr>
            <p:sp>
              <p:nvSpPr>
                <p:cNvPr id="1315" name="Google Shape;1315;p64"/>
                <p:cNvSpPr/>
                <p:nvPr/>
              </p:nvSpPr>
              <p:spPr>
                <a:xfrm>
                  <a:off x="1705600" y="4257225"/>
                  <a:ext cx="5717100" cy="7635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91440" tIns="91440" rIns="91440" bIns="91440" anchor="ctr" anchorCtr="0">
                  <a:noAutofit/>
                </a:bodyPr>
                <a:lstStyle/>
                <a:p>
                  <a:endParaRPr sz="2880"/>
                </a:p>
              </p:txBody>
            </p:sp>
            <p:pic>
              <p:nvPicPr>
                <p:cNvPr id="1316" name="Google Shape;1316;p64"/>
                <p:cNvPicPr preferRelativeResize="0"/>
                <p:nvPr/>
              </p:nvPicPr>
              <p:blipFill>
                <a:blip r:embed="rId13">
                  <a:alphaModFix/>
                </a:blip>
                <a:stretch>
                  <a:fillRect/>
                </a:stretch>
              </p:blipFill>
              <p:spPr>
                <a:xfrm>
                  <a:off x="5333225" y="4437812"/>
                  <a:ext cx="340925" cy="205337"/>
                </a:xfrm>
                <a:prstGeom prst="rect">
                  <a:avLst/>
                </a:prstGeom>
                <a:noFill/>
                <a:ln>
                  <a:noFill/>
                </a:ln>
              </p:spPr>
            </p:pic>
            <p:pic>
              <p:nvPicPr>
                <p:cNvPr id="1317" name="Google Shape;1317;p64"/>
                <p:cNvPicPr preferRelativeResize="0"/>
                <p:nvPr/>
              </p:nvPicPr>
              <p:blipFill>
                <a:blip r:embed="rId14">
                  <a:alphaModFix/>
                </a:blip>
                <a:stretch>
                  <a:fillRect/>
                </a:stretch>
              </p:blipFill>
              <p:spPr>
                <a:xfrm>
                  <a:off x="2592604" y="4366201"/>
                  <a:ext cx="340928" cy="313695"/>
                </a:xfrm>
                <a:prstGeom prst="rect">
                  <a:avLst/>
                </a:prstGeom>
                <a:noFill/>
                <a:ln>
                  <a:noFill/>
                </a:ln>
              </p:spPr>
            </p:pic>
            <p:pic>
              <p:nvPicPr>
                <p:cNvPr id="1318" name="Google Shape;1318;p64"/>
                <p:cNvPicPr preferRelativeResize="0"/>
                <p:nvPr/>
              </p:nvPicPr>
              <p:blipFill>
                <a:blip r:embed="rId15">
                  <a:alphaModFix/>
                </a:blip>
                <a:stretch>
                  <a:fillRect/>
                </a:stretch>
              </p:blipFill>
              <p:spPr>
                <a:xfrm>
                  <a:off x="3999773" y="4402197"/>
                  <a:ext cx="260006" cy="241721"/>
                </a:xfrm>
                <a:prstGeom prst="rect">
                  <a:avLst/>
                </a:prstGeom>
                <a:noFill/>
                <a:ln>
                  <a:noFill/>
                </a:ln>
              </p:spPr>
            </p:pic>
            <p:pic>
              <p:nvPicPr>
                <p:cNvPr id="1319" name="Google Shape;1319;p64"/>
                <p:cNvPicPr preferRelativeResize="0"/>
                <p:nvPr/>
              </p:nvPicPr>
              <p:blipFill>
                <a:blip r:embed="rId16">
                  <a:alphaModFix/>
                </a:blip>
                <a:stretch>
                  <a:fillRect/>
                </a:stretch>
              </p:blipFill>
              <p:spPr>
                <a:xfrm>
                  <a:off x="1965875" y="4362144"/>
                  <a:ext cx="237900" cy="304206"/>
                </a:xfrm>
                <a:prstGeom prst="rect">
                  <a:avLst/>
                </a:prstGeom>
                <a:noFill/>
                <a:ln>
                  <a:noFill/>
                </a:ln>
              </p:spPr>
            </p:pic>
            <p:pic>
              <p:nvPicPr>
                <p:cNvPr id="1320" name="Google Shape;1320;p64"/>
                <p:cNvPicPr preferRelativeResize="0"/>
                <p:nvPr/>
              </p:nvPicPr>
              <p:blipFill>
                <a:blip r:embed="rId17">
                  <a:alphaModFix/>
                </a:blip>
                <a:stretch>
                  <a:fillRect/>
                </a:stretch>
              </p:blipFill>
              <p:spPr>
                <a:xfrm>
                  <a:off x="4622649" y="4355407"/>
                  <a:ext cx="340929" cy="323775"/>
                </a:xfrm>
                <a:prstGeom prst="rect">
                  <a:avLst/>
                </a:prstGeom>
                <a:noFill/>
                <a:ln>
                  <a:noFill/>
                </a:ln>
              </p:spPr>
            </p:pic>
            <p:pic>
              <p:nvPicPr>
                <p:cNvPr id="1321" name="Google Shape;1321;p64"/>
                <p:cNvPicPr preferRelativeResize="0"/>
                <p:nvPr/>
              </p:nvPicPr>
              <p:blipFill>
                <a:blip r:embed="rId18">
                  <a:alphaModFix/>
                </a:blip>
                <a:stretch>
                  <a:fillRect/>
                </a:stretch>
              </p:blipFill>
              <p:spPr>
                <a:xfrm>
                  <a:off x="6066572" y="4395222"/>
                  <a:ext cx="340925" cy="298701"/>
                </a:xfrm>
                <a:prstGeom prst="rect">
                  <a:avLst/>
                </a:prstGeom>
                <a:noFill/>
                <a:ln>
                  <a:noFill/>
                </a:ln>
              </p:spPr>
            </p:pic>
            <p:sp>
              <p:nvSpPr>
                <p:cNvPr id="1322" name="Google Shape;1322;p64"/>
                <p:cNvSpPr txBox="1"/>
                <p:nvPr/>
              </p:nvSpPr>
              <p:spPr>
                <a:xfrm>
                  <a:off x="1838274" y="4688470"/>
                  <a:ext cx="4857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Human Work</a:t>
                  </a:r>
                  <a:endParaRPr sz="1120" b="1">
                    <a:latin typeface="IBM Plex Sans"/>
                    <a:ea typeface="IBM Plex Sans"/>
                    <a:cs typeface="IBM Plex Sans"/>
                    <a:sym typeface="IBM Plex Sans"/>
                  </a:endParaRPr>
                </a:p>
              </p:txBody>
            </p:sp>
            <p:sp>
              <p:nvSpPr>
                <p:cNvPr id="1323" name="Google Shape;1323;p64"/>
                <p:cNvSpPr txBox="1"/>
                <p:nvPr/>
              </p:nvSpPr>
              <p:spPr>
                <a:xfrm>
                  <a:off x="3162077" y="4688470"/>
                  <a:ext cx="5598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Business Rules</a:t>
                  </a:r>
                  <a:endParaRPr sz="1120" b="1">
                    <a:latin typeface="IBM Plex Sans"/>
                    <a:ea typeface="IBM Plex Sans"/>
                    <a:cs typeface="IBM Plex Sans"/>
                    <a:sym typeface="IBM Plex Sans"/>
                  </a:endParaRPr>
                </a:p>
              </p:txBody>
            </p:sp>
            <p:sp>
              <p:nvSpPr>
                <p:cNvPr id="1324" name="Google Shape;1324;p64"/>
                <p:cNvSpPr txBox="1"/>
                <p:nvPr/>
              </p:nvSpPr>
              <p:spPr>
                <a:xfrm>
                  <a:off x="4444646" y="4690995"/>
                  <a:ext cx="7119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RPA</a:t>
                  </a:r>
                  <a:endParaRPr sz="1120" b="1">
                    <a:latin typeface="IBM Plex Sans"/>
                    <a:ea typeface="IBM Plex Sans"/>
                    <a:cs typeface="IBM Plex Sans"/>
                    <a:sym typeface="IBM Plex Sans"/>
                  </a:endParaRPr>
                </a:p>
              </p:txBody>
            </p:sp>
            <p:sp>
              <p:nvSpPr>
                <p:cNvPr id="1325" name="Google Shape;1325;p64"/>
                <p:cNvSpPr txBox="1"/>
                <p:nvPr/>
              </p:nvSpPr>
              <p:spPr>
                <a:xfrm>
                  <a:off x="2397637" y="4694845"/>
                  <a:ext cx="7119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AI</a:t>
                  </a:r>
                  <a:endParaRPr sz="1120" b="1">
                    <a:latin typeface="IBM Plex Sans"/>
                    <a:ea typeface="IBM Plex Sans"/>
                    <a:cs typeface="IBM Plex Sans"/>
                    <a:sym typeface="IBM Plex Sans"/>
                  </a:endParaRPr>
                </a:p>
              </p:txBody>
            </p:sp>
            <p:sp>
              <p:nvSpPr>
                <p:cNvPr id="1326" name="Google Shape;1326;p64"/>
                <p:cNvSpPr txBox="1"/>
                <p:nvPr/>
              </p:nvSpPr>
              <p:spPr>
                <a:xfrm>
                  <a:off x="5996119" y="4694845"/>
                  <a:ext cx="485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IoT</a:t>
                  </a:r>
                  <a:endParaRPr sz="1120" b="1">
                    <a:latin typeface="IBM Plex Sans"/>
                    <a:ea typeface="IBM Plex Sans"/>
                    <a:cs typeface="IBM Plex Sans"/>
                    <a:sym typeface="IBM Plex Sans"/>
                  </a:endParaRPr>
                </a:p>
              </p:txBody>
            </p:sp>
            <p:sp>
              <p:nvSpPr>
                <p:cNvPr id="1327" name="Google Shape;1327;p64"/>
                <p:cNvSpPr txBox="1"/>
                <p:nvPr/>
              </p:nvSpPr>
              <p:spPr>
                <a:xfrm>
                  <a:off x="5253631" y="4694845"/>
                  <a:ext cx="485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API</a:t>
                  </a:r>
                  <a:endParaRPr sz="1120" b="1">
                    <a:latin typeface="IBM Plex Sans"/>
                    <a:ea typeface="IBM Plex Sans"/>
                    <a:cs typeface="IBM Plex Sans"/>
                    <a:sym typeface="IBM Plex Sans"/>
                  </a:endParaRPr>
                </a:p>
              </p:txBody>
            </p:sp>
            <p:sp>
              <p:nvSpPr>
                <p:cNvPr id="1328" name="Google Shape;1328;p64"/>
                <p:cNvSpPr txBox="1"/>
                <p:nvPr/>
              </p:nvSpPr>
              <p:spPr>
                <a:xfrm>
                  <a:off x="3801545" y="4690995"/>
                  <a:ext cx="7119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Micro</a:t>
                  </a:r>
                  <a:br>
                    <a:rPr lang="en" sz="1120" b="1">
                      <a:latin typeface="IBM Plex Sans"/>
                      <a:ea typeface="IBM Plex Sans"/>
                      <a:cs typeface="IBM Plex Sans"/>
                      <a:sym typeface="IBM Plex Sans"/>
                    </a:rPr>
                  </a:br>
                  <a:r>
                    <a:rPr lang="en" sz="1120" b="1">
                      <a:latin typeface="IBM Plex Sans"/>
                      <a:ea typeface="IBM Plex Sans"/>
                      <a:cs typeface="IBM Plex Sans"/>
                      <a:sym typeface="IBM Plex Sans"/>
                    </a:rPr>
                    <a:t>Services</a:t>
                  </a:r>
                  <a:endParaRPr sz="1120" b="1">
                    <a:latin typeface="IBM Plex Sans"/>
                    <a:ea typeface="IBM Plex Sans"/>
                    <a:cs typeface="IBM Plex Sans"/>
                    <a:sym typeface="IBM Plex Sans"/>
                  </a:endParaRPr>
                </a:p>
              </p:txBody>
            </p:sp>
            <p:sp>
              <p:nvSpPr>
                <p:cNvPr id="1329" name="Google Shape;1329;p64"/>
                <p:cNvSpPr txBox="1"/>
                <p:nvPr/>
              </p:nvSpPr>
              <p:spPr>
                <a:xfrm>
                  <a:off x="6567875" y="4693550"/>
                  <a:ext cx="806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Systems</a:t>
                  </a:r>
                  <a:br>
                    <a:rPr lang="en" sz="1120" b="1">
                      <a:latin typeface="IBM Plex Sans"/>
                      <a:ea typeface="IBM Plex Sans"/>
                      <a:cs typeface="IBM Plex Sans"/>
                      <a:sym typeface="IBM Plex Sans"/>
                    </a:rPr>
                  </a:br>
                  <a:r>
                    <a:rPr lang="en" sz="800" b="1">
                      <a:solidFill>
                        <a:schemeClr val="dk1"/>
                      </a:solidFill>
                      <a:latin typeface="IBM Plex Sans"/>
                      <a:ea typeface="IBM Plex Sans"/>
                      <a:cs typeface="IBM Plex Sans"/>
                      <a:sym typeface="IBM Plex Sans"/>
                    </a:rPr>
                    <a:t>(legacy + homegrown)</a:t>
                  </a:r>
                  <a:endParaRPr sz="1120" b="1">
                    <a:latin typeface="IBM Plex Sans"/>
                    <a:ea typeface="IBM Plex Sans"/>
                    <a:cs typeface="IBM Plex Sans"/>
                    <a:sym typeface="IBM Plex Sans"/>
                  </a:endParaRPr>
                </a:p>
              </p:txBody>
            </p:sp>
            <p:grpSp>
              <p:nvGrpSpPr>
                <p:cNvPr id="1330" name="Google Shape;1330;p64"/>
                <p:cNvGrpSpPr/>
                <p:nvPr/>
              </p:nvGrpSpPr>
              <p:grpSpPr>
                <a:xfrm>
                  <a:off x="3295241" y="4347598"/>
                  <a:ext cx="316136" cy="315371"/>
                  <a:chOff x="3339436" y="4040935"/>
                  <a:chExt cx="322226" cy="321413"/>
                </a:xfrm>
              </p:grpSpPr>
              <p:sp>
                <p:nvSpPr>
                  <p:cNvPr id="1331" name="Google Shape;1331;p64"/>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332" name="Google Shape;1332;p64"/>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grpSp>
        <p:grpSp>
          <p:nvGrpSpPr>
            <p:cNvPr id="1333" name="Google Shape;1333;p64"/>
            <p:cNvGrpSpPr/>
            <p:nvPr/>
          </p:nvGrpSpPr>
          <p:grpSpPr>
            <a:xfrm>
              <a:off x="6828159" y="4344770"/>
              <a:ext cx="237922" cy="364199"/>
              <a:chOff x="8227870" y="3802403"/>
              <a:chExt cx="275788" cy="422211"/>
            </a:xfrm>
          </p:grpSpPr>
          <p:grpSp>
            <p:nvGrpSpPr>
              <p:cNvPr id="1334" name="Google Shape;1334;p64"/>
              <p:cNvGrpSpPr/>
              <p:nvPr/>
            </p:nvGrpSpPr>
            <p:grpSpPr>
              <a:xfrm>
                <a:off x="8438454" y="3805893"/>
                <a:ext cx="65203" cy="132254"/>
                <a:chOff x="8496750" y="3865075"/>
                <a:chExt cx="76909" cy="155978"/>
              </a:xfrm>
            </p:grpSpPr>
            <p:sp>
              <p:nvSpPr>
                <p:cNvPr id="1335" name="Google Shape;1335;p64"/>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36" name="Google Shape;1336;p64"/>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pic>
            <p:nvPicPr>
              <p:cNvPr id="1337" name="Google Shape;1337;p64"/>
              <p:cNvPicPr preferRelativeResize="0"/>
              <p:nvPr/>
            </p:nvPicPr>
            <p:blipFill>
              <a:blip r:embed="rId19">
                <a:alphaModFix/>
              </a:blip>
              <a:stretch>
                <a:fillRect/>
              </a:stretch>
            </p:blipFill>
            <p:spPr>
              <a:xfrm>
                <a:off x="8227870" y="3802403"/>
                <a:ext cx="155974" cy="155974"/>
              </a:xfrm>
              <a:prstGeom prst="rect">
                <a:avLst/>
              </a:prstGeom>
              <a:noFill/>
              <a:ln>
                <a:noFill/>
              </a:ln>
            </p:spPr>
          </p:pic>
          <p:grpSp>
            <p:nvGrpSpPr>
              <p:cNvPr id="1338" name="Google Shape;1338;p64"/>
              <p:cNvGrpSpPr/>
              <p:nvPr/>
            </p:nvGrpSpPr>
            <p:grpSpPr>
              <a:xfrm>
                <a:off x="8284038" y="4037650"/>
                <a:ext cx="219267" cy="186963"/>
                <a:chOff x="1485475" y="3908425"/>
                <a:chExt cx="245375" cy="209225"/>
              </a:xfrm>
            </p:grpSpPr>
            <p:sp>
              <p:nvSpPr>
                <p:cNvPr id="1339" name="Google Shape;1339;p64"/>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40" name="Google Shape;1340;p64"/>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41" name="Google Shape;1341;p64"/>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sp>
            <p:nvSpPr>
              <p:cNvPr id="1342" name="Google Shape;1342;p64"/>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87"/>
                                        </p:tgtEl>
                                        <p:attrNameLst>
                                          <p:attrName>style.visibility</p:attrName>
                                        </p:attrNameLst>
                                      </p:cBhvr>
                                      <p:to>
                                        <p:strVal val="visible"/>
                                      </p:to>
                                    </p:set>
                                    <p:animEffect transition="in" filter="fade">
                                      <p:cBhvr>
                                        <p:cTn id="7" dur="1000"/>
                                        <p:tgtEl>
                                          <p:spTgt spid="12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3"/>
                                        </p:tgtEl>
                                        <p:attrNameLst>
                                          <p:attrName>style.visibility</p:attrName>
                                        </p:attrNameLst>
                                      </p:cBhvr>
                                      <p:to>
                                        <p:strVal val="visible"/>
                                      </p:to>
                                    </p:set>
                                    <p:animEffect transition="in" filter="fade">
                                      <p:cBhvr>
                                        <p:cTn id="12" dur="1000"/>
                                        <p:tgtEl>
                                          <p:spTgt spid="12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09"/>
                                        </p:tgtEl>
                                        <p:attrNameLst>
                                          <p:attrName>style.visibility</p:attrName>
                                        </p:attrNameLst>
                                      </p:cBhvr>
                                      <p:to>
                                        <p:strVal val="visible"/>
                                      </p:to>
                                    </p:set>
                                    <p:animEffect transition="in" filter="fade">
                                      <p:cBhvr>
                                        <p:cTn id="17" dur="1000"/>
                                        <p:tgtEl>
                                          <p:spTgt spid="1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FD1FDB-11BE-0753-01AB-773CEAC21039}"/>
              </a:ext>
            </a:extLst>
          </p:cNvPr>
          <p:cNvSpPr>
            <a:spLocks noGrp="1"/>
          </p:cNvSpPr>
          <p:nvPr>
            <p:ph type="sldNum" idx="12"/>
          </p:nvPr>
        </p:nvSpPr>
        <p:spPr/>
        <p:txBody>
          <a:bodyPr/>
          <a:lstStyle/>
          <a:p>
            <a:fld id="{00000000-1234-1234-1234-123412341234}" type="slidenum">
              <a:rPr lang="en" smtClean="0"/>
              <a:pPr/>
              <a:t>5</a:t>
            </a:fld>
            <a:endParaRPr lang="en"/>
          </a:p>
        </p:txBody>
      </p:sp>
      <p:pic>
        <p:nvPicPr>
          <p:cNvPr id="18" name="Picture Placeholder 17" descr="Diagram, schematic&#10;&#10;Description automatically generated">
            <a:extLst>
              <a:ext uri="{FF2B5EF4-FFF2-40B4-BE49-F238E27FC236}">
                <a16:creationId xmlns:a16="http://schemas.microsoft.com/office/drawing/2014/main" id="{650A2C49-0329-1B84-3761-0B4C2A6D1764}"/>
              </a:ext>
            </a:extLst>
          </p:cNvPr>
          <p:cNvPicPr>
            <a:picLocks noGrp="1" noChangeAspect="1"/>
          </p:cNvPicPr>
          <p:nvPr>
            <p:ph type="pic" idx="3"/>
          </p:nvPr>
        </p:nvPicPr>
        <p:blipFill>
          <a:blip r:embed="rId2">
            <a:extLst>
              <a:ext uri="{28A0092B-C50C-407E-A947-70E740481C1C}">
                <a14:useLocalDpi xmlns:a14="http://schemas.microsoft.com/office/drawing/2010/main" val="0"/>
              </a:ext>
            </a:extLst>
          </a:blip>
          <a:srcRect t="1366" b="1366"/>
          <a:stretch>
            <a:fillRect/>
          </a:stretch>
        </p:blipFill>
        <p:spPr>
          <a:xfrm>
            <a:off x="322385" y="1139404"/>
            <a:ext cx="8528540" cy="6721790"/>
          </a:xfrm>
        </p:spPr>
      </p:pic>
      <p:sp>
        <p:nvSpPr>
          <p:cNvPr id="14" name="object 11">
            <a:extLst>
              <a:ext uri="{FF2B5EF4-FFF2-40B4-BE49-F238E27FC236}">
                <a16:creationId xmlns:a16="http://schemas.microsoft.com/office/drawing/2014/main" id="{2380322B-2314-B1CE-E83A-1BE10A9A3214}"/>
              </a:ext>
            </a:extLst>
          </p:cNvPr>
          <p:cNvSpPr txBox="1">
            <a:spLocks/>
          </p:cNvSpPr>
          <p:nvPr/>
        </p:nvSpPr>
        <p:spPr>
          <a:xfrm>
            <a:off x="304800" y="326410"/>
            <a:ext cx="937260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IN" sz="4050" kern="0" spc="-114" dirty="0">
                <a:solidFill>
                  <a:schemeClr val="tx1"/>
                </a:solidFill>
                <a:latin typeface="IBM Plex Sans" panose="020B0503050203000203" pitchFamily="34" charset="0"/>
              </a:rPr>
              <a:t>Canned Report Architecture Diagram</a:t>
            </a:r>
            <a:endParaRPr lang="en-IN" sz="3350" kern="0" dirty="0">
              <a:solidFill>
                <a:schemeClr val="tx1"/>
              </a:solidFill>
              <a:latin typeface="IBM Plex Sans" panose="020B0503050203000203" pitchFamily="34" charset="0"/>
              <a:cs typeface="D-DIN Condensed"/>
            </a:endParaRPr>
          </a:p>
        </p:txBody>
      </p:sp>
      <p:pic>
        <p:nvPicPr>
          <p:cNvPr id="15" name="Picture 14" descr="CAT Logo and symbol, meaning, history, PNG, brand">
            <a:extLst>
              <a:ext uri="{FF2B5EF4-FFF2-40B4-BE49-F238E27FC236}">
                <a16:creationId xmlns:a16="http://schemas.microsoft.com/office/drawing/2014/main" id="{863212E0-535E-959B-D1E6-9A8F65E7C2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163;p61">
            <a:extLst>
              <a:ext uri="{FF2B5EF4-FFF2-40B4-BE49-F238E27FC236}">
                <a16:creationId xmlns:a16="http://schemas.microsoft.com/office/drawing/2014/main" id="{21B605E1-76B4-40F7-6361-E7E36E1FAAC1}"/>
              </a:ext>
            </a:extLst>
          </p:cNvPr>
          <p:cNvSpPr txBox="1"/>
          <p:nvPr/>
        </p:nvSpPr>
        <p:spPr>
          <a:xfrm flipH="1">
            <a:off x="9182539" y="2054648"/>
            <a:ext cx="4619695"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latin typeface="IBM Plex Sans"/>
                <a:sym typeface="IBM Plex Sans"/>
              </a:rPr>
              <a:t>Get unparalleled speed, scale and resilience. </a:t>
            </a:r>
            <a:endParaRPr sz="2000" baseline="30000" dirty="0">
              <a:latin typeface="IBM Plex Sans"/>
              <a:ea typeface="IBM Plex Sans"/>
              <a:cs typeface="IBM Plex Sans"/>
              <a:sym typeface="IBM Plex Sans"/>
            </a:endParaRPr>
          </a:p>
        </p:txBody>
      </p:sp>
      <p:sp>
        <p:nvSpPr>
          <p:cNvPr id="7" name="object 11">
            <a:extLst>
              <a:ext uri="{FF2B5EF4-FFF2-40B4-BE49-F238E27FC236}">
                <a16:creationId xmlns:a16="http://schemas.microsoft.com/office/drawing/2014/main" id="{85BA43AF-D29E-FE1B-539D-8356671D7A2B}"/>
              </a:ext>
            </a:extLst>
          </p:cNvPr>
          <p:cNvSpPr txBox="1">
            <a:spLocks/>
          </p:cNvSpPr>
          <p:nvPr/>
        </p:nvSpPr>
        <p:spPr>
          <a:xfrm>
            <a:off x="8962978" y="1414729"/>
            <a:ext cx="382842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US" sz="3600" kern="0" dirty="0">
                <a:solidFill>
                  <a:schemeClr val="tx1"/>
                </a:solidFill>
                <a:latin typeface="IBM Plex Sans" panose="020B0503050203000203" pitchFamily="34" charset="0"/>
                <a:cs typeface="D-DIN Condensed"/>
              </a:rPr>
              <a:t>Benefits</a:t>
            </a:r>
            <a:endParaRPr lang="en-IN" sz="3600" kern="0" dirty="0">
              <a:solidFill>
                <a:schemeClr val="tx1"/>
              </a:solidFill>
              <a:latin typeface="IBM Plex Sans" panose="020B0503050203000203" pitchFamily="34" charset="0"/>
              <a:cs typeface="D-DIN Condensed"/>
            </a:endParaRPr>
          </a:p>
        </p:txBody>
      </p:sp>
    </p:spTree>
    <p:extLst>
      <p:ext uri="{BB962C8B-B14F-4D97-AF65-F5344CB8AC3E}">
        <p14:creationId xmlns:p14="http://schemas.microsoft.com/office/powerpoint/2010/main" val="1095801846"/>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FD1FDB-11BE-0753-01AB-773CEAC21039}"/>
              </a:ext>
            </a:extLst>
          </p:cNvPr>
          <p:cNvSpPr>
            <a:spLocks noGrp="1"/>
          </p:cNvSpPr>
          <p:nvPr>
            <p:ph type="sldNum" idx="12"/>
          </p:nvPr>
        </p:nvSpPr>
        <p:spPr/>
        <p:txBody>
          <a:bodyPr/>
          <a:lstStyle/>
          <a:p>
            <a:fld id="{00000000-1234-1234-1234-123412341234}" type="slidenum">
              <a:rPr lang="en" smtClean="0"/>
              <a:pPr/>
              <a:t>6</a:t>
            </a:fld>
            <a:endParaRPr lang="en"/>
          </a:p>
        </p:txBody>
      </p:sp>
      <p:sp>
        <p:nvSpPr>
          <p:cNvPr id="14" name="object 11">
            <a:extLst>
              <a:ext uri="{FF2B5EF4-FFF2-40B4-BE49-F238E27FC236}">
                <a16:creationId xmlns:a16="http://schemas.microsoft.com/office/drawing/2014/main" id="{2380322B-2314-B1CE-E83A-1BE10A9A3214}"/>
              </a:ext>
            </a:extLst>
          </p:cNvPr>
          <p:cNvSpPr txBox="1">
            <a:spLocks/>
          </p:cNvSpPr>
          <p:nvPr/>
        </p:nvSpPr>
        <p:spPr>
          <a:xfrm>
            <a:off x="304800" y="326410"/>
            <a:ext cx="937260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IN" sz="4050" kern="0" spc="-114" dirty="0">
                <a:solidFill>
                  <a:schemeClr val="tx1"/>
                </a:solidFill>
                <a:latin typeface="IBM Plex Sans" panose="020B0503050203000203" pitchFamily="34" charset="0"/>
              </a:rPr>
              <a:t>Camunda Architecture Diagram</a:t>
            </a:r>
            <a:endParaRPr lang="en-IN" sz="3350" kern="0" dirty="0">
              <a:solidFill>
                <a:schemeClr val="tx1"/>
              </a:solidFill>
              <a:latin typeface="IBM Plex Sans" panose="020B0503050203000203" pitchFamily="34" charset="0"/>
              <a:cs typeface="D-DIN Condensed"/>
            </a:endParaRPr>
          </a:p>
        </p:txBody>
      </p:sp>
      <p:pic>
        <p:nvPicPr>
          <p:cNvPr id="15" name="Picture 14" descr="CAT Logo and symbol, meaning, history, PNG, brand">
            <a:extLst>
              <a:ext uri="{FF2B5EF4-FFF2-40B4-BE49-F238E27FC236}">
                <a16:creationId xmlns:a16="http://schemas.microsoft.com/office/drawing/2014/main" id="{863212E0-535E-959B-D1E6-9A8F65E7C2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Placeholder 17">
            <a:extLst>
              <a:ext uri="{FF2B5EF4-FFF2-40B4-BE49-F238E27FC236}">
                <a16:creationId xmlns:a16="http://schemas.microsoft.com/office/drawing/2014/main" id="{F99E9B25-DEBB-6D4C-402E-F95396FE7F5A}"/>
              </a:ext>
            </a:extLst>
          </p:cNvPr>
          <p:cNvPicPr>
            <a:picLocks noChangeAspect="1"/>
          </p:cNvPicPr>
          <p:nvPr/>
        </p:nvPicPr>
        <p:blipFill>
          <a:blip r:embed="rId3">
            <a:extLst>
              <a:ext uri="{28A0092B-C50C-407E-A947-70E740481C1C}">
                <a14:useLocalDpi xmlns:a14="http://schemas.microsoft.com/office/drawing/2010/main" val="0"/>
              </a:ext>
            </a:extLst>
          </a:blip>
          <a:srcRect t="3924" b="3924"/>
          <a:stretch/>
        </p:blipFill>
        <p:spPr>
          <a:xfrm>
            <a:off x="304800" y="1414729"/>
            <a:ext cx="8229600" cy="6486181"/>
          </a:xfrm>
          <a:prstGeom prst="roundRect">
            <a:avLst>
              <a:gd name="adj" fmla="val 16667"/>
            </a:avLst>
          </a:prstGeom>
          <a:noFill/>
          <a:ln>
            <a:noFill/>
          </a:ln>
        </p:spPr>
      </p:pic>
      <p:sp>
        <p:nvSpPr>
          <p:cNvPr id="21" name="object 11">
            <a:extLst>
              <a:ext uri="{FF2B5EF4-FFF2-40B4-BE49-F238E27FC236}">
                <a16:creationId xmlns:a16="http://schemas.microsoft.com/office/drawing/2014/main" id="{90EC6E10-4007-5E13-BF40-83336B5AB197}"/>
              </a:ext>
            </a:extLst>
          </p:cNvPr>
          <p:cNvSpPr txBox="1">
            <a:spLocks/>
          </p:cNvSpPr>
          <p:nvPr/>
        </p:nvSpPr>
        <p:spPr>
          <a:xfrm>
            <a:off x="8962978" y="1414729"/>
            <a:ext cx="382842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US" sz="3600" kern="0" dirty="0">
                <a:solidFill>
                  <a:schemeClr val="tx1"/>
                </a:solidFill>
                <a:latin typeface="IBM Plex Sans" panose="020B0503050203000203" pitchFamily="34" charset="0"/>
                <a:cs typeface="D-DIN Condensed"/>
              </a:rPr>
              <a:t>Benefits</a:t>
            </a:r>
            <a:endParaRPr lang="en-IN" sz="3600" kern="0" dirty="0">
              <a:solidFill>
                <a:schemeClr val="tx1"/>
              </a:solidFill>
              <a:latin typeface="IBM Plex Sans" panose="020B0503050203000203" pitchFamily="34" charset="0"/>
              <a:cs typeface="D-DIN Condensed"/>
            </a:endParaRPr>
          </a:p>
        </p:txBody>
      </p:sp>
      <p:sp>
        <p:nvSpPr>
          <p:cNvPr id="5" name="Google Shape;1163;p61">
            <a:extLst>
              <a:ext uri="{FF2B5EF4-FFF2-40B4-BE49-F238E27FC236}">
                <a16:creationId xmlns:a16="http://schemas.microsoft.com/office/drawing/2014/main" id="{49AEBAC4-9304-241B-F114-FFD4F03B80C8}"/>
              </a:ext>
            </a:extLst>
          </p:cNvPr>
          <p:cNvSpPr txBox="1"/>
          <p:nvPr/>
        </p:nvSpPr>
        <p:spPr>
          <a:xfrm flipH="1">
            <a:off x="9199288" y="2209800"/>
            <a:ext cx="4619695"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latin typeface="IBM Plex Sans"/>
                <a:sym typeface="IBM Plex Sans"/>
              </a:rPr>
              <a:t>Get unparalleled speed, scale and resilience. </a:t>
            </a:r>
            <a:endParaRPr sz="2000" baseline="30000" dirty="0">
              <a:latin typeface="IBM Plex Sans"/>
              <a:ea typeface="IBM Plex Sans"/>
              <a:cs typeface="IBM Plex Sans"/>
              <a:sym typeface="IBM Plex Sans"/>
            </a:endParaRPr>
          </a:p>
        </p:txBody>
      </p:sp>
    </p:spTree>
    <p:extLst>
      <p:ext uri="{BB962C8B-B14F-4D97-AF65-F5344CB8AC3E}">
        <p14:creationId xmlns:p14="http://schemas.microsoft.com/office/powerpoint/2010/main" val="2140688225"/>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7</a:t>
            </a:fld>
            <a:endParaRPr lang="en-US" dirty="0">
              <a:solidFill>
                <a:schemeClr val="bg1"/>
              </a:solidFill>
              <a:latin typeface="IBM Plex Sans" panose="020B0503050203000203" pitchFamily="34" charset="0"/>
            </a:endParaRPr>
          </a:p>
        </p:txBody>
      </p:sp>
      <p:sp>
        <p:nvSpPr>
          <p:cNvPr id="15" name="object 11"/>
          <p:cNvSpPr txBox="1">
            <a:spLocks/>
          </p:cNvSpPr>
          <p:nvPr/>
        </p:nvSpPr>
        <p:spPr>
          <a:xfrm>
            <a:off x="-914400" y="3152164"/>
            <a:ext cx="5029200" cy="1925271"/>
          </a:xfrm>
          <a:prstGeom prst="rect">
            <a:avLst/>
          </a:prstGeom>
        </p:spPr>
        <p:txBody>
          <a:bodyPr vert="horz" wrap="square" lIns="0" tIns="11430" rIns="0" bIns="0" rtlCol="0">
            <a:spAutoFit/>
          </a:bodyPr>
          <a:lstStyle>
            <a:lvl1pPr>
              <a:defRPr>
                <a:latin typeface="+mj-lt"/>
                <a:ea typeface="+mj-ea"/>
                <a:cs typeface="+mj-cs"/>
              </a:defRPr>
            </a:lvl1pPr>
          </a:lstStyle>
          <a:p>
            <a:pPr marL="579120" lvl="1" algn="r">
              <a:lnSpc>
                <a:spcPts val="4815"/>
              </a:lnSpc>
              <a:spcBef>
                <a:spcPts val="90"/>
              </a:spcBef>
            </a:pPr>
            <a:r>
              <a:rPr lang="en-IN" sz="6000" kern="0" spc="-170" dirty="0">
                <a:solidFill>
                  <a:srgbClr val="F6D33C"/>
                </a:solidFill>
                <a:latin typeface="IBM Plex Sans" panose="020B0503050203000203" pitchFamily="34" charset="0"/>
              </a:rPr>
              <a:t>CAMUNDA </a:t>
            </a:r>
          </a:p>
          <a:p>
            <a:pPr marL="579120" lvl="1" algn="r">
              <a:lnSpc>
                <a:spcPts val="4815"/>
              </a:lnSpc>
              <a:spcBef>
                <a:spcPts val="90"/>
              </a:spcBef>
            </a:pPr>
            <a:r>
              <a:rPr lang="en-IN" sz="6000" kern="0" spc="-170" dirty="0">
                <a:solidFill>
                  <a:srgbClr val="F6D33C"/>
                </a:solidFill>
                <a:latin typeface="IBM Plex Sans" panose="020B0503050203000203" pitchFamily="34" charset="0"/>
              </a:rPr>
              <a:t>SOLUTION </a:t>
            </a:r>
          </a:p>
          <a:p>
            <a:pPr marL="579120" lvl="1" algn="r">
              <a:lnSpc>
                <a:spcPts val="4815"/>
              </a:lnSpc>
              <a:spcBef>
                <a:spcPts val="90"/>
              </a:spcBef>
            </a:pPr>
            <a:r>
              <a:rPr lang="en-IN" sz="6000" kern="0" spc="-170" dirty="0">
                <a:solidFill>
                  <a:srgbClr val="F6D33C"/>
                </a:solidFill>
                <a:latin typeface="IBM Plex Sans" panose="020B0503050203000203" pitchFamily="34" charset="0"/>
              </a:rPr>
              <a:t>DEMO</a:t>
            </a:r>
            <a:endParaRPr lang="en-IN" sz="7200" kern="0" dirty="0">
              <a:solidFill>
                <a:srgbClr val="F6D33C"/>
              </a:solidFill>
              <a:latin typeface="IBM Plex Sans" panose="020B0503050203000203" pitchFamily="34" charset="0"/>
              <a:cs typeface="D-DIN Condensed"/>
            </a:endParaRPr>
          </a:p>
        </p:txBody>
      </p:sp>
      <p:pic>
        <p:nvPicPr>
          <p:cNvPr id="4" name="Picture 3" descr="CAT Logo and symbol, meaning, history, PNG, brand">
            <a:extLst>
              <a:ext uri="{FF2B5EF4-FFF2-40B4-BE49-F238E27FC236}">
                <a16:creationId xmlns:a16="http://schemas.microsoft.com/office/drawing/2014/main" id="{16AEA647-EBB7-EBA3-1459-19099C3057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11">
            <a:extLst>
              <a:ext uri="{FF2B5EF4-FFF2-40B4-BE49-F238E27FC236}">
                <a16:creationId xmlns:a16="http://schemas.microsoft.com/office/drawing/2014/main" id="{B95285EF-715D-382C-70C6-5DAB3E6B1439}"/>
              </a:ext>
            </a:extLst>
          </p:cNvPr>
          <p:cNvSpPr txBox="1">
            <a:spLocks/>
          </p:cNvSpPr>
          <p:nvPr/>
        </p:nvSpPr>
        <p:spPr>
          <a:xfrm>
            <a:off x="3886200" y="3152164"/>
            <a:ext cx="4191000" cy="1886222"/>
          </a:xfrm>
          <a:prstGeom prst="rect">
            <a:avLst/>
          </a:prstGeom>
        </p:spPr>
        <p:txBody>
          <a:bodyPr vert="horz" wrap="square" lIns="0" tIns="11430" rIns="0" bIns="0" rtlCol="0">
            <a:spAutoFit/>
          </a:bodyPr>
          <a:lstStyle>
            <a:lvl1pPr>
              <a:defRPr>
                <a:latin typeface="+mj-lt"/>
                <a:ea typeface="+mj-ea"/>
                <a:cs typeface="+mj-cs"/>
              </a:defRPr>
            </a:lvl1pPr>
          </a:lstStyle>
          <a:p>
            <a:pPr marL="579120" lvl="1">
              <a:lnSpc>
                <a:spcPts val="4815"/>
              </a:lnSpc>
              <a:spcBef>
                <a:spcPts val="90"/>
              </a:spcBef>
            </a:pPr>
            <a:r>
              <a:rPr lang="en-IN" sz="4800" kern="0" spc="-170" dirty="0">
                <a:latin typeface="IBM Plex Sans" panose="020B0503050203000203" pitchFamily="34" charset="0"/>
              </a:rPr>
              <a:t>Asset </a:t>
            </a:r>
          </a:p>
          <a:p>
            <a:pPr marL="579120" lvl="1">
              <a:lnSpc>
                <a:spcPts val="4815"/>
              </a:lnSpc>
              <a:spcBef>
                <a:spcPts val="90"/>
              </a:spcBef>
            </a:pPr>
            <a:r>
              <a:rPr lang="en-IN" sz="4800" kern="0" spc="-170" dirty="0">
                <a:latin typeface="IBM Plex Sans" panose="020B0503050203000203" pitchFamily="34" charset="0"/>
              </a:rPr>
              <a:t>Management </a:t>
            </a:r>
          </a:p>
          <a:p>
            <a:pPr marL="579120" lvl="1">
              <a:lnSpc>
                <a:spcPts val="4815"/>
              </a:lnSpc>
              <a:spcBef>
                <a:spcPts val="90"/>
              </a:spcBef>
            </a:pPr>
            <a:r>
              <a:rPr lang="en-IN" sz="4800" kern="0" spc="-170" dirty="0">
                <a:latin typeface="IBM Plex Sans" panose="020B0503050203000203" pitchFamily="34" charset="0"/>
              </a:rPr>
              <a:t>Report</a:t>
            </a:r>
            <a:endParaRPr lang="en-IN" sz="6000" kern="0" dirty="0">
              <a:latin typeface="IBM Plex Sans" panose="020B0503050203000203" pitchFamily="34" charset="0"/>
              <a:cs typeface="D-DIN Condensed"/>
            </a:endParaRPr>
          </a:p>
        </p:txBody>
      </p:sp>
      <p:graphicFrame>
        <p:nvGraphicFramePr>
          <p:cNvPr id="9" name="Diagram 8">
            <a:extLst>
              <a:ext uri="{FF2B5EF4-FFF2-40B4-BE49-F238E27FC236}">
                <a16:creationId xmlns:a16="http://schemas.microsoft.com/office/drawing/2014/main" id="{C9793D40-ED4E-E15C-2003-44DA283F9613}"/>
              </a:ext>
            </a:extLst>
          </p:cNvPr>
          <p:cNvGraphicFramePr/>
          <p:nvPr>
            <p:extLst>
              <p:ext uri="{D42A27DB-BD31-4B8C-83A1-F6EECF244321}">
                <p14:modId xmlns:p14="http://schemas.microsoft.com/office/powerpoint/2010/main" val="1348815536"/>
              </p:ext>
            </p:extLst>
          </p:nvPr>
        </p:nvGraphicFramePr>
        <p:xfrm>
          <a:off x="5981699" y="17585"/>
          <a:ext cx="8620705" cy="81944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Oval 9">
            <a:extLst>
              <a:ext uri="{FF2B5EF4-FFF2-40B4-BE49-F238E27FC236}">
                <a16:creationId xmlns:a16="http://schemas.microsoft.com/office/drawing/2014/main" id="{AA1592C2-5F0D-0362-E93D-7694B0FE082C}"/>
              </a:ext>
            </a:extLst>
          </p:cNvPr>
          <p:cNvSpPr/>
          <p:nvPr/>
        </p:nvSpPr>
        <p:spPr>
          <a:xfrm>
            <a:off x="8648698" y="304800"/>
            <a:ext cx="495301" cy="495300"/>
          </a:xfrm>
          <a:prstGeom prst="ellipse">
            <a:avLst/>
          </a:prstGeom>
          <a:solidFill>
            <a:srgbClr val="F6D33C"/>
          </a:solidFill>
          <a:ln>
            <a:solidFill>
              <a:srgbClr val="F6D3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9C80B489-D498-48BE-B1DD-D1C4F8BFECA8}"/>
              </a:ext>
            </a:extLst>
          </p:cNvPr>
          <p:cNvCxnSpPr>
            <a:cxnSpLocks/>
          </p:cNvCxnSpPr>
          <p:nvPr/>
        </p:nvCxnSpPr>
        <p:spPr>
          <a:xfrm>
            <a:off x="9192125" y="552450"/>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277CA886-FE19-9F7F-4B75-295FA5FE14D9}"/>
              </a:ext>
            </a:extLst>
          </p:cNvPr>
          <p:cNvSpPr/>
          <p:nvPr/>
        </p:nvSpPr>
        <p:spPr>
          <a:xfrm>
            <a:off x="12039600" y="7315200"/>
            <a:ext cx="495301" cy="4953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9A7A2764-7835-E697-27A4-07B1B61BC608}"/>
              </a:ext>
            </a:extLst>
          </p:cNvPr>
          <p:cNvCxnSpPr>
            <a:cxnSpLocks/>
          </p:cNvCxnSpPr>
          <p:nvPr/>
        </p:nvCxnSpPr>
        <p:spPr>
          <a:xfrm>
            <a:off x="11430000" y="7543800"/>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751574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a:spLocks noGrp="1"/>
          </p:cNvSpPr>
          <p:nvPr>
            <p:ph type="title" idx="4294967295"/>
          </p:nvPr>
        </p:nvSpPr>
        <p:spPr>
          <a:xfrm>
            <a:off x="762000" y="354601"/>
            <a:ext cx="10363200" cy="627095"/>
          </a:xfrm>
          <a:prstGeom prst="rect">
            <a:avLst/>
          </a:prstGeom>
        </p:spPr>
        <p:txBody>
          <a:bodyPr vert="horz" wrap="square" lIns="0" tIns="11430" rIns="0" bIns="0" rtlCol="0">
            <a:spAutoFit/>
          </a:bodyPr>
          <a:lstStyle/>
          <a:p>
            <a:pPr marL="121920" algn="l">
              <a:lnSpc>
                <a:spcPts val="4815"/>
              </a:lnSpc>
              <a:spcBef>
                <a:spcPts val="90"/>
              </a:spcBef>
            </a:pPr>
            <a:r>
              <a:rPr lang="en-IN" sz="4050" spc="-114" dirty="0">
                <a:solidFill>
                  <a:schemeClr val="tx1"/>
                </a:solidFill>
                <a:latin typeface="IBM Plex Sans" panose="020B0503050203000203" pitchFamily="34" charset="0"/>
              </a:rPr>
              <a:t>Case Study – Asset Management Report</a:t>
            </a:r>
            <a:endParaRPr sz="3350" dirty="0">
              <a:solidFill>
                <a:schemeClr val="tx1"/>
              </a:solidFill>
              <a:latin typeface="IBM Plex Sans" panose="020B0503050203000203" pitchFamily="34" charset="0"/>
              <a:cs typeface="D-DIN Condensed"/>
            </a:endParaRPr>
          </a:p>
        </p:txBody>
      </p:sp>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8</a:t>
            </a:fld>
            <a:endParaRPr lang="en-US" dirty="0">
              <a:solidFill>
                <a:schemeClr val="bg1"/>
              </a:solidFill>
              <a:latin typeface="IBM Plex Sans" panose="020B0503050203000203" pitchFamily="34" charset="0"/>
            </a:endParaRPr>
          </a:p>
        </p:txBody>
      </p:sp>
      <p:sp>
        <p:nvSpPr>
          <p:cNvPr id="3" name="object 11">
            <a:extLst>
              <a:ext uri="{FF2B5EF4-FFF2-40B4-BE49-F238E27FC236}">
                <a16:creationId xmlns:a16="http://schemas.microsoft.com/office/drawing/2014/main" id="{602B8779-B74B-DDA1-2423-FF13C117D41C}"/>
              </a:ext>
            </a:extLst>
          </p:cNvPr>
          <p:cNvSpPr txBox="1">
            <a:spLocks/>
          </p:cNvSpPr>
          <p:nvPr/>
        </p:nvSpPr>
        <p:spPr>
          <a:xfrm>
            <a:off x="1447800" y="2342590"/>
            <a:ext cx="9144000" cy="4479431"/>
          </a:xfrm>
          <a:prstGeom prst="rect">
            <a:avLst/>
          </a:prstGeom>
        </p:spPr>
        <p:txBody>
          <a:bodyPr vert="horz" wrap="square" lIns="0" tIns="11430" rIns="0" bIns="0" rtlCol="0">
            <a:spAutoFit/>
          </a:bodyPr>
          <a:lstStyle>
            <a:lvl1pPr>
              <a:defRPr>
                <a:latin typeface="+mj-lt"/>
                <a:ea typeface="+mj-ea"/>
                <a:cs typeface="+mj-cs"/>
              </a:defRPr>
            </a:lvl1pPr>
          </a:lstStyle>
          <a:p>
            <a:pPr marL="0" lvl="1">
              <a:spcBef>
                <a:spcPts val="90"/>
              </a:spcBef>
            </a:pPr>
            <a:r>
              <a:rPr lang="en-IN" sz="2800" dirty="0">
                <a:solidFill>
                  <a:srgbClr val="FFC000"/>
                </a:solidFill>
                <a:latin typeface="IBM Plex Sans"/>
              </a:rPr>
              <a:t>40% </a:t>
            </a:r>
            <a:r>
              <a:rPr lang="en-IN" dirty="0">
                <a:latin typeface="IBM Plex Sans"/>
              </a:rPr>
              <a:t>of logic has been moved as reusable components (Connectors) which can be used across the reports &amp; developers has the flexibility to drag &amp; drop the connectors while designing the process</a:t>
            </a:r>
          </a:p>
          <a:p>
            <a:pPr lvl="2" indent="-457200">
              <a:spcBef>
                <a:spcPts val="90"/>
              </a:spcBef>
              <a:buFont typeface="Arial" panose="020B0604020202020204" pitchFamily="34" charset="0"/>
              <a:buChar char="•"/>
            </a:pPr>
            <a:r>
              <a:rPr lang="en-IN" dirty="0">
                <a:latin typeface="IBM Plex Sans"/>
              </a:rPr>
              <a:t>Report data download</a:t>
            </a:r>
          </a:p>
          <a:p>
            <a:pPr lvl="2" indent="-457200">
              <a:spcBef>
                <a:spcPts val="90"/>
              </a:spcBef>
              <a:buFont typeface="Arial" panose="020B0604020202020204" pitchFamily="34" charset="0"/>
              <a:buChar char="•"/>
            </a:pPr>
            <a:r>
              <a:rPr lang="en-IN" dirty="0">
                <a:latin typeface="IBM Plex Sans"/>
              </a:rPr>
              <a:t>Data Merging Component</a:t>
            </a:r>
          </a:p>
          <a:p>
            <a:pPr lvl="2" indent="-457200">
              <a:spcBef>
                <a:spcPts val="90"/>
              </a:spcBef>
              <a:buFont typeface="Arial" panose="020B0604020202020204" pitchFamily="34" charset="0"/>
              <a:buChar char="•"/>
            </a:pPr>
            <a:r>
              <a:rPr lang="en-IN" dirty="0">
                <a:latin typeface="IBM Plex Sans"/>
              </a:rPr>
              <a:t>Report generation based on template</a:t>
            </a:r>
          </a:p>
          <a:p>
            <a:pPr lvl="2" indent="-457200">
              <a:spcBef>
                <a:spcPts val="90"/>
              </a:spcBef>
              <a:buFont typeface="Arial" panose="020B0604020202020204" pitchFamily="34" charset="0"/>
              <a:buChar char="•"/>
            </a:pPr>
            <a:r>
              <a:rPr lang="en-IN" dirty="0">
                <a:latin typeface="IBM Plex Sans"/>
              </a:rPr>
              <a:t>Data upload to storage</a:t>
            </a:r>
          </a:p>
          <a:p>
            <a:pPr marL="0" lvl="1">
              <a:spcBef>
                <a:spcPts val="90"/>
              </a:spcBef>
            </a:pPr>
            <a:r>
              <a:rPr lang="en-IN" sz="2800" dirty="0">
                <a:solidFill>
                  <a:srgbClr val="FFC000"/>
                </a:solidFill>
                <a:latin typeface="IBM Plex Sans"/>
              </a:rPr>
              <a:t>10% </a:t>
            </a:r>
            <a:r>
              <a:rPr lang="en-IN" dirty="0">
                <a:latin typeface="IBM Plex Sans"/>
              </a:rPr>
              <a:t>of the static business key attributes are moved into configurable business rules (DMN) &amp; Business users has the flexibility to update the business rules</a:t>
            </a:r>
          </a:p>
          <a:p>
            <a:pPr lvl="2" indent="-457200">
              <a:spcBef>
                <a:spcPts val="90"/>
              </a:spcBef>
              <a:buFont typeface="Arial" panose="020B0604020202020204" pitchFamily="34" charset="0"/>
              <a:buChar char="•"/>
            </a:pPr>
            <a:r>
              <a:rPr lang="en-IN" dirty="0">
                <a:latin typeface="IBM Plex Sans"/>
              </a:rPr>
              <a:t>Template configurations</a:t>
            </a:r>
          </a:p>
          <a:p>
            <a:pPr lvl="2" indent="-457200">
              <a:spcBef>
                <a:spcPts val="90"/>
              </a:spcBef>
              <a:buFont typeface="Arial" panose="020B0604020202020204" pitchFamily="34" charset="0"/>
              <a:buChar char="•"/>
            </a:pPr>
            <a:r>
              <a:rPr lang="en-IN" dirty="0">
                <a:latin typeface="IBM Plex Sans"/>
              </a:rPr>
              <a:t>Service end points</a:t>
            </a:r>
          </a:p>
          <a:p>
            <a:pPr lvl="2" indent="-457200">
              <a:spcBef>
                <a:spcPts val="90"/>
              </a:spcBef>
              <a:buFont typeface="Arial" panose="020B0604020202020204" pitchFamily="34" charset="0"/>
              <a:buChar char="•"/>
            </a:pPr>
            <a:r>
              <a:rPr lang="en-IN" dirty="0">
                <a:latin typeface="IBM Plex Sans"/>
              </a:rPr>
              <a:t>Request attributes to download the data</a:t>
            </a:r>
          </a:p>
          <a:p>
            <a:pPr lvl="2" indent="-457200">
              <a:spcBef>
                <a:spcPts val="90"/>
              </a:spcBef>
              <a:buFont typeface="Arial" panose="020B0604020202020204" pitchFamily="34" charset="0"/>
              <a:buChar char="•"/>
            </a:pPr>
            <a:r>
              <a:rPr lang="en-IN" dirty="0">
                <a:latin typeface="IBM Plex Sans"/>
              </a:rPr>
              <a:t>Attributes for report sections</a:t>
            </a:r>
          </a:p>
          <a:p>
            <a:pPr lvl="1" indent="-457200">
              <a:spcBef>
                <a:spcPts val="90"/>
              </a:spcBef>
              <a:buFont typeface="Arial" panose="020B0604020202020204" pitchFamily="34" charset="0"/>
              <a:buChar char="•"/>
            </a:pPr>
            <a:r>
              <a:rPr lang="en-IN" dirty="0">
                <a:latin typeface="IBM Plex Sans"/>
              </a:rPr>
              <a:t>Total effort </a:t>
            </a:r>
            <a:r>
              <a:rPr lang="en-IN" sz="2800" dirty="0">
                <a:solidFill>
                  <a:srgbClr val="FFC000"/>
                </a:solidFill>
                <a:latin typeface="IBM Plex Sans"/>
              </a:rPr>
              <a:t>&lt;30 hours </a:t>
            </a:r>
            <a:r>
              <a:rPr lang="en-IN" dirty="0">
                <a:latin typeface="IBM Plex Sans"/>
              </a:rPr>
              <a:t>until developer unit testing</a:t>
            </a:r>
          </a:p>
        </p:txBody>
      </p:sp>
      <p:sp>
        <p:nvSpPr>
          <p:cNvPr id="8" name="object 11">
            <a:extLst>
              <a:ext uri="{FF2B5EF4-FFF2-40B4-BE49-F238E27FC236}">
                <a16:creationId xmlns:a16="http://schemas.microsoft.com/office/drawing/2014/main" id="{692A0C3A-4A94-7653-ACB6-E7F1288BC918}"/>
              </a:ext>
            </a:extLst>
          </p:cNvPr>
          <p:cNvSpPr txBox="1">
            <a:spLocks/>
          </p:cNvSpPr>
          <p:nvPr/>
        </p:nvSpPr>
        <p:spPr>
          <a:xfrm>
            <a:off x="862012" y="1559213"/>
            <a:ext cx="10363200" cy="564385"/>
          </a:xfrm>
          <a:prstGeom prst="rect">
            <a:avLst/>
          </a:prstGeom>
        </p:spPr>
        <p:txBody>
          <a:bodyPr vert="horz" wrap="square" lIns="0" tIns="11430" rIns="0" bIns="0" rtlCol="0">
            <a:spAutoFit/>
          </a:bodyPr>
          <a:lstStyle>
            <a:lvl1pPr>
              <a:defRPr>
                <a:latin typeface="+mj-lt"/>
                <a:ea typeface="+mj-ea"/>
                <a:cs typeface="+mj-cs"/>
              </a:defRPr>
            </a:lvl1pPr>
          </a:lstStyle>
          <a:p>
            <a:pPr marL="121920" algn="l">
              <a:lnSpc>
                <a:spcPts val="4815"/>
              </a:lnSpc>
              <a:spcBef>
                <a:spcPts val="90"/>
              </a:spcBef>
            </a:pPr>
            <a:r>
              <a:rPr lang="en-US" sz="2800" b="1" kern="0" spc="-114" dirty="0">
                <a:solidFill>
                  <a:schemeClr val="tx1"/>
                </a:solidFill>
                <a:latin typeface="IBM Plex Sans" panose="020B0503050203000203" pitchFamily="34" charset="0"/>
                <a:cs typeface="D-DIN Condensed"/>
              </a:rPr>
              <a:t>Design</a:t>
            </a:r>
            <a:r>
              <a:rPr lang="en-US" sz="2800" b="1" kern="0" spc="-114" dirty="0">
                <a:latin typeface="IBM Plex Sans" panose="020B0503050203000203" pitchFamily="34" charset="0"/>
                <a:cs typeface="D-DIN Condensed"/>
              </a:rPr>
              <a:t>, </a:t>
            </a:r>
            <a:r>
              <a:rPr lang="en-US" sz="2800" b="1" kern="0" spc="-114" dirty="0">
                <a:solidFill>
                  <a:schemeClr val="tx1"/>
                </a:solidFill>
                <a:latin typeface="IBM Plex Sans" panose="020B0503050203000203" pitchFamily="34" charset="0"/>
                <a:cs typeface="D-DIN Condensed"/>
              </a:rPr>
              <a:t>Development &amp; Effort</a:t>
            </a:r>
            <a:endParaRPr lang="en-US" sz="2000" b="1" kern="0" dirty="0">
              <a:solidFill>
                <a:schemeClr val="tx1"/>
              </a:solidFill>
              <a:latin typeface="IBM Plex Sans" panose="020B0503050203000203" pitchFamily="34" charset="0"/>
              <a:cs typeface="D-DIN Condensed"/>
            </a:endParaRPr>
          </a:p>
        </p:txBody>
      </p:sp>
      <p:pic>
        <p:nvPicPr>
          <p:cNvPr id="10" name="Picture 9" descr="CAT Logo and symbol, meaning, history, PNG, brand">
            <a:extLst>
              <a:ext uri="{FF2B5EF4-FFF2-40B4-BE49-F238E27FC236}">
                <a16:creationId xmlns:a16="http://schemas.microsoft.com/office/drawing/2014/main" id="{7149BF8C-8A62-5AC3-551D-9DC65E48D0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lobal Settings Transparent Icon | Icon, Stranger things wallpaper, Global">
            <a:extLst>
              <a:ext uri="{FF2B5EF4-FFF2-40B4-BE49-F238E27FC236}">
                <a16:creationId xmlns:a16="http://schemas.microsoft.com/office/drawing/2014/main" id="{465C57C7-180B-804D-BEC5-9B9B42704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6320" y="2765433"/>
            <a:ext cx="342900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53667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DIN" panose="00000400000000000000" pitchFamily="2" charset="0"/>
              </a:rPr>
              <a:pPr marL="38100">
                <a:spcBef>
                  <a:spcPts val="235"/>
                </a:spcBef>
              </a:pPr>
              <a:t>9</a:t>
            </a:fld>
            <a:endParaRPr lang="en-US" dirty="0">
              <a:solidFill>
                <a:schemeClr val="bg1"/>
              </a:solidFill>
              <a:latin typeface="DIN" panose="00000400000000000000" pitchFamily="2" charset="0"/>
            </a:endParaRPr>
          </a:p>
        </p:txBody>
      </p:sp>
      <p:grpSp>
        <p:nvGrpSpPr>
          <p:cNvPr id="8" name="Group 7"/>
          <p:cNvGrpSpPr/>
          <p:nvPr/>
        </p:nvGrpSpPr>
        <p:grpSpPr>
          <a:xfrm>
            <a:off x="1621515" y="978658"/>
            <a:ext cx="3728664" cy="7250942"/>
            <a:chOff x="9982201" y="284349"/>
            <a:chExt cx="4267201" cy="6248406"/>
          </a:xfrm>
        </p:grpSpPr>
        <p:sp>
          <p:nvSpPr>
            <p:cNvPr id="16" name="Google Shape;3777;p178"/>
            <p:cNvSpPr/>
            <p:nvPr/>
          </p:nvSpPr>
          <p:spPr>
            <a:xfrm>
              <a:off x="9982201" y="284349"/>
              <a:ext cx="4267201" cy="6248406"/>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endParaRPr sz="2880"/>
            </a:p>
          </p:txBody>
        </p:sp>
        <p:grpSp>
          <p:nvGrpSpPr>
            <p:cNvPr id="17" name="Google Shape;3780;p178"/>
            <p:cNvGrpSpPr/>
            <p:nvPr/>
          </p:nvGrpSpPr>
          <p:grpSpPr>
            <a:xfrm>
              <a:off x="10355234" y="668065"/>
              <a:ext cx="690862" cy="660178"/>
              <a:chOff x="3281122" y="218904"/>
              <a:chExt cx="649500" cy="649500"/>
            </a:xfrm>
          </p:grpSpPr>
          <p:sp>
            <p:nvSpPr>
              <p:cNvPr id="39" name="Google Shape;3781;p178"/>
              <p:cNvSpPr/>
              <p:nvPr/>
            </p:nvSpPr>
            <p:spPr>
              <a:xfrm>
                <a:off x="3281122" y="218904"/>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grpSp>
            <p:nvGrpSpPr>
              <p:cNvPr id="40" name="Google Shape;3782;p178"/>
              <p:cNvGrpSpPr/>
              <p:nvPr/>
            </p:nvGrpSpPr>
            <p:grpSpPr>
              <a:xfrm>
                <a:off x="3411984" y="341062"/>
                <a:ext cx="378861" cy="378037"/>
                <a:chOff x="792528" y="122599"/>
                <a:chExt cx="352298" cy="351499"/>
              </a:xfrm>
            </p:grpSpPr>
            <p:sp>
              <p:nvSpPr>
                <p:cNvPr id="41" name="Google Shape;3783;p178"/>
                <p:cNvSpPr/>
                <p:nvPr/>
              </p:nvSpPr>
              <p:spPr>
                <a:xfrm>
                  <a:off x="792528" y="122599"/>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42" name="Google Shape;3784;p178"/>
                <p:cNvSpPr/>
                <p:nvPr/>
              </p:nvSpPr>
              <p:spPr>
                <a:xfrm>
                  <a:off x="865750" y="195798"/>
                  <a:ext cx="279076"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grpSp>
          <p:nvGrpSpPr>
            <p:cNvPr id="18" name="Google Shape;3785;p178"/>
            <p:cNvGrpSpPr/>
            <p:nvPr/>
          </p:nvGrpSpPr>
          <p:grpSpPr>
            <a:xfrm>
              <a:off x="10392856" y="3145167"/>
              <a:ext cx="690862" cy="660178"/>
              <a:chOff x="3737835" y="926524"/>
              <a:chExt cx="649500" cy="649500"/>
            </a:xfrm>
          </p:grpSpPr>
          <p:sp>
            <p:nvSpPr>
              <p:cNvPr id="37" name="Google Shape;3786;p178"/>
              <p:cNvSpPr/>
              <p:nvPr/>
            </p:nvSpPr>
            <p:spPr>
              <a:xfrm>
                <a:off x="3737835" y="926524"/>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38" name="Google Shape;3787;p178"/>
              <p:cNvSpPr/>
              <p:nvPr/>
            </p:nvSpPr>
            <p:spPr>
              <a:xfrm>
                <a:off x="3843032" y="1148298"/>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nvGrpSpPr>
            <p:cNvPr id="19" name="Google Shape;3788;p178"/>
            <p:cNvGrpSpPr/>
            <p:nvPr/>
          </p:nvGrpSpPr>
          <p:grpSpPr>
            <a:xfrm>
              <a:off x="10392856" y="2203058"/>
              <a:ext cx="690862" cy="660178"/>
              <a:chOff x="2776598" y="1111627"/>
              <a:chExt cx="649500" cy="649500"/>
            </a:xfrm>
          </p:grpSpPr>
          <p:sp>
            <p:nvSpPr>
              <p:cNvPr id="35" name="Google Shape;3789;p178"/>
              <p:cNvSpPr/>
              <p:nvPr/>
            </p:nvSpPr>
            <p:spPr>
              <a:xfrm>
                <a:off x="2776598" y="111162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36" name="Google Shape;3790;p178"/>
              <p:cNvSpPr/>
              <p:nvPr/>
            </p:nvSpPr>
            <p:spPr>
              <a:xfrm>
                <a:off x="2974448" y="1320733"/>
                <a:ext cx="308543" cy="252848"/>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20" name="Google Shape;3791;p178"/>
            <p:cNvSpPr txBox="1"/>
            <p:nvPr/>
          </p:nvSpPr>
          <p:spPr>
            <a:xfrm>
              <a:off x="11173474" y="554115"/>
              <a:ext cx="2564536" cy="1366633"/>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Zeebe</a:t>
              </a:r>
              <a:endParaRPr sz="1120" dirty="0">
                <a:solidFill>
                  <a:schemeClr val="dk1"/>
                </a:solidFill>
                <a:latin typeface="IBM Plex Sans"/>
                <a:ea typeface="IBM Plex Sans"/>
                <a:cs typeface="IBM Plex Sans"/>
                <a:sym typeface="IBM Plex Sans"/>
              </a:endParaRPr>
            </a:p>
            <a:p>
              <a:r>
                <a:rPr lang="en" sz="960" dirty="0">
                  <a:solidFill>
                    <a:schemeClr val="dk1"/>
                  </a:solidFill>
                  <a:latin typeface="IBM Plex Sans"/>
                  <a:ea typeface="IBM Plex Sans"/>
                  <a:cs typeface="IBM Plex Sans"/>
                  <a:sym typeface="IBM Plex Sans"/>
                </a:rPr>
                <a:t>Next-generation, cloud-native workflow engine that unlocks unparalleled speed, scale &amp; resilience. </a:t>
              </a:r>
              <a:br>
                <a:rPr lang="en" sz="960" dirty="0">
                  <a:solidFill>
                    <a:schemeClr val="dk1"/>
                  </a:solidFill>
                  <a:latin typeface="IBM Plex Sans"/>
                  <a:ea typeface="IBM Plex Sans"/>
                  <a:cs typeface="IBM Plex Sans"/>
                  <a:sym typeface="IBM Plex Sans"/>
                </a:rPr>
              </a:br>
              <a:r>
                <a:rPr lang="en" sz="960" dirty="0">
                  <a:solidFill>
                    <a:schemeClr val="dk1"/>
                  </a:solidFill>
                  <a:latin typeface="IBM Plex Sans"/>
                  <a:ea typeface="IBM Plex Sans"/>
                  <a:cs typeface="IBM Plex Sans"/>
                  <a:sym typeface="IBM Plex Sans"/>
                </a:rPr>
                <a:t/>
              </a:r>
              <a:br>
                <a:rPr lang="en" sz="960" dirty="0">
                  <a:solidFill>
                    <a:schemeClr val="dk1"/>
                  </a:solidFill>
                  <a:latin typeface="IBM Plex Sans"/>
                  <a:ea typeface="IBM Plex Sans"/>
                  <a:cs typeface="IBM Plex Sans"/>
                  <a:sym typeface="IBM Plex Sans"/>
                </a:rPr>
              </a:br>
              <a:r>
                <a:rPr lang="en" sz="960" dirty="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sz="2880" dirty="0">
                <a:solidFill>
                  <a:schemeClr val="dk1"/>
                </a:solidFill>
              </a:endParaRPr>
            </a:p>
          </p:txBody>
        </p:sp>
        <p:sp>
          <p:nvSpPr>
            <p:cNvPr id="21" name="Google Shape;3792;p178"/>
            <p:cNvSpPr txBox="1"/>
            <p:nvPr/>
          </p:nvSpPr>
          <p:spPr>
            <a:xfrm>
              <a:off x="11195614" y="3125226"/>
              <a:ext cx="2564536" cy="566652"/>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Operate</a:t>
              </a:r>
              <a:endParaRPr sz="1120"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Real time visibility to monitor, analyze and resolve problems with any process instance.</a:t>
              </a:r>
              <a:endParaRPr sz="960" dirty="0">
                <a:solidFill>
                  <a:schemeClr val="dk1"/>
                </a:solidFill>
                <a:latin typeface="IBM Plex Sans"/>
                <a:ea typeface="IBM Plex Sans"/>
                <a:cs typeface="IBM Plex Sans"/>
                <a:sym typeface="IBM Plex Sans"/>
              </a:endParaRPr>
            </a:p>
          </p:txBody>
        </p:sp>
        <p:sp>
          <p:nvSpPr>
            <p:cNvPr id="22" name="Google Shape;3793;p178"/>
            <p:cNvSpPr txBox="1"/>
            <p:nvPr/>
          </p:nvSpPr>
          <p:spPr>
            <a:xfrm>
              <a:off x="11173474" y="2164281"/>
              <a:ext cx="2564536" cy="699983"/>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Tasklist</a:t>
              </a:r>
              <a:endParaRPr sz="1440" b="1"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sz="2880" dirty="0">
                <a:solidFill>
                  <a:schemeClr val="dk1"/>
                </a:solidFill>
              </a:endParaRPr>
            </a:p>
          </p:txBody>
        </p:sp>
        <p:grpSp>
          <p:nvGrpSpPr>
            <p:cNvPr id="23" name="Group 22"/>
            <p:cNvGrpSpPr/>
            <p:nvPr/>
          </p:nvGrpSpPr>
          <p:grpSpPr>
            <a:xfrm>
              <a:off x="10388871" y="4211866"/>
              <a:ext cx="685504" cy="646625"/>
              <a:chOff x="8802431" y="5110291"/>
              <a:chExt cx="731493" cy="716475"/>
            </a:xfrm>
          </p:grpSpPr>
          <p:sp>
            <p:nvSpPr>
              <p:cNvPr id="33" name="Google Shape;3800;p178"/>
              <p:cNvSpPr/>
              <p:nvPr/>
            </p:nvSpPr>
            <p:spPr>
              <a:xfrm>
                <a:off x="8802431" y="5110291"/>
                <a:ext cx="731493" cy="716475"/>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endParaRPr sz="2880"/>
              </a:p>
            </p:txBody>
          </p:sp>
          <p:sp>
            <p:nvSpPr>
              <p:cNvPr id="34" name="Google Shape;3801;p178"/>
              <p:cNvSpPr/>
              <p:nvPr/>
            </p:nvSpPr>
            <p:spPr>
              <a:xfrm>
                <a:off x="8986681" y="5324122"/>
                <a:ext cx="347478" cy="288811"/>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24" name="Google Shape;3802;p178"/>
            <p:cNvSpPr txBox="1"/>
            <p:nvPr/>
          </p:nvSpPr>
          <p:spPr>
            <a:xfrm>
              <a:off x="11224098" y="4153225"/>
              <a:ext cx="2544646" cy="699982"/>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Optimize</a:t>
              </a:r>
              <a:endParaRPr sz="1120"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Get the insights you need to understand and continuously improve your business processes.</a:t>
              </a:r>
              <a:endParaRPr sz="2880" dirty="0">
                <a:solidFill>
                  <a:schemeClr val="dk1"/>
                </a:solidFill>
              </a:endParaRPr>
            </a:p>
          </p:txBody>
        </p:sp>
        <p:sp>
          <p:nvSpPr>
            <p:cNvPr id="25" name="Google Shape;3873;p179"/>
            <p:cNvSpPr txBox="1"/>
            <p:nvPr/>
          </p:nvSpPr>
          <p:spPr>
            <a:xfrm>
              <a:off x="11233315" y="5257464"/>
              <a:ext cx="2544646" cy="833313"/>
            </a:xfrm>
            <a:prstGeom prst="rect">
              <a:avLst/>
            </a:prstGeom>
            <a:noFill/>
            <a:ln>
              <a:noFill/>
            </a:ln>
          </p:spPr>
          <p:txBody>
            <a:bodyPr spcFirstLastPara="1" wrap="square" lIns="292600" tIns="0" rIns="0" bIns="0" anchor="t" anchorCtr="0">
              <a:spAutoFit/>
            </a:bodyPr>
            <a:lstStyle/>
            <a:p>
              <a:pPr marL="20320" defTabSz="1463040">
                <a:lnSpc>
                  <a:spcPct val="150000"/>
                </a:lnSpc>
              </a:pPr>
              <a:r>
                <a:rPr lang="en" sz="1440" b="1" kern="0" dirty="0">
                  <a:solidFill>
                    <a:sysClr val="windowText" lastClr="000000"/>
                  </a:solidFill>
                  <a:latin typeface="IBM Plex Sans"/>
                  <a:ea typeface="IBM Plex Sans"/>
                  <a:cs typeface="IBM Plex Sans"/>
                  <a:sym typeface="IBM Plex Sans"/>
                </a:rPr>
                <a:t>Modeler</a:t>
              </a:r>
              <a:endParaRPr sz="1120" kern="0" dirty="0">
                <a:solidFill>
                  <a:sysClr val="windowText" lastClr="000000"/>
                </a:solidFill>
                <a:latin typeface="IBM Plex Sans"/>
                <a:ea typeface="IBM Plex Sans"/>
                <a:cs typeface="IBM Plex Sans"/>
                <a:sym typeface="IBM Plex Sans"/>
              </a:endParaRPr>
            </a:p>
            <a:p>
              <a:pPr marL="20320" defTabSz="1463040"/>
              <a:r>
                <a:rPr lang="en" sz="960" kern="0" dirty="0">
                  <a:solidFill>
                    <a:sysClr val="windowText" lastClr="000000"/>
                  </a:solidFill>
                  <a:latin typeface="IBM Plex Sans"/>
                  <a:ea typeface="IBM Plex Sans"/>
                  <a:cs typeface="IBM Plex Sans"/>
                  <a:sym typeface="IBM Plex Sans"/>
                </a:rPr>
                <a:t>Model &amp; deploy business process diagrams with BPMN &amp; DMN.</a:t>
              </a:r>
              <a:endParaRPr sz="960" kern="0" dirty="0">
                <a:solidFill>
                  <a:sysClr val="windowText" lastClr="000000"/>
                </a:solidFill>
                <a:latin typeface="IBM Plex Sans"/>
                <a:ea typeface="IBM Plex Sans"/>
                <a:cs typeface="IBM Plex Sans"/>
                <a:sym typeface="IBM Plex Sans"/>
              </a:endParaRPr>
            </a:p>
            <a:p>
              <a:pPr marL="20320" defTabSz="1463040"/>
              <a:r>
                <a:rPr lang="en" sz="960" kern="0" dirty="0">
                  <a:solidFill>
                    <a:sysClr val="windowText" lastClr="000000"/>
                  </a:solidFill>
                  <a:latin typeface="IBM Plex Sans"/>
                  <a:ea typeface="IBM Plex Sans"/>
                  <a:cs typeface="IBM Plex Sans"/>
                  <a:sym typeface="IBM Plex Sans"/>
                </a:rPr>
                <a:t/>
              </a:r>
              <a:br>
                <a:rPr lang="en" sz="960" kern="0" dirty="0">
                  <a:solidFill>
                    <a:sysClr val="windowText" lastClr="000000"/>
                  </a:solidFill>
                  <a:latin typeface="IBM Plex Sans"/>
                  <a:ea typeface="IBM Plex Sans"/>
                  <a:cs typeface="IBM Plex Sans"/>
                  <a:sym typeface="IBM Plex Sans"/>
                </a:rPr>
              </a:br>
              <a:r>
                <a:rPr lang="en" sz="960" kern="0" dirty="0">
                  <a:solidFill>
                    <a:sysClr val="windowText" lastClr="000000"/>
                  </a:solidFill>
                  <a:latin typeface="IBM Plex Sans"/>
                  <a:ea typeface="IBM Plex Sans"/>
                  <a:cs typeface="IBM Plex Sans"/>
                  <a:sym typeface="IBM Plex Sans"/>
                </a:rPr>
                <a:t>Available via web and desktop app.</a:t>
              </a:r>
              <a:endParaRPr sz="2880" kern="0" dirty="0">
                <a:solidFill>
                  <a:sysClr val="windowText" lastClr="000000"/>
                </a:solidFill>
              </a:endParaRPr>
            </a:p>
          </p:txBody>
        </p:sp>
        <p:grpSp>
          <p:nvGrpSpPr>
            <p:cNvPr id="26" name="Group 25"/>
            <p:cNvGrpSpPr/>
            <p:nvPr/>
          </p:nvGrpSpPr>
          <p:grpSpPr>
            <a:xfrm>
              <a:off x="10398197" y="5210211"/>
              <a:ext cx="685519" cy="660193"/>
              <a:chOff x="8813772" y="6295876"/>
              <a:chExt cx="731509" cy="731509"/>
            </a:xfrm>
          </p:grpSpPr>
          <p:grpSp>
            <p:nvGrpSpPr>
              <p:cNvPr id="27" name="Group 26"/>
              <p:cNvGrpSpPr/>
              <p:nvPr/>
            </p:nvGrpSpPr>
            <p:grpSpPr>
              <a:xfrm>
                <a:off x="8813772" y="6295876"/>
                <a:ext cx="731509" cy="731509"/>
                <a:chOff x="5575311" y="3934511"/>
                <a:chExt cx="457193" cy="457193"/>
              </a:xfrm>
            </p:grpSpPr>
            <p:sp>
              <p:nvSpPr>
                <p:cNvPr id="29" name="Google Shape;3866;p179"/>
                <p:cNvSpPr/>
                <p:nvPr/>
              </p:nvSpPr>
              <p:spPr>
                <a:xfrm>
                  <a:off x="5575311" y="3934511"/>
                  <a:ext cx="457193" cy="457193"/>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0" name="Google Shape;3868;p179"/>
                <p:cNvSpPr/>
                <p:nvPr/>
              </p:nvSpPr>
              <p:spPr>
                <a:xfrm>
                  <a:off x="5641200" y="4111252"/>
                  <a:ext cx="58557" cy="58576"/>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1" name="Google Shape;3869;p179"/>
                <p:cNvSpPr/>
                <p:nvPr/>
              </p:nvSpPr>
              <p:spPr>
                <a:xfrm>
                  <a:off x="5900553" y="4111252"/>
                  <a:ext cx="58766" cy="58576"/>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2" name="Google Shape;3870;p179"/>
                <p:cNvSpPr/>
                <p:nvPr/>
              </p:nvSpPr>
              <p:spPr>
                <a:xfrm>
                  <a:off x="5722076" y="4111252"/>
                  <a:ext cx="58785" cy="58576"/>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grpSp>
          <p:sp>
            <p:nvSpPr>
              <p:cNvPr id="28" name="Google Shape;3813;p178"/>
              <p:cNvSpPr/>
              <p:nvPr/>
            </p:nvSpPr>
            <p:spPr>
              <a:xfrm>
                <a:off x="9183525" y="6548192"/>
                <a:ext cx="132678" cy="132678"/>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sp>
        <p:nvSpPr>
          <p:cNvPr id="44" name="Google Shape;3794;p178"/>
          <p:cNvSpPr/>
          <p:nvPr/>
        </p:nvSpPr>
        <p:spPr>
          <a:xfrm>
            <a:off x="5580957" y="4308397"/>
            <a:ext cx="638456" cy="688649"/>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tx2">
              <a:lumMod val="20000"/>
              <a:lumOff val="80000"/>
            </a:schemeClr>
          </a:solidFill>
          <a:ln>
            <a:noFill/>
          </a:ln>
        </p:spPr>
        <p:txBody>
          <a:bodyPr spcFirstLastPara="1" wrap="square" lIns="146280" tIns="146280" rIns="146280" bIns="146280" anchor="ctr" anchorCtr="0">
            <a:noAutofit/>
          </a:bodyPr>
          <a:lstStyle/>
          <a:p>
            <a:endParaRPr sz="2880"/>
          </a:p>
        </p:txBody>
      </p:sp>
      <p:pic>
        <p:nvPicPr>
          <p:cNvPr id="45" name="Picture 44" descr="Graphical user interface, application&#10;&#10;Description automatically generated">
            <a:extLst>
              <a:ext uri="{FF2B5EF4-FFF2-40B4-BE49-F238E27FC236}">
                <a16:creationId xmlns:a16="http://schemas.microsoft.com/office/drawing/2014/main" id="{1AC5D8D3-1461-C925-F9EB-896EBF2047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4495" y="1211507"/>
            <a:ext cx="6963481" cy="3255349"/>
          </a:xfrm>
          <a:prstGeom prst="rect">
            <a:avLst/>
          </a:prstGeom>
        </p:spPr>
      </p:pic>
      <p:pic>
        <p:nvPicPr>
          <p:cNvPr id="4" name="Picture 3" descr="Timeline&#10;&#10;Description automatically generated">
            <a:extLst>
              <a:ext uri="{FF2B5EF4-FFF2-40B4-BE49-F238E27FC236}">
                <a16:creationId xmlns:a16="http://schemas.microsoft.com/office/drawing/2014/main" id="{8E611218-B8C2-095F-DA29-2FFEC0BB15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8997" y="4652722"/>
            <a:ext cx="4554475" cy="3030971"/>
          </a:xfrm>
          <a:prstGeom prst="rect">
            <a:avLst/>
          </a:prstGeom>
        </p:spPr>
      </p:pic>
      <p:pic>
        <p:nvPicPr>
          <p:cNvPr id="6" name="Picture 5" descr="CAT Logo and symbol, meaning, history, PNG, brand">
            <a:extLst>
              <a:ext uri="{FF2B5EF4-FFF2-40B4-BE49-F238E27FC236}">
                <a16:creationId xmlns:a16="http://schemas.microsoft.com/office/drawing/2014/main" id="{E4B94682-0706-94C4-4326-F05FFA15A10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11">
            <a:extLst>
              <a:ext uri="{FF2B5EF4-FFF2-40B4-BE49-F238E27FC236}">
                <a16:creationId xmlns:a16="http://schemas.microsoft.com/office/drawing/2014/main" id="{E36EDF5F-90B1-AB48-D224-38749FFF23AF}"/>
              </a:ext>
            </a:extLst>
          </p:cNvPr>
          <p:cNvSpPr txBox="1">
            <a:spLocks/>
          </p:cNvSpPr>
          <p:nvPr/>
        </p:nvSpPr>
        <p:spPr>
          <a:xfrm>
            <a:off x="347995" y="165799"/>
            <a:ext cx="12573000" cy="688650"/>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sz="4400" dirty="0">
                <a:latin typeface="IBM Plex Sans"/>
                <a:ea typeface="IBM Plex Sans"/>
                <a:cs typeface="IBM Plex Sans"/>
                <a:sym typeface="IBM Plex Sans"/>
              </a:rPr>
              <a:t>Camunda Open Source Vs Enterprise Editions</a:t>
            </a:r>
          </a:p>
        </p:txBody>
      </p:sp>
    </p:spTree>
    <p:extLst>
      <p:ext uri="{BB962C8B-B14F-4D97-AF65-F5344CB8AC3E}">
        <p14:creationId xmlns:p14="http://schemas.microsoft.com/office/powerpoint/2010/main" val="1837185926"/>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10</a:t>
            </a:fld>
            <a:endParaRPr lang="en-US" dirty="0">
              <a:solidFill>
                <a:schemeClr val="bg1"/>
              </a:solidFill>
              <a:latin typeface="IBM Plex Sans" panose="020B0503050203000203" pitchFamily="34" charset="0"/>
            </a:endParaRPr>
          </a:p>
        </p:txBody>
      </p:sp>
      <p:sp>
        <p:nvSpPr>
          <p:cNvPr id="15" name="object 11"/>
          <p:cNvSpPr txBox="1">
            <a:spLocks/>
          </p:cNvSpPr>
          <p:nvPr/>
        </p:nvSpPr>
        <p:spPr>
          <a:xfrm>
            <a:off x="1600200" y="3438574"/>
            <a:ext cx="10363200" cy="668516"/>
          </a:xfrm>
          <a:prstGeom prst="rect">
            <a:avLst/>
          </a:prstGeom>
        </p:spPr>
        <p:txBody>
          <a:bodyPr vert="horz" wrap="square" lIns="0" tIns="11430" rIns="0" bIns="0" rtlCol="0">
            <a:spAutoFit/>
          </a:bodyPr>
          <a:lstStyle>
            <a:lvl1pPr>
              <a:defRPr>
                <a:latin typeface="+mj-lt"/>
                <a:ea typeface="+mj-ea"/>
                <a:cs typeface="+mj-cs"/>
              </a:defRPr>
            </a:lvl1pPr>
          </a:lstStyle>
          <a:p>
            <a:pPr marL="579120" lvl="1" algn="ctr">
              <a:lnSpc>
                <a:spcPts val="4815"/>
              </a:lnSpc>
              <a:spcBef>
                <a:spcPts val="90"/>
              </a:spcBef>
            </a:pPr>
            <a:r>
              <a:rPr lang="en-IN" sz="6000" kern="0" spc="-170" dirty="0">
                <a:latin typeface="IBM Plex Sans" panose="020B0503050203000203" pitchFamily="34" charset="0"/>
              </a:rPr>
              <a:t>Q&amp;A</a:t>
            </a:r>
            <a:endParaRPr lang="en-IN" sz="7200" kern="0" dirty="0">
              <a:latin typeface="IBM Plex Sans" panose="020B0503050203000203" pitchFamily="34" charset="0"/>
              <a:cs typeface="D-DIN Condensed"/>
            </a:endParaRPr>
          </a:p>
        </p:txBody>
      </p:sp>
      <p:pic>
        <p:nvPicPr>
          <p:cNvPr id="3" name="Picture 2" descr="CAT Logo and symbol, meaning, history, PNG, brand">
            <a:extLst>
              <a:ext uri="{FF2B5EF4-FFF2-40B4-BE49-F238E27FC236}">
                <a16:creationId xmlns:a16="http://schemas.microsoft.com/office/drawing/2014/main" id="{2D7869BC-97FC-EA87-014C-9FBDE315EE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049717"/>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Background pattern&#10;&#10;Description automatically generated with low confidence">
            <a:extLst>
              <a:ext uri="{FF2B5EF4-FFF2-40B4-BE49-F238E27FC236}">
                <a16:creationId xmlns:a16="http://schemas.microsoft.com/office/drawing/2014/main" id="{7BA0D98E-C3CD-4668-8C3F-CF07C37BBF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1"/>
            <a:ext cx="4495800" cy="1295400"/>
          </a:xfrm>
          <a:prstGeom prst="rect">
            <a:avLst/>
          </a:prstGeom>
        </p:spPr>
      </p:pic>
      <p:pic>
        <p:nvPicPr>
          <p:cNvPr id="3" name="Picture 2" descr="CAT Logo and symbol, meaning, history, PNG, brand">
            <a:extLst>
              <a:ext uri="{FF2B5EF4-FFF2-40B4-BE49-F238E27FC236}">
                <a16:creationId xmlns:a16="http://schemas.microsoft.com/office/drawing/2014/main" id="{8DE920D7-4312-0081-0E7F-02AF3756E8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9052" y="4327104"/>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11">
            <a:extLst>
              <a:ext uri="{FF2B5EF4-FFF2-40B4-BE49-F238E27FC236}">
                <a16:creationId xmlns:a16="http://schemas.microsoft.com/office/drawing/2014/main" id="{C22C66DE-3FA5-5AD2-1BB7-1D590B87FBD0}"/>
              </a:ext>
            </a:extLst>
          </p:cNvPr>
          <p:cNvSpPr txBox="1">
            <a:spLocks/>
          </p:cNvSpPr>
          <p:nvPr/>
        </p:nvSpPr>
        <p:spPr>
          <a:xfrm>
            <a:off x="5105400" y="3658588"/>
            <a:ext cx="4114800" cy="668516"/>
          </a:xfrm>
          <a:prstGeom prst="rect">
            <a:avLst/>
          </a:prstGeom>
        </p:spPr>
        <p:txBody>
          <a:bodyPr vert="horz" wrap="square" lIns="0" tIns="11430" rIns="0" bIns="0" rtlCol="0">
            <a:spAutoFit/>
          </a:bodyPr>
          <a:lstStyle>
            <a:lvl1pPr>
              <a:defRPr>
                <a:latin typeface="+mj-lt"/>
                <a:ea typeface="+mj-ea"/>
                <a:cs typeface="+mj-cs"/>
              </a:defRPr>
            </a:lvl1pPr>
          </a:lstStyle>
          <a:p>
            <a:pPr marL="579120" lvl="1">
              <a:lnSpc>
                <a:spcPts val="4815"/>
              </a:lnSpc>
              <a:spcBef>
                <a:spcPts val="90"/>
              </a:spcBef>
            </a:pPr>
            <a:r>
              <a:rPr lang="en-IN" sz="6000" kern="0" spc="-170" dirty="0">
                <a:latin typeface="IBM Plex Sans" panose="020B0503050203000203" pitchFamily="34" charset="0"/>
              </a:rPr>
              <a:t>Thank You</a:t>
            </a:r>
            <a:endParaRPr lang="en-IN" sz="7200" kern="0" dirty="0">
              <a:latin typeface="IBM Plex Sans" panose="020B0503050203000203" pitchFamily="34" charset="0"/>
              <a:cs typeface="D-DIN Condensed"/>
            </a:endParaRPr>
          </a:p>
        </p:txBody>
      </p:sp>
    </p:spTree>
    <p:extLst>
      <p:ext uri="{BB962C8B-B14F-4D97-AF65-F5344CB8AC3E}">
        <p14:creationId xmlns:p14="http://schemas.microsoft.com/office/powerpoint/2010/main" val="3196708053"/>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46"/>
        <p:cNvGrpSpPr/>
        <p:nvPr/>
      </p:nvGrpSpPr>
      <p:grpSpPr>
        <a:xfrm>
          <a:off x="0" y="0"/>
          <a:ext cx="0" cy="0"/>
          <a:chOff x="0" y="0"/>
          <a:chExt cx="0" cy="0"/>
        </a:xfrm>
      </p:grpSpPr>
      <p:sp>
        <p:nvSpPr>
          <p:cNvPr id="1347" name="Google Shape;1347;p65"/>
          <p:cNvSpPr txBox="1"/>
          <p:nvPr/>
        </p:nvSpPr>
        <p:spPr>
          <a:xfrm>
            <a:off x="706317" y="367678"/>
            <a:ext cx="13167360" cy="886560"/>
          </a:xfrm>
          <a:prstGeom prst="rect">
            <a:avLst/>
          </a:prstGeom>
          <a:noFill/>
          <a:ln>
            <a:noFill/>
          </a:ln>
        </p:spPr>
        <p:txBody>
          <a:bodyPr spcFirstLastPara="1" wrap="square" lIns="0" tIns="0" rIns="0" bIns="0" anchor="t" anchorCtr="0">
            <a:normAutofit/>
          </a:bodyPr>
          <a:lstStyle/>
          <a:p>
            <a:pPr defTabSz="1463040">
              <a:buClr>
                <a:srgbClr val="000000"/>
              </a:buClr>
            </a:pPr>
            <a:r>
              <a:rPr lang="en" sz="3840" b="1" kern="0">
                <a:solidFill>
                  <a:srgbClr val="FFFFFF"/>
                </a:solidFill>
                <a:latin typeface="IBM Plex Sans"/>
                <a:ea typeface="IBM Plex Sans"/>
                <a:cs typeface="IBM Plex Sans"/>
                <a:sym typeface="IBM Plex Sans"/>
              </a:rPr>
              <a:t>Camunda Platform: The Universal Process Orchestrator</a:t>
            </a:r>
            <a:endParaRPr sz="3840" b="1" kern="0">
              <a:solidFill>
                <a:srgbClr val="FFFFFF"/>
              </a:solidFill>
              <a:latin typeface="IBM Plex Sans"/>
              <a:ea typeface="IBM Plex Sans"/>
              <a:cs typeface="IBM Plex Sans"/>
              <a:sym typeface="IBM Plex Sans"/>
            </a:endParaRPr>
          </a:p>
        </p:txBody>
      </p:sp>
      <p:grpSp>
        <p:nvGrpSpPr>
          <p:cNvPr id="1348" name="Google Shape;1348;p65"/>
          <p:cNvGrpSpPr/>
          <p:nvPr/>
        </p:nvGrpSpPr>
        <p:grpSpPr>
          <a:xfrm>
            <a:off x="5080600" y="1419614"/>
            <a:ext cx="4626550" cy="6133390"/>
            <a:chOff x="3175375" y="887258"/>
            <a:chExt cx="2891594" cy="3833369"/>
          </a:xfrm>
        </p:grpSpPr>
        <p:sp>
          <p:nvSpPr>
            <p:cNvPr id="1349" name="Google Shape;1349;p65"/>
            <p:cNvSpPr/>
            <p:nvPr/>
          </p:nvSpPr>
          <p:spPr>
            <a:xfrm>
              <a:off x="3453293" y="1725427"/>
              <a:ext cx="2549700" cy="2995200"/>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0" name="Google Shape;1350;p65"/>
            <p:cNvSpPr txBox="1"/>
            <p:nvPr/>
          </p:nvSpPr>
          <p:spPr>
            <a:xfrm>
              <a:off x="406012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0A7DDA"/>
                  </a:solidFill>
                  <a:latin typeface="IBM Plex Sans"/>
                  <a:ea typeface="IBM Plex Sans"/>
                  <a:cs typeface="IBM Plex Sans"/>
                  <a:sym typeface="IBM Plex Sans"/>
                </a:rPr>
                <a:t>Automate</a:t>
              </a:r>
              <a:endParaRPr sz="2560" kern="0">
                <a:solidFill>
                  <a:srgbClr val="0A7DDA"/>
                </a:solidFill>
                <a:latin typeface="Arial"/>
                <a:cs typeface="Arial"/>
                <a:sym typeface="Arial"/>
              </a:endParaRPr>
            </a:p>
          </p:txBody>
        </p:sp>
        <p:sp>
          <p:nvSpPr>
            <p:cNvPr id="1351" name="Google Shape;1351;p65"/>
            <p:cNvSpPr txBox="1"/>
            <p:nvPr/>
          </p:nvSpPr>
          <p:spPr>
            <a:xfrm>
              <a:off x="3389469"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Enterprise-grade automation platform. Built for today’s business complexity, loved by developers.</a:t>
              </a:r>
              <a:endParaRPr sz="1280" kern="0">
                <a:solidFill>
                  <a:srgbClr val="F7F7F7"/>
                </a:solidFill>
                <a:latin typeface="IBM Plex Sans"/>
                <a:ea typeface="IBM Plex Sans"/>
                <a:cs typeface="IBM Plex Sans"/>
                <a:sym typeface="IBM Plex Sans"/>
              </a:endParaRPr>
            </a:p>
          </p:txBody>
        </p:sp>
        <p:grpSp>
          <p:nvGrpSpPr>
            <p:cNvPr id="1352" name="Google Shape;1352;p65"/>
            <p:cNvGrpSpPr/>
            <p:nvPr/>
          </p:nvGrpSpPr>
          <p:grpSpPr>
            <a:xfrm>
              <a:off x="3650197" y="1955187"/>
              <a:ext cx="457183" cy="457183"/>
              <a:chOff x="4280432" y="2131791"/>
              <a:chExt cx="649500" cy="649500"/>
            </a:xfrm>
          </p:grpSpPr>
          <p:sp>
            <p:nvSpPr>
              <p:cNvPr id="1353" name="Google Shape;1353;p65"/>
              <p:cNvSpPr/>
              <p:nvPr/>
            </p:nvSpPr>
            <p:spPr>
              <a:xfrm>
                <a:off x="4280432" y="2131791"/>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54" name="Google Shape;1354;p65"/>
              <p:cNvGrpSpPr/>
              <p:nvPr/>
            </p:nvGrpSpPr>
            <p:grpSpPr>
              <a:xfrm>
                <a:off x="4411294" y="2253947"/>
                <a:ext cx="378863" cy="378038"/>
                <a:chOff x="1721775" y="1901200"/>
                <a:chExt cx="352300" cy="351500"/>
              </a:xfrm>
            </p:grpSpPr>
            <p:sp>
              <p:nvSpPr>
                <p:cNvPr id="1355" name="Google Shape;1355;p65"/>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6" name="Google Shape;1356;p65"/>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357" name="Google Shape;1357;p65"/>
            <p:cNvGrpSpPr/>
            <p:nvPr/>
          </p:nvGrpSpPr>
          <p:grpSpPr>
            <a:xfrm>
              <a:off x="3650174" y="4021923"/>
              <a:ext cx="457183" cy="457183"/>
              <a:chOff x="4737113" y="3244906"/>
              <a:chExt cx="649500" cy="649500"/>
            </a:xfrm>
          </p:grpSpPr>
          <p:sp>
            <p:nvSpPr>
              <p:cNvPr id="1358" name="Google Shape;1358;p65"/>
              <p:cNvSpPr/>
              <p:nvPr/>
            </p:nvSpPr>
            <p:spPr>
              <a:xfrm>
                <a:off x="4737113" y="3244906"/>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9" name="Google Shape;1359;p65"/>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60" name="Google Shape;1360;p65"/>
            <p:cNvGrpSpPr/>
            <p:nvPr/>
          </p:nvGrpSpPr>
          <p:grpSpPr>
            <a:xfrm>
              <a:off x="3650186" y="3196311"/>
              <a:ext cx="457183" cy="457183"/>
              <a:chOff x="3784676" y="3222117"/>
              <a:chExt cx="649500" cy="649500"/>
            </a:xfrm>
          </p:grpSpPr>
          <p:sp>
            <p:nvSpPr>
              <p:cNvPr id="1361" name="Google Shape;1361;p65"/>
              <p:cNvSpPr/>
              <p:nvPr/>
            </p:nvSpPr>
            <p:spPr>
              <a:xfrm>
                <a:off x="3784676" y="322211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62" name="Google Shape;1362;p65"/>
              <p:cNvSpPr/>
              <p:nvPr/>
            </p:nvSpPr>
            <p:spPr>
              <a:xfrm>
                <a:off x="3954923" y="3424208"/>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363" name="Google Shape;1363;p65"/>
            <p:cNvSpPr txBox="1"/>
            <p:nvPr/>
          </p:nvSpPr>
          <p:spPr>
            <a:xfrm>
              <a:off x="4139587" y="1955165"/>
              <a:ext cx="1697100" cy="946413"/>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Zeebe</a:t>
              </a:r>
              <a:endParaRPr sz="1120" kern="0">
                <a:solidFill>
                  <a:srgbClr val="000000"/>
                </a:solidFill>
                <a:latin typeface="IBM Plex Sans"/>
                <a:ea typeface="IBM Plex Sans"/>
                <a:cs typeface="IBM Plex Sans"/>
                <a:sym typeface="IBM Plex Sans"/>
              </a:endParaRPr>
            </a:p>
            <a:p>
              <a:pPr defTabSz="1463040">
                <a:buClr>
                  <a:srgbClr val="000000"/>
                </a:buClr>
              </a:pPr>
              <a:r>
                <a:rPr lang="en" sz="960" kern="0">
                  <a:solidFill>
                    <a:srgbClr val="000000"/>
                  </a:solidFill>
                  <a:latin typeface="IBM Plex Sans"/>
                  <a:ea typeface="IBM Plex Sans"/>
                  <a:cs typeface="IBM Plex Sans"/>
                  <a:sym typeface="IBM Plex Sans"/>
                </a:rPr>
                <a:t>Next-generation, cloud-native workflow engine that unlocks unparalleled speed, scale &amp; resilience. </a:t>
              </a:r>
              <a:br>
                <a:rPr lang="en" sz="960" kern="0">
                  <a:solidFill>
                    <a:srgbClr val="000000"/>
                  </a:solidFill>
                  <a:latin typeface="IBM Plex Sans"/>
                  <a:ea typeface="IBM Plex Sans"/>
                  <a:cs typeface="IBM Plex Sans"/>
                  <a:sym typeface="IBM Plex Sans"/>
                </a:rPr>
              </a:br>
              <a:r>
                <a:rPr lang="en" sz="960" kern="0">
                  <a:solidFill>
                    <a:srgbClr val="000000"/>
                  </a:solidFill>
                  <a:latin typeface="IBM Plex Sans"/>
                  <a:ea typeface="IBM Plex Sans"/>
                  <a:cs typeface="IBM Plex Sans"/>
                  <a:sym typeface="IBM Plex Sans"/>
                </a:rPr>
                <a:t/>
              </a:r>
              <a:br>
                <a:rPr lang="en" sz="960" kern="0">
                  <a:solidFill>
                    <a:srgbClr val="000000"/>
                  </a:solidFill>
                  <a:latin typeface="IBM Plex Sans"/>
                  <a:ea typeface="IBM Plex Sans"/>
                  <a:cs typeface="IBM Plex Sans"/>
                  <a:sym typeface="IBM Plex Sans"/>
                </a:rPr>
              </a:br>
              <a:r>
                <a:rPr lang="en" sz="960" kern="0">
                  <a:solidFill>
                    <a:srgbClr val="000000"/>
                  </a:solidFill>
                  <a:latin typeface="IBM Plex Sans"/>
                  <a:ea typeface="IBM Plex Sans"/>
                  <a:cs typeface="IBM Plex Sans"/>
                  <a:sym typeface="IBM Plex Sans"/>
                </a:rPr>
                <a:t>Open source SDKs in your preferred programming language brings the extensibility you need for your complex business processes.</a:t>
              </a:r>
              <a:endParaRPr sz="2240" kern="0">
                <a:solidFill>
                  <a:srgbClr val="000000"/>
                </a:solidFill>
                <a:latin typeface="Arial"/>
                <a:cs typeface="Arial"/>
                <a:sym typeface="Arial"/>
              </a:endParaRPr>
            </a:p>
          </p:txBody>
        </p:sp>
        <p:sp>
          <p:nvSpPr>
            <p:cNvPr id="1364" name="Google Shape;1364;p65"/>
            <p:cNvSpPr txBox="1"/>
            <p:nvPr/>
          </p:nvSpPr>
          <p:spPr>
            <a:xfrm>
              <a:off x="4139587" y="4021923"/>
              <a:ext cx="1697100" cy="392415"/>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Operate</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Real time visibility to monitor, analyze and resolve problems with any process instance.</a:t>
              </a:r>
              <a:endParaRPr sz="960" kern="0">
                <a:solidFill>
                  <a:srgbClr val="000000"/>
                </a:solidFill>
                <a:latin typeface="IBM Plex Sans"/>
                <a:ea typeface="IBM Plex Sans"/>
                <a:cs typeface="IBM Plex Sans"/>
                <a:sym typeface="IBM Plex Sans"/>
              </a:endParaRPr>
            </a:p>
          </p:txBody>
        </p:sp>
        <p:sp>
          <p:nvSpPr>
            <p:cNvPr id="1365" name="Google Shape;1365;p65"/>
            <p:cNvSpPr txBox="1"/>
            <p:nvPr/>
          </p:nvSpPr>
          <p:spPr>
            <a:xfrm>
              <a:off x="4139587" y="3196311"/>
              <a:ext cx="1697100" cy="484748"/>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Tasklist</a:t>
              </a:r>
              <a:endParaRPr sz="1440" b="1"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Assign and execute tasks that require human interaction via easy-to-use Forms or via your own apps with the Tasklist API.</a:t>
              </a:r>
              <a:endParaRPr sz="2240" kern="0">
                <a:solidFill>
                  <a:srgbClr val="000000"/>
                </a:solidFill>
                <a:latin typeface="Arial"/>
                <a:cs typeface="Arial"/>
                <a:sym typeface="Arial"/>
              </a:endParaRPr>
            </a:p>
          </p:txBody>
        </p:sp>
        <p:sp>
          <p:nvSpPr>
            <p:cNvPr id="1366" name="Google Shape;1366;p65"/>
            <p:cNvSpPr/>
            <p:nvPr/>
          </p:nvSpPr>
          <p:spPr>
            <a:xfrm>
              <a:off x="3175375"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67" name="Google Shape;1367;p65"/>
          <p:cNvGrpSpPr/>
          <p:nvPr/>
        </p:nvGrpSpPr>
        <p:grpSpPr>
          <a:xfrm>
            <a:off x="9810182" y="1419614"/>
            <a:ext cx="4626648" cy="3192910"/>
            <a:chOff x="6131363" y="887258"/>
            <a:chExt cx="2891655" cy="1995569"/>
          </a:xfrm>
        </p:grpSpPr>
        <p:sp>
          <p:nvSpPr>
            <p:cNvPr id="1368" name="Google Shape;1368;p65"/>
            <p:cNvSpPr/>
            <p:nvPr/>
          </p:nvSpPr>
          <p:spPr>
            <a:xfrm>
              <a:off x="6409293"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69" name="Google Shape;1369;p65"/>
            <p:cNvSpPr txBox="1"/>
            <p:nvPr/>
          </p:nvSpPr>
          <p:spPr>
            <a:xfrm>
              <a:off x="701617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26D07C"/>
                  </a:solidFill>
                  <a:latin typeface="IBM Plex Sans"/>
                  <a:ea typeface="IBM Plex Sans"/>
                  <a:cs typeface="IBM Plex Sans"/>
                  <a:sym typeface="IBM Plex Sans"/>
                </a:rPr>
                <a:t>Improve</a:t>
              </a:r>
              <a:endParaRPr sz="2560" kern="0">
                <a:solidFill>
                  <a:srgbClr val="26D07C"/>
                </a:solidFill>
                <a:latin typeface="Arial"/>
                <a:cs typeface="Arial"/>
                <a:sym typeface="Arial"/>
              </a:endParaRPr>
            </a:p>
          </p:txBody>
        </p:sp>
        <p:sp>
          <p:nvSpPr>
            <p:cNvPr id="1370" name="Google Shape;1370;p65"/>
            <p:cNvSpPr txBox="1"/>
            <p:nvPr/>
          </p:nvSpPr>
          <p:spPr>
            <a:xfrm>
              <a:off x="6345518"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Teams have the insights to fix the highest ROI problems for their business processes.</a:t>
              </a:r>
              <a:endParaRPr sz="1280" kern="0">
                <a:solidFill>
                  <a:srgbClr val="F7F7F7"/>
                </a:solidFill>
                <a:latin typeface="IBM Plex Sans"/>
                <a:ea typeface="IBM Plex Sans"/>
                <a:cs typeface="IBM Plex Sans"/>
                <a:sym typeface="IBM Plex Sans"/>
              </a:endParaRPr>
            </a:p>
          </p:txBody>
        </p:sp>
        <p:grpSp>
          <p:nvGrpSpPr>
            <p:cNvPr id="1371" name="Google Shape;1371;p65"/>
            <p:cNvGrpSpPr/>
            <p:nvPr/>
          </p:nvGrpSpPr>
          <p:grpSpPr>
            <a:xfrm>
              <a:off x="6606153" y="1955177"/>
              <a:ext cx="457183" cy="457183"/>
              <a:chOff x="6813243" y="2535690"/>
              <a:chExt cx="649500" cy="649500"/>
            </a:xfrm>
          </p:grpSpPr>
          <p:sp>
            <p:nvSpPr>
              <p:cNvPr id="1372" name="Google Shape;1372;p65"/>
              <p:cNvSpPr/>
              <p:nvPr/>
            </p:nvSpPr>
            <p:spPr>
              <a:xfrm>
                <a:off x="6813243" y="2535690"/>
                <a:ext cx="649500" cy="649500"/>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73" name="Google Shape;1373;p65"/>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374" name="Google Shape;1374;p65"/>
            <p:cNvSpPr txBox="1"/>
            <p:nvPr/>
          </p:nvSpPr>
          <p:spPr>
            <a:xfrm>
              <a:off x="7095562" y="1955177"/>
              <a:ext cx="1697100" cy="484748"/>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Optimize</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Get the insights you need to understand and continuously improve your business processes.</a:t>
              </a:r>
              <a:endParaRPr sz="2240" kern="0">
                <a:solidFill>
                  <a:srgbClr val="000000"/>
                </a:solidFill>
                <a:latin typeface="Arial"/>
                <a:cs typeface="Arial"/>
                <a:sym typeface="Arial"/>
              </a:endParaRPr>
            </a:p>
          </p:txBody>
        </p:sp>
        <p:sp>
          <p:nvSpPr>
            <p:cNvPr id="1375" name="Google Shape;1375;p65"/>
            <p:cNvSpPr/>
            <p:nvPr/>
          </p:nvSpPr>
          <p:spPr>
            <a:xfrm>
              <a:off x="6131363"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76" name="Google Shape;1376;p65"/>
          <p:cNvGrpSpPr/>
          <p:nvPr/>
        </p:nvGrpSpPr>
        <p:grpSpPr>
          <a:xfrm>
            <a:off x="430430" y="1419613"/>
            <a:ext cx="4829659" cy="6035097"/>
            <a:chOff x="269018" y="887258"/>
            <a:chExt cx="3018537" cy="3771936"/>
          </a:xfrm>
        </p:grpSpPr>
        <p:sp>
          <p:nvSpPr>
            <p:cNvPr id="1377" name="Google Shape;1377;p65"/>
            <p:cNvSpPr/>
            <p:nvPr/>
          </p:nvSpPr>
          <p:spPr>
            <a:xfrm>
              <a:off x="497318"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78" name="Google Shape;1378;p65"/>
            <p:cNvSpPr txBox="1"/>
            <p:nvPr/>
          </p:nvSpPr>
          <p:spPr>
            <a:xfrm>
              <a:off x="110407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FC5D0D"/>
                  </a:solidFill>
                  <a:latin typeface="IBM Plex Sans"/>
                  <a:ea typeface="IBM Plex Sans"/>
                  <a:cs typeface="IBM Plex Sans"/>
                  <a:sym typeface="IBM Plex Sans"/>
                </a:rPr>
                <a:t>Design</a:t>
              </a:r>
              <a:endParaRPr sz="2560" kern="0">
                <a:solidFill>
                  <a:srgbClr val="FC5D0D"/>
                </a:solidFill>
                <a:latin typeface="Arial"/>
                <a:cs typeface="Arial"/>
                <a:sym typeface="Arial"/>
              </a:endParaRPr>
            </a:p>
          </p:txBody>
        </p:sp>
        <p:grpSp>
          <p:nvGrpSpPr>
            <p:cNvPr id="1379" name="Google Shape;1379;p65"/>
            <p:cNvGrpSpPr/>
            <p:nvPr/>
          </p:nvGrpSpPr>
          <p:grpSpPr>
            <a:xfrm>
              <a:off x="694218" y="1955177"/>
              <a:ext cx="457193" cy="457193"/>
              <a:chOff x="1365755" y="1960425"/>
              <a:chExt cx="788400" cy="788400"/>
            </a:xfrm>
          </p:grpSpPr>
          <p:sp>
            <p:nvSpPr>
              <p:cNvPr id="1380" name="Google Shape;1380;p65"/>
              <p:cNvSpPr/>
              <p:nvPr/>
            </p:nvSpPr>
            <p:spPr>
              <a:xfrm>
                <a:off x="1365755" y="1960425"/>
                <a:ext cx="788400" cy="7884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81" name="Google Shape;1381;p65"/>
              <p:cNvGrpSpPr/>
              <p:nvPr/>
            </p:nvGrpSpPr>
            <p:grpSpPr>
              <a:xfrm>
                <a:off x="1479376" y="2281793"/>
                <a:ext cx="548575" cy="142997"/>
                <a:chOff x="2443850" y="2022150"/>
                <a:chExt cx="419400" cy="109325"/>
              </a:xfrm>
            </p:grpSpPr>
            <p:sp>
              <p:nvSpPr>
                <p:cNvPr id="1382" name="Google Shape;1382;p65"/>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3" name="Google Shape;1383;p65"/>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4" name="Google Shape;1384;p65"/>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5" name="Google Shape;1385;p65"/>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sp>
          <p:nvSpPr>
            <p:cNvPr id="1386" name="Google Shape;1386;p65"/>
            <p:cNvSpPr txBox="1"/>
            <p:nvPr/>
          </p:nvSpPr>
          <p:spPr>
            <a:xfrm>
              <a:off x="433419"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Developers &amp; business users collaborate to design, </a:t>
              </a:r>
              <a:br>
                <a:rPr lang="en" sz="1280" kern="0">
                  <a:solidFill>
                    <a:srgbClr val="F7F7F7"/>
                  </a:solidFill>
                  <a:latin typeface="IBM Plex Sans"/>
                  <a:ea typeface="IBM Plex Sans"/>
                  <a:cs typeface="IBM Plex Sans"/>
                  <a:sym typeface="IBM Plex Sans"/>
                </a:rPr>
              </a:br>
              <a:r>
                <a:rPr lang="en" sz="1280" kern="0">
                  <a:solidFill>
                    <a:srgbClr val="F7F7F7"/>
                  </a:solidFill>
                  <a:latin typeface="IBM Plex Sans"/>
                  <a:ea typeface="IBM Plex Sans"/>
                  <a:cs typeface="IBM Plex Sans"/>
                  <a:sym typeface="IBM Plex Sans"/>
                </a:rPr>
                <a:t>connect &amp; deploy processes with Camunda.</a:t>
              </a:r>
              <a:endParaRPr sz="1280" b="1" kern="0">
                <a:solidFill>
                  <a:srgbClr val="F7F7F7"/>
                </a:solidFill>
                <a:latin typeface="IBM Plex Sans"/>
                <a:ea typeface="IBM Plex Sans"/>
                <a:cs typeface="IBM Plex Sans"/>
                <a:sym typeface="IBM Plex Sans"/>
              </a:endParaRPr>
            </a:p>
          </p:txBody>
        </p:sp>
        <p:sp>
          <p:nvSpPr>
            <p:cNvPr id="1387" name="Google Shape;1387;p65"/>
            <p:cNvSpPr txBox="1"/>
            <p:nvPr/>
          </p:nvSpPr>
          <p:spPr>
            <a:xfrm>
              <a:off x="1183612" y="1955177"/>
              <a:ext cx="1697100" cy="577081"/>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Modeler</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Model &amp; deploy business process diagrams with BPMN &amp; DMN.</a:t>
              </a:r>
              <a:endParaRPr sz="96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
              </a:r>
              <a:br>
                <a:rPr lang="en" sz="960" kern="0">
                  <a:solidFill>
                    <a:srgbClr val="000000"/>
                  </a:solidFill>
                  <a:latin typeface="IBM Plex Sans"/>
                  <a:ea typeface="IBM Plex Sans"/>
                  <a:cs typeface="IBM Plex Sans"/>
                  <a:sym typeface="IBM Plex Sans"/>
                </a:rPr>
              </a:br>
              <a:r>
                <a:rPr lang="en" sz="960" kern="0">
                  <a:solidFill>
                    <a:srgbClr val="000000"/>
                  </a:solidFill>
                  <a:latin typeface="IBM Plex Sans"/>
                  <a:ea typeface="IBM Plex Sans"/>
                  <a:cs typeface="IBM Plex Sans"/>
                  <a:sym typeface="IBM Plex Sans"/>
                </a:rPr>
                <a:t>Available via web and desktop app.</a:t>
              </a:r>
              <a:endParaRPr sz="2240" kern="0">
                <a:solidFill>
                  <a:srgbClr val="000000"/>
                </a:solidFill>
                <a:latin typeface="Arial"/>
                <a:cs typeface="Arial"/>
                <a:sym typeface="Arial"/>
              </a:endParaRPr>
            </a:p>
          </p:txBody>
        </p:sp>
        <p:grpSp>
          <p:nvGrpSpPr>
            <p:cNvPr id="1388" name="Google Shape;1388;p65"/>
            <p:cNvGrpSpPr/>
            <p:nvPr/>
          </p:nvGrpSpPr>
          <p:grpSpPr>
            <a:xfrm>
              <a:off x="727870" y="3020567"/>
              <a:ext cx="2088457" cy="221400"/>
              <a:chOff x="637200" y="3212675"/>
              <a:chExt cx="1957500" cy="221400"/>
            </a:xfrm>
          </p:grpSpPr>
          <p:cxnSp>
            <p:nvCxnSpPr>
              <p:cNvPr id="1389" name="Google Shape;1389;p65"/>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0" name="Google Shape;1390;p65"/>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1391" name="Google Shape;1391;p65"/>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2" name="Google Shape;1392;p65"/>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3" name="Google Shape;1393;p65"/>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1394" name="Google Shape;1394;p65"/>
            <p:cNvGrpSpPr/>
            <p:nvPr/>
          </p:nvGrpSpPr>
          <p:grpSpPr>
            <a:xfrm>
              <a:off x="2589755" y="3387419"/>
              <a:ext cx="457200" cy="457200"/>
              <a:chOff x="2597511" y="3997306"/>
              <a:chExt cx="457200" cy="457200"/>
            </a:xfrm>
          </p:grpSpPr>
          <p:sp>
            <p:nvSpPr>
              <p:cNvPr id="1395" name="Google Shape;1395;p65"/>
              <p:cNvSpPr/>
              <p:nvPr/>
            </p:nvSpPr>
            <p:spPr>
              <a:xfrm>
                <a:off x="2597511" y="3997306"/>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96" name="Google Shape;1396;p65"/>
              <p:cNvGrpSpPr/>
              <p:nvPr/>
            </p:nvGrpSpPr>
            <p:grpSpPr>
              <a:xfrm>
                <a:off x="2703060" y="4119321"/>
                <a:ext cx="246086" cy="213144"/>
                <a:chOff x="7239892" y="1958476"/>
                <a:chExt cx="338775" cy="293425"/>
              </a:xfrm>
            </p:grpSpPr>
            <p:sp>
              <p:nvSpPr>
                <p:cNvPr id="1397" name="Google Shape;1397;p65"/>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98" name="Google Shape;1398;p65"/>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99" name="Google Shape;1399;p65"/>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400" name="Google Shape;1400;p65"/>
            <p:cNvGrpSpPr/>
            <p:nvPr/>
          </p:nvGrpSpPr>
          <p:grpSpPr>
            <a:xfrm>
              <a:off x="509618" y="3387419"/>
              <a:ext cx="457200" cy="457200"/>
              <a:chOff x="320263" y="3511638"/>
              <a:chExt cx="457200" cy="457200"/>
            </a:xfrm>
          </p:grpSpPr>
          <p:sp>
            <p:nvSpPr>
              <p:cNvPr id="1401" name="Google Shape;1401;p65"/>
              <p:cNvSpPr/>
              <p:nvPr/>
            </p:nvSpPr>
            <p:spPr>
              <a:xfrm>
                <a:off x="320263" y="3511638"/>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402" name="Google Shape;1402;p65"/>
              <p:cNvGrpSpPr/>
              <p:nvPr/>
            </p:nvGrpSpPr>
            <p:grpSpPr>
              <a:xfrm>
                <a:off x="402434" y="3704747"/>
                <a:ext cx="292894" cy="70999"/>
                <a:chOff x="238125" y="1991650"/>
                <a:chExt cx="7143750" cy="1731675"/>
              </a:xfrm>
            </p:grpSpPr>
            <p:sp>
              <p:nvSpPr>
                <p:cNvPr id="1403" name="Google Shape;1403;p65"/>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4" name="Google Shape;1404;p65"/>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5" name="Google Shape;1405;p65"/>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6" name="Google Shape;1406;p65"/>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407" name="Google Shape;1407;p65"/>
            <p:cNvGrpSpPr/>
            <p:nvPr/>
          </p:nvGrpSpPr>
          <p:grpSpPr>
            <a:xfrm>
              <a:off x="1543579" y="3387419"/>
              <a:ext cx="457200" cy="457200"/>
              <a:chOff x="1387362" y="3490439"/>
              <a:chExt cx="457200" cy="457200"/>
            </a:xfrm>
          </p:grpSpPr>
          <p:sp>
            <p:nvSpPr>
              <p:cNvPr id="1408" name="Google Shape;1408;p65"/>
              <p:cNvSpPr/>
              <p:nvPr/>
            </p:nvSpPr>
            <p:spPr>
              <a:xfrm>
                <a:off x="1387362" y="3490439"/>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409" name="Google Shape;1409;p65"/>
              <p:cNvGrpSpPr/>
              <p:nvPr/>
            </p:nvGrpSpPr>
            <p:grpSpPr>
              <a:xfrm>
                <a:off x="1469609" y="3601177"/>
                <a:ext cx="292669" cy="235744"/>
                <a:chOff x="558125" y="238125"/>
                <a:chExt cx="6503750" cy="5238750"/>
              </a:xfrm>
            </p:grpSpPr>
            <p:sp>
              <p:nvSpPr>
                <p:cNvPr id="1410" name="Google Shape;1410;p65"/>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1" name="Google Shape;1411;p65"/>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2" name="Google Shape;1412;p65"/>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3" name="Google Shape;1413;p65"/>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4" name="Google Shape;1414;p65"/>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sp>
          <p:nvSpPr>
            <p:cNvPr id="1415" name="Google Shape;1415;p65"/>
            <p:cNvSpPr txBox="1"/>
            <p:nvPr/>
          </p:nvSpPr>
          <p:spPr>
            <a:xfrm>
              <a:off x="339218" y="3990072"/>
              <a:ext cx="7980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Connectors</a:t>
              </a:r>
              <a:endParaRPr sz="1120" b="1" kern="0">
                <a:solidFill>
                  <a:srgbClr val="F7F7F7"/>
                </a:solidFill>
                <a:latin typeface="IBM Plex Sans"/>
                <a:ea typeface="IBM Plex Sans"/>
                <a:cs typeface="IBM Plex Sans"/>
                <a:sym typeface="IBM Plex Sans"/>
              </a:endParaRPr>
            </a:p>
          </p:txBody>
        </p:sp>
        <p:sp>
          <p:nvSpPr>
            <p:cNvPr id="1416" name="Google Shape;1416;p65"/>
            <p:cNvSpPr txBox="1"/>
            <p:nvPr/>
          </p:nvSpPr>
          <p:spPr>
            <a:xfrm>
              <a:off x="1210412" y="3990072"/>
              <a:ext cx="11235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Integration Framework</a:t>
              </a:r>
              <a:endParaRPr sz="1120" b="1" kern="0">
                <a:solidFill>
                  <a:srgbClr val="F7F7F7"/>
                </a:solidFill>
                <a:latin typeface="IBM Plex Sans"/>
                <a:ea typeface="IBM Plex Sans"/>
                <a:cs typeface="IBM Plex Sans"/>
                <a:sym typeface="IBM Plex Sans"/>
              </a:endParaRPr>
            </a:p>
          </p:txBody>
        </p:sp>
        <p:sp>
          <p:nvSpPr>
            <p:cNvPr id="1417" name="Google Shape;1417;p65"/>
            <p:cNvSpPr txBox="1"/>
            <p:nvPr/>
          </p:nvSpPr>
          <p:spPr>
            <a:xfrm>
              <a:off x="2628905" y="3990072"/>
              <a:ext cx="3789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Forms</a:t>
              </a:r>
              <a:endParaRPr sz="1120" b="1" kern="0">
                <a:solidFill>
                  <a:srgbClr val="F7F7F7"/>
                </a:solidFill>
                <a:latin typeface="IBM Plex Sans"/>
                <a:ea typeface="IBM Plex Sans"/>
                <a:cs typeface="IBM Plex Sans"/>
                <a:sym typeface="IBM Plex Sans"/>
              </a:endParaRPr>
            </a:p>
          </p:txBody>
        </p:sp>
        <p:sp>
          <p:nvSpPr>
            <p:cNvPr id="1418" name="Google Shape;1418;p65"/>
            <p:cNvSpPr txBox="1"/>
            <p:nvPr/>
          </p:nvSpPr>
          <p:spPr>
            <a:xfrm>
              <a:off x="269018" y="4182155"/>
              <a:ext cx="938400" cy="477039"/>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Out-of-the-box integrations to easily communicate with popular enterprise applications &amp; protocols.</a:t>
              </a:r>
              <a:endParaRPr sz="800" kern="0">
                <a:solidFill>
                  <a:srgbClr val="B7B7B7"/>
                </a:solidFill>
                <a:latin typeface="Arial"/>
                <a:cs typeface="Arial"/>
                <a:sym typeface="Arial"/>
              </a:endParaRPr>
            </a:p>
          </p:txBody>
        </p:sp>
        <p:sp>
          <p:nvSpPr>
            <p:cNvPr id="1419" name="Google Shape;1419;p65"/>
            <p:cNvSpPr txBox="1"/>
            <p:nvPr/>
          </p:nvSpPr>
          <p:spPr>
            <a:xfrm>
              <a:off x="1303043" y="4182155"/>
              <a:ext cx="938400" cy="400094"/>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Build &amp; provision your own connectors to any system including homegrown &amp; legacy applications.</a:t>
              </a:r>
              <a:endParaRPr sz="960" kern="0">
                <a:solidFill>
                  <a:srgbClr val="B7B7B7"/>
                </a:solidFill>
                <a:latin typeface="Arial"/>
                <a:cs typeface="Arial"/>
                <a:sym typeface="Arial"/>
              </a:endParaRPr>
            </a:p>
          </p:txBody>
        </p:sp>
        <p:sp>
          <p:nvSpPr>
            <p:cNvPr id="1420" name="Google Shape;1420;p65"/>
            <p:cNvSpPr txBox="1"/>
            <p:nvPr/>
          </p:nvSpPr>
          <p:spPr>
            <a:xfrm>
              <a:off x="2349155" y="4182155"/>
              <a:ext cx="938400" cy="400094"/>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Drag &amp; drop creation of forms that power workflows that require human interaction.</a:t>
              </a:r>
              <a:endParaRPr sz="1120" kern="0">
                <a:solidFill>
                  <a:srgbClr val="B7B7B7"/>
                </a:solidFill>
                <a:latin typeface="Arial"/>
                <a:cs typeface="Arial"/>
                <a:sym typeface="Arial"/>
              </a:endParaRPr>
            </a:p>
          </p:txBody>
        </p:sp>
      </p:grpSp>
      <p:grpSp>
        <p:nvGrpSpPr>
          <p:cNvPr id="1421" name="Google Shape;1421;p65"/>
          <p:cNvGrpSpPr/>
          <p:nvPr/>
        </p:nvGrpSpPr>
        <p:grpSpPr>
          <a:xfrm>
            <a:off x="265376" y="3549147"/>
            <a:ext cx="12241037" cy="4421150"/>
            <a:chOff x="165860" y="2218216"/>
            <a:chExt cx="7650648" cy="2763219"/>
          </a:xfrm>
        </p:grpSpPr>
        <p:grpSp>
          <p:nvGrpSpPr>
            <p:cNvPr id="1422" name="Google Shape;1422;p65"/>
            <p:cNvGrpSpPr/>
            <p:nvPr/>
          </p:nvGrpSpPr>
          <p:grpSpPr>
            <a:xfrm>
              <a:off x="208820" y="2405825"/>
              <a:ext cx="7521773" cy="2575610"/>
              <a:chOff x="152950" y="2423013"/>
              <a:chExt cx="7521773" cy="2575610"/>
            </a:xfrm>
          </p:grpSpPr>
          <p:cxnSp>
            <p:nvCxnSpPr>
              <p:cNvPr id="1423" name="Google Shape;1423;p65"/>
              <p:cNvCxnSpPr/>
              <p:nvPr/>
            </p:nvCxnSpPr>
            <p:spPr>
              <a:xfrm>
                <a:off x="7674723" y="3187523"/>
                <a:ext cx="0" cy="1811100"/>
              </a:xfrm>
              <a:prstGeom prst="straightConnector1">
                <a:avLst/>
              </a:prstGeom>
              <a:noFill/>
              <a:ln w="19050" cap="flat" cmpd="sng">
                <a:solidFill>
                  <a:srgbClr val="888B8D"/>
                </a:solidFill>
                <a:prstDash val="dash"/>
                <a:round/>
                <a:headEnd type="none" w="med" len="med"/>
                <a:tailEnd type="none" w="med" len="med"/>
              </a:ln>
            </p:spPr>
          </p:cxnSp>
          <p:cxnSp>
            <p:nvCxnSpPr>
              <p:cNvPr id="1424" name="Google Shape;1424;p65"/>
              <p:cNvCxnSpPr/>
              <p:nvPr/>
            </p:nvCxnSpPr>
            <p:spPr>
              <a:xfrm rot="10800000">
                <a:off x="160923" y="4990574"/>
                <a:ext cx="7513800" cy="0"/>
              </a:xfrm>
              <a:prstGeom prst="straightConnector1">
                <a:avLst/>
              </a:prstGeom>
              <a:noFill/>
              <a:ln w="19050" cap="flat" cmpd="sng">
                <a:solidFill>
                  <a:srgbClr val="888B8D"/>
                </a:solidFill>
                <a:prstDash val="dash"/>
                <a:round/>
                <a:headEnd type="none" w="med" len="med"/>
                <a:tailEnd type="none" w="med" len="med"/>
              </a:ln>
            </p:spPr>
          </p:cxnSp>
          <p:cxnSp>
            <p:nvCxnSpPr>
              <p:cNvPr id="1425" name="Google Shape;1425;p65"/>
              <p:cNvCxnSpPr/>
              <p:nvPr/>
            </p:nvCxnSpPr>
            <p:spPr>
              <a:xfrm rot="10800000">
                <a:off x="152950" y="2423013"/>
                <a:ext cx="0" cy="2572800"/>
              </a:xfrm>
              <a:prstGeom prst="straightConnector1">
                <a:avLst/>
              </a:prstGeom>
              <a:noFill/>
              <a:ln w="19050" cap="flat" cmpd="sng">
                <a:solidFill>
                  <a:srgbClr val="888B8D"/>
                </a:solidFill>
                <a:prstDash val="dash"/>
                <a:round/>
                <a:headEnd type="none" w="med" len="med"/>
                <a:tailEnd type="none" w="med" len="med"/>
              </a:ln>
            </p:spPr>
          </p:cxnSp>
        </p:grpSp>
        <p:sp>
          <p:nvSpPr>
            <p:cNvPr id="1426" name="Google Shape;1426;p65"/>
            <p:cNvSpPr/>
            <p:nvPr/>
          </p:nvSpPr>
          <p:spPr>
            <a:xfrm>
              <a:off x="165860" y="2218216"/>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27" name="Google Shape;1427;p65"/>
            <p:cNvSpPr/>
            <p:nvPr/>
          </p:nvSpPr>
          <p:spPr>
            <a:xfrm rot="5400000">
              <a:off x="7655813" y="2953291"/>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pic>
        <p:nvPicPr>
          <p:cNvPr id="1428" name="Google Shape;1428;p65"/>
          <p:cNvPicPr preferRelativeResize="0"/>
          <p:nvPr/>
        </p:nvPicPr>
        <p:blipFill>
          <a:blip r:embed="rId3">
            <a:alphaModFix/>
          </a:blip>
          <a:stretch>
            <a:fillRect/>
          </a:stretch>
        </p:blipFill>
        <p:spPr>
          <a:xfrm>
            <a:off x="13671774" y="156691"/>
            <a:ext cx="877824" cy="877824"/>
          </a:xfrm>
          <a:prstGeom prst="rect">
            <a:avLst/>
          </a:prstGeom>
          <a:noFill/>
          <a:ln>
            <a:noFill/>
          </a:ln>
        </p:spPr>
      </p:pic>
    </p:spTree>
    <p:extLst>
      <p:ext uri="{BB962C8B-B14F-4D97-AF65-F5344CB8AC3E}">
        <p14:creationId xmlns:p14="http://schemas.microsoft.com/office/powerpoint/2010/main" val="408939207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6"/>
                                        </p:tgtEl>
                                        <p:attrNameLst>
                                          <p:attrName>style.visibility</p:attrName>
                                        </p:attrNameLst>
                                      </p:cBhvr>
                                      <p:to>
                                        <p:strVal val="visible"/>
                                      </p:to>
                                    </p:set>
                                    <p:animEffect transition="in" filter="fade">
                                      <p:cBhvr>
                                        <p:cTn id="7" dur="1000"/>
                                        <p:tgtEl>
                                          <p:spTgt spid="1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8"/>
                                        </p:tgtEl>
                                        <p:attrNameLst>
                                          <p:attrName>style.visibility</p:attrName>
                                        </p:attrNameLst>
                                      </p:cBhvr>
                                      <p:to>
                                        <p:strVal val="visible"/>
                                      </p:to>
                                    </p:set>
                                    <p:animEffect transition="in" filter="fade">
                                      <p:cBhvr>
                                        <p:cTn id="12" dur="1000"/>
                                        <p:tgtEl>
                                          <p:spTgt spid="13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7"/>
                                        </p:tgtEl>
                                        <p:attrNameLst>
                                          <p:attrName>style.visibility</p:attrName>
                                        </p:attrNameLst>
                                      </p:cBhvr>
                                      <p:to>
                                        <p:strVal val="visible"/>
                                      </p:to>
                                    </p:set>
                                    <p:animEffect transition="in" filter="fade">
                                      <p:cBhvr>
                                        <p:cTn id="17" dur="1000"/>
                                        <p:tgtEl>
                                          <p:spTgt spid="13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defTabSz="1463040">
              <a:buClr>
                <a:srgbClr val="000000"/>
              </a:buClr>
            </a:pPr>
            <a:fld id="{00000000-1234-1234-1234-123412341234}" type="slidenum">
              <a:rPr lang="en" kern="0">
                <a:solidFill>
                  <a:srgbClr val="434343"/>
                </a:solidFill>
              </a:rPr>
              <a:pPr defTabSz="1463040">
                <a:buClr>
                  <a:srgbClr val="000000"/>
                </a:buClr>
              </a:pPr>
              <a:t>13</a:t>
            </a:fld>
            <a:endParaRPr lang="en" kern="0">
              <a:solidFill>
                <a:srgbClr val="434343"/>
              </a:solidFill>
            </a:endParaRPr>
          </a:p>
        </p:txBody>
      </p:sp>
      <p:pic>
        <p:nvPicPr>
          <p:cNvPr id="6" name="Picture 5"/>
          <p:cNvPicPr>
            <a:picLocks noChangeAspect="1"/>
          </p:cNvPicPr>
          <p:nvPr/>
        </p:nvPicPr>
        <p:blipFill>
          <a:blip r:embed="rId2"/>
          <a:stretch>
            <a:fillRect/>
          </a:stretch>
        </p:blipFill>
        <p:spPr>
          <a:xfrm>
            <a:off x="1969037" y="1561305"/>
            <a:ext cx="8191474" cy="46077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88393460"/>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7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p>
            <a:r>
              <a:rPr lang="en"/>
              <a:t>Camunda Advantage</a:t>
            </a:r>
            <a:endParaRPr/>
          </a:p>
        </p:txBody>
      </p:sp>
      <p:sp>
        <p:nvSpPr>
          <p:cNvPr id="1720" name="Google Shape;1720;p75"/>
          <p:cNvSpPr txBox="1">
            <a:spLocks noGrp="1"/>
          </p:cNvSpPr>
          <p:nvPr>
            <p:ph type="body" idx="1"/>
          </p:nvPr>
        </p:nvSpPr>
        <p:spPr>
          <a:xfrm>
            <a:off x="2507958" y="1789002"/>
            <a:ext cx="4117920" cy="597600"/>
          </a:xfrm>
          <a:prstGeom prst="rect">
            <a:avLst/>
          </a:prstGeom>
        </p:spPr>
        <p:txBody>
          <a:bodyPr spcFirstLastPara="1" wrap="square" lIns="0" tIns="0" rIns="0" bIns="0" anchor="t" anchorCtr="0">
            <a:normAutofit fontScale="85000" lnSpcReduction="20000"/>
          </a:bodyPr>
          <a:lstStyle/>
          <a:p>
            <a:pPr marL="0" indent="0" algn="r">
              <a:spcAft>
                <a:spcPts val="1920"/>
              </a:spcAft>
              <a:buNone/>
            </a:pPr>
            <a:r>
              <a:rPr lang="en" sz="2880" b="1"/>
              <a:t>Traditional Approach</a:t>
            </a:r>
            <a:endParaRPr/>
          </a:p>
        </p:txBody>
      </p:sp>
      <p:sp>
        <p:nvSpPr>
          <p:cNvPr id="1721" name="Google Shape;1721;p75"/>
          <p:cNvSpPr/>
          <p:nvPr/>
        </p:nvSpPr>
        <p:spPr>
          <a:xfrm>
            <a:off x="5824278" y="648860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22" name="Google Shape;1722;p75"/>
          <p:cNvGrpSpPr/>
          <p:nvPr/>
        </p:nvGrpSpPr>
        <p:grpSpPr>
          <a:xfrm>
            <a:off x="5927309" y="6733215"/>
            <a:ext cx="595568" cy="319542"/>
            <a:chOff x="3838295" y="3738620"/>
            <a:chExt cx="372230" cy="199714"/>
          </a:xfrm>
        </p:grpSpPr>
        <p:sp>
          <p:nvSpPr>
            <p:cNvPr id="1723" name="Google Shape;1723;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4" name="Google Shape;1724;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5" name="Google Shape;1725;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6" name="Google Shape;1726;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7" name="Google Shape;1727;p75"/>
            <p:cNvSpPr/>
            <p:nvPr/>
          </p:nvSpPr>
          <p:spPr>
            <a:xfrm>
              <a:off x="3935662"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8" name="Google Shape;1728;p75"/>
            <p:cNvSpPr/>
            <p:nvPr/>
          </p:nvSpPr>
          <p:spPr>
            <a:xfrm>
              <a:off x="4031617"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9" name="Google Shape;1729;p75"/>
            <p:cNvSpPr/>
            <p:nvPr/>
          </p:nvSpPr>
          <p:spPr>
            <a:xfrm>
              <a:off x="4127573"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30" name="Google Shape;1730;p75"/>
          <p:cNvSpPr/>
          <p:nvPr/>
        </p:nvSpPr>
        <p:spPr>
          <a:xfrm>
            <a:off x="5824278" y="551863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1" name="Google Shape;1731;p75"/>
          <p:cNvSpPr/>
          <p:nvPr/>
        </p:nvSpPr>
        <p:spPr>
          <a:xfrm>
            <a:off x="5824278" y="4548661"/>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2" name="Google Shape;1732;p75"/>
          <p:cNvSpPr/>
          <p:nvPr/>
        </p:nvSpPr>
        <p:spPr>
          <a:xfrm>
            <a:off x="5824278" y="357869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3" name="Google Shape;1733;p75"/>
          <p:cNvSpPr/>
          <p:nvPr/>
        </p:nvSpPr>
        <p:spPr>
          <a:xfrm>
            <a:off x="5824278" y="260872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34" name="Google Shape;1734;p75"/>
          <p:cNvGrpSpPr/>
          <p:nvPr/>
        </p:nvGrpSpPr>
        <p:grpSpPr>
          <a:xfrm>
            <a:off x="6158730" y="3829351"/>
            <a:ext cx="132728" cy="319011"/>
            <a:chOff x="5046700" y="1959325"/>
            <a:chExt cx="187300" cy="450275"/>
          </a:xfrm>
        </p:grpSpPr>
        <p:sp>
          <p:nvSpPr>
            <p:cNvPr id="1735" name="Google Shape;1735;p75"/>
            <p:cNvSpPr/>
            <p:nvPr/>
          </p:nvSpPr>
          <p:spPr>
            <a:xfrm>
              <a:off x="5062575" y="1959325"/>
              <a:ext cx="155525" cy="155525"/>
            </a:xfrm>
            <a:custGeom>
              <a:avLst/>
              <a:gdLst/>
              <a:ahLst/>
              <a:cxnLst/>
              <a:rect l="l" t="t" r="r" b="b"/>
              <a:pathLst>
                <a:path w="6221" h="6221" extrusionOk="0">
                  <a:moveTo>
                    <a:pt x="2949" y="0"/>
                  </a:moveTo>
                  <a:lnTo>
                    <a:pt x="2786" y="14"/>
                  </a:lnTo>
                  <a:lnTo>
                    <a:pt x="2475" y="68"/>
                  </a:lnTo>
                  <a:lnTo>
                    <a:pt x="2178" y="135"/>
                  </a:lnTo>
                  <a:lnTo>
                    <a:pt x="1894" y="244"/>
                  </a:lnTo>
                  <a:lnTo>
                    <a:pt x="1624" y="379"/>
                  </a:lnTo>
                  <a:lnTo>
                    <a:pt x="1367" y="528"/>
                  </a:lnTo>
                  <a:lnTo>
                    <a:pt x="1137" y="717"/>
                  </a:lnTo>
                  <a:lnTo>
                    <a:pt x="907" y="920"/>
                  </a:lnTo>
                  <a:lnTo>
                    <a:pt x="704" y="1136"/>
                  </a:lnTo>
                  <a:lnTo>
                    <a:pt x="528" y="1379"/>
                  </a:lnTo>
                  <a:lnTo>
                    <a:pt x="380" y="1623"/>
                  </a:lnTo>
                  <a:lnTo>
                    <a:pt x="244" y="1907"/>
                  </a:lnTo>
                  <a:lnTo>
                    <a:pt x="136" y="2191"/>
                  </a:lnTo>
                  <a:lnTo>
                    <a:pt x="69" y="2488"/>
                  </a:lnTo>
                  <a:lnTo>
                    <a:pt x="14" y="2786"/>
                  </a:lnTo>
                  <a:lnTo>
                    <a:pt x="1" y="2948"/>
                  </a:lnTo>
                  <a:lnTo>
                    <a:pt x="1" y="3110"/>
                  </a:lnTo>
                  <a:lnTo>
                    <a:pt x="1" y="3272"/>
                  </a:lnTo>
                  <a:lnTo>
                    <a:pt x="14" y="3421"/>
                  </a:lnTo>
                  <a:lnTo>
                    <a:pt x="69" y="3732"/>
                  </a:lnTo>
                  <a:lnTo>
                    <a:pt x="136" y="4030"/>
                  </a:lnTo>
                  <a:lnTo>
                    <a:pt x="244" y="4314"/>
                  </a:lnTo>
                  <a:lnTo>
                    <a:pt x="380" y="4584"/>
                  </a:lnTo>
                  <a:lnTo>
                    <a:pt x="528" y="4841"/>
                  </a:lnTo>
                  <a:lnTo>
                    <a:pt x="704" y="5084"/>
                  </a:lnTo>
                  <a:lnTo>
                    <a:pt x="907" y="5301"/>
                  </a:lnTo>
                  <a:lnTo>
                    <a:pt x="1137" y="5503"/>
                  </a:lnTo>
                  <a:lnTo>
                    <a:pt x="1367" y="5679"/>
                  </a:lnTo>
                  <a:lnTo>
                    <a:pt x="1624" y="5841"/>
                  </a:lnTo>
                  <a:lnTo>
                    <a:pt x="1894" y="5977"/>
                  </a:lnTo>
                  <a:lnTo>
                    <a:pt x="2178" y="6071"/>
                  </a:lnTo>
                  <a:lnTo>
                    <a:pt x="2475" y="6152"/>
                  </a:lnTo>
                  <a:lnTo>
                    <a:pt x="2786" y="6207"/>
                  </a:lnTo>
                  <a:lnTo>
                    <a:pt x="2949" y="6207"/>
                  </a:lnTo>
                  <a:lnTo>
                    <a:pt x="3111" y="6220"/>
                  </a:lnTo>
                  <a:lnTo>
                    <a:pt x="3273" y="6207"/>
                  </a:lnTo>
                  <a:lnTo>
                    <a:pt x="3422" y="6207"/>
                  </a:lnTo>
                  <a:lnTo>
                    <a:pt x="3733" y="6152"/>
                  </a:lnTo>
                  <a:lnTo>
                    <a:pt x="4030" y="6071"/>
                  </a:lnTo>
                  <a:lnTo>
                    <a:pt x="4314" y="5977"/>
                  </a:lnTo>
                  <a:lnTo>
                    <a:pt x="4585" y="5841"/>
                  </a:lnTo>
                  <a:lnTo>
                    <a:pt x="4842" y="5679"/>
                  </a:lnTo>
                  <a:lnTo>
                    <a:pt x="5085" y="5503"/>
                  </a:lnTo>
                  <a:lnTo>
                    <a:pt x="5301" y="5301"/>
                  </a:lnTo>
                  <a:lnTo>
                    <a:pt x="5504" y="5084"/>
                  </a:lnTo>
                  <a:lnTo>
                    <a:pt x="5680" y="4841"/>
                  </a:lnTo>
                  <a:lnTo>
                    <a:pt x="5842" y="4584"/>
                  </a:lnTo>
                  <a:lnTo>
                    <a:pt x="5964" y="4314"/>
                  </a:lnTo>
                  <a:lnTo>
                    <a:pt x="6072" y="4030"/>
                  </a:lnTo>
                  <a:lnTo>
                    <a:pt x="6153" y="3732"/>
                  </a:lnTo>
                  <a:lnTo>
                    <a:pt x="6194" y="3421"/>
                  </a:lnTo>
                  <a:lnTo>
                    <a:pt x="6207" y="3272"/>
                  </a:lnTo>
                  <a:lnTo>
                    <a:pt x="6221" y="3110"/>
                  </a:lnTo>
                  <a:lnTo>
                    <a:pt x="6207" y="2948"/>
                  </a:lnTo>
                  <a:lnTo>
                    <a:pt x="6194" y="2786"/>
                  </a:lnTo>
                  <a:lnTo>
                    <a:pt x="6153" y="2488"/>
                  </a:lnTo>
                  <a:lnTo>
                    <a:pt x="6072" y="2191"/>
                  </a:lnTo>
                  <a:lnTo>
                    <a:pt x="5964" y="1907"/>
                  </a:lnTo>
                  <a:lnTo>
                    <a:pt x="5842" y="1623"/>
                  </a:lnTo>
                  <a:lnTo>
                    <a:pt x="5680" y="1379"/>
                  </a:lnTo>
                  <a:lnTo>
                    <a:pt x="5504" y="1136"/>
                  </a:lnTo>
                  <a:lnTo>
                    <a:pt x="5301" y="920"/>
                  </a:lnTo>
                  <a:lnTo>
                    <a:pt x="5085" y="717"/>
                  </a:lnTo>
                  <a:lnTo>
                    <a:pt x="4842" y="528"/>
                  </a:lnTo>
                  <a:lnTo>
                    <a:pt x="4585" y="379"/>
                  </a:lnTo>
                  <a:lnTo>
                    <a:pt x="4314" y="244"/>
                  </a:lnTo>
                  <a:lnTo>
                    <a:pt x="4030" y="135"/>
                  </a:lnTo>
                  <a:lnTo>
                    <a:pt x="3733" y="68"/>
                  </a:lnTo>
                  <a:lnTo>
                    <a:pt x="3422" y="14"/>
                  </a:lnTo>
                  <a:lnTo>
                    <a:pt x="3273"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6" name="Google Shape;1736;p75"/>
            <p:cNvSpPr/>
            <p:nvPr/>
          </p:nvSpPr>
          <p:spPr>
            <a:xfrm>
              <a:off x="5046700" y="2152675"/>
              <a:ext cx="187300" cy="256925"/>
            </a:xfrm>
            <a:custGeom>
              <a:avLst/>
              <a:gdLst/>
              <a:ahLst/>
              <a:cxnLst/>
              <a:rect l="l" t="t" r="r" b="b"/>
              <a:pathLst>
                <a:path w="7492" h="10277" extrusionOk="0">
                  <a:moveTo>
                    <a:pt x="947" y="0"/>
                  </a:moveTo>
                  <a:lnTo>
                    <a:pt x="0" y="1285"/>
                  </a:lnTo>
                  <a:lnTo>
                    <a:pt x="0" y="10277"/>
                  </a:lnTo>
                  <a:lnTo>
                    <a:pt x="7491" y="10277"/>
                  </a:lnTo>
                  <a:lnTo>
                    <a:pt x="7491" y="1285"/>
                  </a:lnTo>
                  <a:lnTo>
                    <a:pt x="6545"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737" name="Google Shape;1737;p75"/>
          <p:cNvGrpSpPr/>
          <p:nvPr/>
        </p:nvGrpSpPr>
        <p:grpSpPr>
          <a:xfrm>
            <a:off x="6025905" y="2800346"/>
            <a:ext cx="398379" cy="418370"/>
            <a:chOff x="3536500" y="3799025"/>
            <a:chExt cx="303125" cy="318375"/>
          </a:xfrm>
        </p:grpSpPr>
        <p:sp>
          <p:nvSpPr>
            <p:cNvPr id="1738" name="Google Shape;1738;p75"/>
            <p:cNvSpPr/>
            <p:nvPr/>
          </p:nvSpPr>
          <p:spPr>
            <a:xfrm>
              <a:off x="3536500" y="3999375"/>
              <a:ext cx="136450" cy="118025"/>
            </a:xfrm>
            <a:custGeom>
              <a:avLst/>
              <a:gdLst/>
              <a:ahLst/>
              <a:cxnLst/>
              <a:rect l="l" t="t" r="r" b="b"/>
              <a:pathLst>
                <a:path w="5458" h="4721" extrusionOk="0">
                  <a:moveTo>
                    <a:pt x="3550" y="954"/>
                  </a:moveTo>
                  <a:lnTo>
                    <a:pt x="4366" y="2370"/>
                  </a:lnTo>
                  <a:lnTo>
                    <a:pt x="3550" y="3777"/>
                  </a:lnTo>
                  <a:lnTo>
                    <a:pt x="1918" y="3777"/>
                  </a:lnTo>
                  <a:lnTo>
                    <a:pt x="1102" y="2361"/>
                  </a:lnTo>
                  <a:lnTo>
                    <a:pt x="1918" y="954"/>
                  </a:lnTo>
                  <a:close/>
                  <a:moveTo>
                    <a:pt x="1367" y="1"/>
                  </a:moveTo>
                  <a:lnTo>
                    <a:pt x="1092" y="473"/>
                  </a:lnTo>
                  <a:lnTo>
                    <a:pt x="1102" y="482"/>
                  </a:lnTo>
                  <a:lnTo>
                    <a:pt x="689" y="1181"/>
                  </a:lnTo>
                  <a:lnTo>
                    <a:pt x="285" y="1889"/>
                  </a:lnTo>
                  <a:lnTo>
                    <a:pt x="276" y="1889"/>
                  </a:lnTo>
                  <a:lnTo>
                    <a:pt x="0" y="2361"/>
                  </a:lnTo>
                  <a:lnTo>
                    <a:pt x="276" y="2842"/>
                  </a:lnTo>
                  <a:lnTo>
                    <a:pt x="285" y="2842"/>
                  </a:lnTo>
                  <a:lnTo>
                    <a:pt x="689" y="3550"/>
                  </a:lnTo>
                  <a:lnTo>
                    <a:pt x="1102" y="4249"/>
                  </a:lnTo>
                  <a:lnTo>
                    <a:pt x="1102" y="4258"/>
                  </a:lnTo>
                  <a:lnTo>
                    <a:pt x="1367" y="4721"/>
                  </a:lnTo>
                  <a:lnTo>
                    <a:pt x="4091" y="4721"/>
                  </a:lnTo>
                  <a:lnTo>
                    <a:pt x="5183" y="2842"/>
                  </a:lnTo>
                  <a:lnTo>
                    <a:pt x="5458" y="2361"/>
                  </a:lnTo>
                  <a:lnTo>
                    <a:pt x="5183" y="1889"/>
                  </a:lnTo>
                  <a:lnTo>
                    <a:pt x="4779" y="1181"/>
                  </a:lnTo>
                  <a:lnTo>
                    <a:pt x="4366" y="482"/>
                  </a:lnTo>
                  <a:lnTo>
                    <a:pt x="4366" y="473"/>
                  </a:lnTo>
                  <a:lnTo>
                    <a:pt x="4101"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9" name="Google Shape;1739;p75"/>
            <p:cNvSpPr/>
            <p:nvPr/>
          </p:nvSpPr>
          <p:spPr>
            <a:xfrm>
              <a:off x="3536500" y="3799025"/>
              <a:ext cx="136450" cy="118025"/>
            </a:xfrm>
            <a:custGeom>
              <a:avLst/>
              <a:gdLst/>
              <a:ahLst/>
              <a:cxnLst/>
              <a:rect l="l" t="t" r="r" b="b"/>
              <a:pathLst>
                <a:path w="5458" h="4721" extrusionOk="0">
                  <a:moveTo>
                    <a:pt x="1367" y="0"/>
                  </a:moveTo>
                  <a:lnTo>
                    <a:pt x="1092" y="472"/>
                  </a:lnTo>
                  <a:lnTo>
                    <a:pt x="1102" y="482"/>
                  </a:lnTo>
                  <a:lnTo>
                    <a:pt x="689" y="1180"/>
                  </a:lnTo>
                  <a:lnTo>
                    <a:pt x="285" y="1888"/>
                  </a:lnTo>
                  <a:lnTo>
                    <a:pt x="276" y="1888"/>
                  </a:lnTo>
                  <a:lnTo>
                    <a:pt x="0" y="2360"/>
                  </a:lnTo>
                  <a:lnTo>
                    <a:pt x="276" y="2842"/>
                  </a:lnTo>
                  <a:lnTo>
                    <a:pt x="285" y="2842"/>
                  </a:lnTo>
                  <a:lnTo>
                    <a:pt x="689" y="3540"/>
                  </a:lnTo>
                  <a:lnTo>
                    <a:pt x="1102" y="4248"/>
                  </a:lnTo>
                  <a:lnTo>
                    <a:pt x="1102" y="4258"/>
                  </a:lnTo>
                  <a:lnTo>
                    <a:pt x="1367" y="4720"/>
                  </a:lnTo>
                  <a:lnTo>
                    <a:pt x="4091" y="4720"/>
                  </a:lnTo>
                  <a:lnTo>
                    <a:pt x="5183" y="2842"/>
                  </a:lnTo>
                  <a:lnTo>
                    <a:pt x="5458" y="2360"/>
                  </a:lnTo>
                  <a:lnTo>
                    <a:pt x="5183" y="1888"/>
                  </a:lnTo>
                  <a:lnTo>
                    <a:pt x="4779" y="1180"/>
                  </a:lnTo>
                  <a:lnTo>
                    <a:pt x="4366" y="472"/>
                  </a:lnTo>
                  <a:lnTo>
                    <a:pt x="4101"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0" name="Google Shape;1740;p75"/>
            <p:cNvSpPr/>
            <p:nvPr/>
          </p:nvSpPr>
          <p:spPr>
            <a:xfrm>
              <a:off x="3703175" y="3893425"/>
              <a:ext cx="136450" cy="118025"/>
            </a:xfrm>
            <a:custGeom>
              <a:avLst/>
              <a:gdLst/>
              <a:ahLst/>
              <a:cxnLst/>
              <a:rect l="l" t="t" r="r" b="b"/>
              <a:pathLst>
                <a:path w="5458" h="4721" extrusionOk="0">
                  <a:moveTo>
                    <a:pt x="3550" y="954"/>
                  </a:moveTo>
                  <a:lnTo>
                    <a:pt x="4366" y="2370"/>
                  </a:lnTo>
                  <a:lnTo>
                    <a:pt x="3550" y="3776"/>
                  </a:lnTo>
                  <a:lnTo>
                    <a:pt x="1918" y="3776"/>
                  </a:lnTo>
                  <a:lnTo>
                    <a:pt x="1102" y="2360"/>
                  </a:lnTo>
                  <a:lnTo>
                    <a:pt x="1918" y="954"/>
                  </a:lnTo>
                  <a:close/>
                  <a:moveTo>
                    <a:pt x="1367" y="0"/>
                  </a:moveTo>
                  <a:lnTo>
                    <a:pt x="1092" y="472"/>
                  </a:lnTo>
                  <a:lnTo>
                    <a:pt x="1102" y="482"/>
                  </a:lnTo>
                  <a:lnTo>
                    <a:pt x="689" y="1190"/>
                  </a:lnTo>
                  <a:lnTo>
                    <a:pt x="286" y="1888"/>
                  </a:lnTo>
                  <a:lnTo>
                    <a:pt x="276" y="1888"/>
                  </a:lnTo>
                  <a:lnTo>
                    <a:pt x="0" y="2360"/>
                  </a:lnTo>
                  <a:lnTo>
                    <a:pt x="276" y="2842"/>
                  </a:lnTo>
                  <a:lnTo>
                    <a:pt x="286" y="2842"/>
                  </a:lnTo>
                  <a:lnTo>
                    <a:pt x="689" y="3550"/>
                  </a:lnTo>
                  <a:lnTo>
                    <a:pt x="1102" y="4248"/>
                  </a:lnTo>
                  <a:lnTo>
                    <a:pt x="1092" y="4258"/>
                  </a:lnTo>
                  <a:lnTo>
                    <a:pt x="1367" y="4720"/>
                  </a:lnTo>
                  <a:lnTo>
                    <a:pt x="4091" y="4720"/>
                  </a:lnTo>
                  <a:lnTo>
                    <a:pt x="5183" y="2842"/>
                  </a:lnTo>
                  <a:lnTo>
                    <a:pt x="5458" y="2360"/>
                  </a:lnTo>
                  <a:lnTo>
                    <a:pt x="5183" y="1888"/>
                  </a:lnTo>
                  <a:lnTo>
                    <a:pt x="4779" y="1180"/>
                  </a:lnTo>
                  <a:lnTo>
                    <a:pt x="4366" y="482"/>
                  </a:lnTo>
                  <a:lnTo>
                    <a:pt x="4366" y="472"/>
                  </a:lnTo>
                  <a:lnTo>
                    <a:pt x="4101"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41" name="Google Shape;1741;p75"/>
          <p:cNvSpPr/>
          <p:nvPr/>
        </p:nvSpPr>
        <p:spPr>
          <a:xfrm rot="5400000">
            <a:off x="6044864" y="4788644"/>
            <a:ext cx="360461" cy="360651"/>
          </a:xfrm>
          <a:custGeom>
            <a:avLst/>
            <a:gdLst/>
            <a:ahLst/>
            <a:cxnLst/>
            <a:rect l="l" t="t" r="r" b="b"/>
            <a:pathLst>
              <a:path w="16800" h="16812" extrusionOk="0">
                <a:moveTo>
                  <a:pt x="11683" y="1144"/>
                </a:moveTo>
                <a:lnTo>
                  <a:pt x="11943" y="1168"/>
                </a:lnTo>
                <a:lnTo>
                  <a:pt x="9184" y="3926"/>
                </a:lnTo>
                <a:lnTo>
                  <a:pt x="12874" y="7616"/>
                </a:lnTo>
                <a:lnTo>
                  <a:pt x="15633" y="4858"/>
                </a:lnTo>
                <a:lnTo>
                  <a:pt x="15656" y="5117"/>
                </a:lnTo>
                <a:lnTo>
                  <a:pt x="15656" y="5376"/>
                </a:lnTo>
                <a:lnTo>
                  <a:pt x="15656" y="5589"/>
                </a:lnTo>
                <a:lnTo>
                  <a:pt x="15645" y="5801"/>
                </a:lnTo>
                <a:lnTo>
                  <a:pt x="15609" y="6013"/>
                </a:lnTo>
                <a:lnTo>
                  <a:pt x="15574" y="6225"/>
                </a:lnTo>
                <a:lnTo>
                  <a:pt x="15527" y="6426"/>
                </a:lnTo>
                <a:lnTo>
                  <a:pt x="15468" y="6626"/>
                </a:lnTo>
                <a:lnTo>
                  <a:pt x="15409" y="6827"/>
                </a:lnTo>
                <a:lnTo>
                  <a:pt x="15326" y="7015"/>
                </a:lnTo>
                <a:lnTo>
                  <a:pt x="15244" y="7204"/>
                </a:lnTo>
                <a:lnTo>
                  <a:pt x="15150" y="7392"/>
                </a:lnTo>
                <a:lnTo>
                  <a:pt x="15043" y="7569"/>
                </a:lnTo>
                <a:lnTo>
                  <a:pt x="14937" y="7734"/>
                </a:lnTo>
                <a:lnTo>
                  <a:pt x="14819" y="7899"/>
                </a:lnTo>
                <a:lnTo>
                  <a:pt x="14690" y="8064"/>
                </a:lnTo>
                <a:lnTo>
                  <a:pt x="14560" y="8218"/>
                </a:lnTo>
                <a:lnTo>
                  <a:pt x="14419" y="8371"/>
                </a:lnTo>
                <a:lnTo>
                  <a:pt x="14277" y="8501"/>
                </a:lnTo>
                <a:lnTo>
                  <a:pt x="14124" y="8642"/>
                </a:lnTo>
                <a:lnTo>
                  <a:pt x="13959" y="8760"/>
                </a:lnTo>
                <a:lnTo>
                  <a:pt x="13794" y="8878"/>
                </a:lnTo>
                <a:lnTo>
                  <a:pt x="13617" y="8996"/>
                </a:lnTo>
                <a:lnTo>
                  <a:pt x="13440" y="9090"/>
                </a:lnTo>
                <a:lnTo>
                  <a:pt x="13263" y="9184"/>
                </a:lnTo>
                <a:lnTo>
                  <a:pt x="13075" y="9279"/>
                </a:lnTo>
                <a:lnTo>
                  <a:pt x="12886" y="9349"/>
                </a:lnTo>
                <a:lnTo>
                  <a:pt x="12686" y="9420"/>
                </a:lnTo>
                <a:lnTo>
                  <a:pt x="12485" y="9479"/>
                </a:lnTo>
                <a:lnTo>
                  <a:pt x="12285" y="9526"/>
                </a:lnTo>
                <a:lnTo>
                  <a:pt x="12072" y="9562"/>
                </a:lnTo>
                <a:lnTo>
                  <a:pt x="11860" y="9585"/>
                </a:lnTo>
                <a:lnTo>
                  <a:pt x="11648" y="9597"/>
                </a:lnTo>
                <a:lnTo>
                  <a:pt x="11424" y="9609"/>
                </a:lnTo>
                <a:lnTo>
                  <a:pt x="11212" y="9597"/>
                </a:lnTo>
                <a:lnTo>
                  <a:pt x="11000" y="9585"/>
                </a:lnTo>
                <a:lnTo>
                  <a:pt x="10787" y="9562"/>
                </a:lnTo>
                <a:lnTo>
                  <a:pt x="10575" y="9526"/>
                </a:lnTo>
                <a:lnTo>
                  <a:pt x="10375" y="9479"/>
                </a:lnTo>
                <a:lnTo>
                  <a:pt x="10174" y="9420"/>
                </a:lnTo>
                <a:lnTo>
                  <a:pt x="9974" y="9349"/>
                </a:lnTo>
                <a:lnTo>
                  <a:pt x="9785" y="9279"/>
                </a:lnTo>
                <a:lnTo>
                  <a:pt x="9597" y="9184"/>
                </a:lnTo>
                <a:lnTo>
                  <a:pt x="9408" y="9090"/>
                </a:lnTo>
                <a:lnTo>
                  <a:pt x="9231" y="8996"/>
                </a:lnTo>
                <a:lnTo>
                  <a:pt x="9066" y="8878"/>
                </a:lnTo>
                <a:lnTo>
                  <a:pt x="8901" y="8760"/>
                </a:lnTo>
                <a:lnTo>
                  <a:pt x="8736" y="8642"/>
                </a:lnTo>
                <a:lnTo>
                  <a:pt x="8583" y="8501"/>
                </a:lnTo>
                <a:lnTo>
                  <a:pt x="8441" y="8371"/>
                </a:lnTo>
                <a:lnTo>
                  <a:pt x="8300" y="8218"/>
                </a:lnTo>
                <a:lnTo>
                  <a:pt x="8158" y="8064"/>
                </a:lnTo>
                <a:lnTo>
                  <a:pt x="8041" y="7899"/>
                </a:lnTo>
                <a:lnTo>
                  <a:pt x="7923" y="7734"/>
                </a:lnTo>
                <a:lnTo>
                  <a:pt x="7805" y="7569"/>
                </a:lnTo>
                <a:lnTo>
                  <a:pt x="7710" y="7392"/>
                </a:lnTo>
                <a:lnTo>
                  <a:pt x="7616" y="7204"/>
                </a:lnTo>
                <a:lnTo>
                  <a:pt x="7534" y="7015"/>
                </a:lnTo>
                <a:lnTo>
                  <a:pt x="7451" y="6827"/>
                </a:lnTo>
                <a:lnTo>
                  <a:pt x="7380" y="6626"/>
                </a:lnTo>
                <a:lnTo>
                  <a:pt x="7333" y="6426"/>
                </a:lnTo>
                <a:lnTo>
                  <a:pt x="7286" y="6225"/>
                </a:lnTo>
                <a:lnTo>
                  <a:pt x="7239" y="6013"/>
                </a:lnTo>
                <a:lnTo>
                  <a:pt x="7215" y="5801"/>
                </a:lnTo>
                <a:lnTo>
                  <a:pt x="7203" y="5589"/>
                </a:lnTo>
                <a:lnTo>
                  <a:pt x="7192" y="5376"/>
                </a:lnTo>
                <a:lnTo>
                  <a:pt x="7203" y="5152"/>
                </a:lnTo>
                <a:lnTo>
                  <a:pt x="7215" y="4940"/>
                </a:lnTo>
                <a:lnTo>
                  <a:pt x="7239" y="4728"/>
                </a:lnTo>
                <a:lnTo>
                  <a:pt x="7286" y="4516"/>
                </a:lnTo>
                <a:lnTo>
                  <a:pt x="7333" y="4315"/>
                </a:lnTo>
                <a:lnTo>
                  <a:pt x="7380" y="4115"/>
                </a:lnTo>
                <a:lnTo>
                  <a:pt x="7451" y="3915"/>
                </a:lnTo>
                <a:lnTo>
                  <a:pt x="7534" y="3726"/>
                </a:lnTo>
                <a:lnTo>
                  <a:pt x="7616" y="3537"/>
                </a:lnTo>
                <a:lnTo>
                  <a:pt x="7710" y="3361"/>
                </a:lnTo>
                <a:lnTo>
                  <a:pt x="7805" y="3184"/>
                </a:lnTo>
                <a:lnTo>
                  <a:pt x="7923" y="3007"/>
                </a:lnTo>
                <a:lnTo>
                  <a:pt x="8041" y="2842"/>
                </a:lnTo>
                <a:lnTo>
                  <a:pt x="8158" y="2677"/>
                </a:lnTo>
                <a:lnTo>
                  <a:pt x="8300" y="2523"/>
                </a:lnTo>
                <a:lnTo>
                  <a:pt x="8441" y="2382"/>
                </a:lnTo>
                <a:lnTo>
                  <a:pt x="8583" y="2241"/>
                </a:lnTo>
                <a:lnTo>
                  <a:pt x="8736" y="2111"/>
                </a:lnTo>
                <a:lnTo>
                  <a:pt x="8901" y="1981"/>
                </a:lnTo>
                <a:lnTo>
                  <a:pt x="9066" y="1863"/>
                </a:lnTo>
                <a:lnTo>
                  <a:pt x="9231" y="1757"/>
                </a:lnTo>
                <a:lnTo>
                  <a:pt x="9408" y="1651"/>
                </a:lnTo>
                <a:lnTo>
                  <a:pt x="9597" y="1557"/>
                </a:lnTo>
                <a:lnTo>
                  <a:pt x="9785" y="1474"/>
                </a:lnTo>
                <a:lnTo>
                  <a:pt x="9974" y="1392"/>
                </a:lnTo>
                <a:lnTo>
                  <a:pt x="10174" y="1333"/>
                </a:lnTo>
                <a:lnTo>
                  <a:pt x="10375" y="1274"/>
                </a:lnTo>
                <a:lnTo>
                  <a:pt x="10575" y="1227"/>
                </a:lnTo>
                <a:lnTo>
                  <a:pt x="10787" y="1191"/>
                </a:lnTo>
                <a:lnTo>
                  <a:pt x="11000" y="1168"/>
                </a:lnTo>
                <a:lnTo>
                  <a:pt x="11212" y="1144"/>
                </a:lnTo>
                <a:close/>
                <a:moveTo>
                  <a:pt x="6590" y="8135"/>
                </a:moveTo>
                <a:lnTo>
                  <a:pt x="8665" y="10210"/>
                </a:lnTo>
                <a:lnTo>
                  <a:pt x="3690" y="15197"/>
                </a:lnTo>
                <a:lnTo>
                  <a:pt x="1604" y="13122"/>
                </a:lnTo>
                <a:lnTo>
                  <a:pt x="6590" y="8135"/>
                </a:lnTo>
                <a:close/>
                <a:moveTo>
                  <a:pt x="11153" y="1"/>
                </a:moveTo>
                <a:lnTo>
                  <a:pt x="10882" y="24"/>
                </a:lnTo>
                <a:lnTo>
                  <a:pt x="10611" y="60"/>
                </a:lnTo>
                <a:lnTo>
                  <a:pt x="10351" y="107"/>
                </a:lnTo>
                <a:lnTo>
                  <a:pt x="10092" y="166"/>
                </a:lnTo>
                <a:lnTo>
                  <a:pt x="9833" y="236"/>
                </a:lnTo>
                <a:lnTo>
                  <a:pt x="9585" y="331"/>
                </a:lnTo>
                <a:lnTo>
                  <a:pt x="9337" y="425"/>
                </a:lnTo>
                <a:lnTo>
                  <a:pt x="9102" y="531"/>
                </a:lnTo>
                <a:lnTo>
                  <a:pt x="8866" y="649"/>
                </a:lnTo>
                <a:lnTo>
                  <a:pt x="8642" y="779"/>
                </a:lnTo>
                <a:lnTo>
                  <a:pt x="8430" y="920"/>
                </a:lnTo>
                <a:lnTo>
                  <a:pt x="8217" y="1073"/>
                </a:lnTo>
                <a:lnTo>
                  <a:pt x="8017" y="1227"/>
                </a:lnTo>
                <a:lnTo>
                  <a:pt x="7817" y="1392"/>
                </a:lnTo>
                <a:lnTo>
                  <a:pt x="7628" y="1580"/>
                </a:lnTo>
                <a:lnTo>
                  <a:pt x="7451" y="1757"/>
                </a:lnTo>
                <a:lnTo>
                  <a:pt x="7286" y="1958"/>
                </a:lnTo>
                <a:lnTo>
                  <a:pt x="7121" y="2158"/>
                </a:lnTo>
                <a:lnTo>
                  <a:pt x="6968" y="2370"/>
                </a:lnTo>
                <a:lnTo>
                  <a:pt x="6838" y="2594"/>
                </a:lnTo>
                <a:lnTo>
                  <a:pt x="6708" y="2818"/>
                </a:lnTo>
                <a:lnTo>
                  <a:pt x="6590" y="3042"/>
                </a:lnTo>
                <a:lnTo>
                  <a:pt x="6473" y="3278"/>
                </a:lnTo>
                <a:lnTo>
                  <a:pt x="6378" y="3526"/>
                </a:lnTo>
                <a:lnTo>
                  <a:pt x="6296" y="3773"/>
                </a:lnTo>
                <a:lnTo>
                  <a:pt x="6225" y="4032"/>
                </a:lnTo>
                <a:lnTo>
                  <a:pt x="6166" y="4292"/>
                </a:lnTo>
                <a:lnTo>
                  <a:pt x="6119" y="4551"/>
                </a:lnTo>
                <a:lnTo>
                  <a:pt x="6084" y="4822"/>
                </a:lnTo>
                <a:lnTo>
                  <a:pt x="6060" y="5094"/>
                </a:lnTo>
                <a:lnTo>
                  <a:pt x="6060" y="5376"/>
                </a:lnTo>
                <a:lnTo>
                  <a:pt x="6072" y="5754"/>
                </a:lnTo>
                <a:lnTo>
                  <a:pt x="6107" y="6131"/>
                </a:lnTo>
                <a:lnTo>
                  <a:pt x="6178" y="6496"/>
                </a:lnTo>
                <a:lnTo>
                  <a:pt x="6260" y="6850"/>
                </a:lnTo>
                <a:lnTo>
                  <a:pt x="0" y="13122"/>
                </a:lnTo>
                <a:lnTo>
                  <a:pt x="3690" y="16812"/>
                </a:lnTo>
                <a:lnTo>
                  <a:pt x="9950" y="10540"/>
                </a:lnTo>
                <a:lnTo>
                  <a:pt x="10304" y="10634"/>
                </a:lnTo>
                <a:lnTo>
                  <a:pt x="10670" y="10693"/>
                </a:lnTo>
                <a:lnTo>
                  <a:pt x="11047" y="10729"/>
                </a:lnTo>
                <a:lnTo>
                  <a:pt x="11424" y="10752"/>
                </a:lnTo>
                <a:lnTo>
                  <a:pt x="11707" y="10741"/>
                </a:lnTo>
                <a:lnTo>
                  <a:pt x="11978" y="10717"/>
                </a:lnTo>
                <a:lnTo>
                  <a:pt x="12249" y="10682"/>
                </a:lnTo>
                <a:lnTo>
                  <a:pt x="12509" y="10634"/>
                </a:lnTo>
                <a:lnTo>
                  <a:pt x="12768" y="10575"/>
                </a:lnTo>
                <a:lnTo>
                  <a:pt x="13027" y="10505"/>
                </a:lnTo>
                <a:lnTo>
                  <a:pt x="13275" y="10422"/>
                </a:lnTo>
                <a:lnTo>
                  <a:pt x="13523" y="10328"/>
                </a:lnTo>
                <a:lnTo>
                  <a:pt x="13758" y="10222"/>
                </a:lnTo>
                <a:lnTo>
                  <a:pt x="13982" y="10092"/>
                </a:lnTo>
                <a:lnTo>
                  <a:pt x="14218" y="9974"/>
                </a:lnTo>
                <a:lnTo>
                  <a:pt x="14430" y="9833"/>
                </a:lnTo>
                <a:lnTo>
                  <a:pt x="14643" y="9680"/>
                </a:lnTo>
                <a:lnTo>
                  <a:pt x="14843" y="9514"/>
                </a:lnTo>
                <a:lnTo>
                  <a:pt x="15043" y="9349"/>
                </a:lnTo>
                <a:lnTo>
                  <a:pt x="15232" y="9173"/>
                </a:lnTo>
                <a:lnTo>
                  <a:pt x="15409" y="8984"/>
                </a:lnTo>
                <a:lnTo>
                  <a:pt x="15574" y="8795"/>
                </a:lnTo>
                <a:lnTo>
                  <a:pt x="15739" y="8583"/>
                </a:lnTo>
                <a:lnTo>
                  <a:pt x="15880" y="8371"/>
                </a:lnTo>
                <a:lnTo>
                  <a:pt x="16022" y="8159"/>
                </a:lnTo>
                <a:lnTo>
                  <a:pt x="16152" y="7935"/>
                </a:lnTo>
                <a:lnTo>
                  <a:pt x="16269" y="7699"/>
                </a:lnTo>
                <a:lnTo>
                  <a:pt x="16376" y="7463"/>
                </a:lnTo>
                <a:lnTo>
                  <a:pt x="16482" y="7216"/>
                </a:lnTo>
                <a:lnTo>
                  <a:pt x="16564" y="6968"/>
                </a:lnTo>
                <a:lnTo>
                  <a:pt x="16635" y="6720"/>
                </a:lnTo>
                <a:lnTo>
                  <a:pt x="16694" y="6449"/>
                </a:lnTo>
                <a:lnTo>
                  <a:pt x="16741" y="6190"/>
                </a:lnTo>
                <a:lnTo>
                  <a:pt x="16776" y="5919"/>
                </a:lnTo>
                <a:lnTo>
                  <a:pt x="16800" y="5648"/>
                </a:lnTo>
                <a:lnTo>
                  <a:pt x="16800" y="5376"/>
                </a:lnTo>
                <a:lnTo>
                  <a:pt x="16788" y="4987"/>
                </a:lnTo>
                <a:lnTo>
                  <a:pt x="16753" y="4622"/>
                </a:lnTo>
                <a:lnTo>
                  <a:pt x="16682" y="4256"/>
                </a:lnTo>
                <a:lnTo>
                  <a:pt x="16600" y="3891"/>
                </a:lnTo>
                <a:lnTo>
                  <a:pt x="16505" y="3596"/>
                </a:lnTo>
                <a:lnTo>
                  <a:pt x="16387" y="3313"/>
                </a:lnTo>
                <a:lnTo>
                  <a:pt x="16269" y="3030"/>
                </a:lnTo>
                <a:lnTo>
                  <a:pt x="16116" y="2759"/>
                </a:lnTo>
                <a:lnTo>
                  <a:pt x="15279" y="3608"/>
                </a:lnTo>
                <a:lnTo>
                  <a:pt x="12874" y="6001"/>
                </a:lnTo>
                <a:lnTo>
                  <a:pt x="10799" y="3926"/>
                </a:lnTo>
                <a:lnTo>
                  <a:pt x="13192" y="1533"/>
                </a:lnTo>
                <a:lnTo>
                  <a:pt x="14041" y="684"/>
                </a:lnTo>
                <a:lnTo>
                  <a:pt x="13770" y="543"/>
                </a:lnTo>
                <a:lnTo>
                  <a:pt x="13487" y="413"/>
                </a:lnTo>
                <a:lnTo>
                  <a:pt x="13204" y="295"/>
                </a:lnTo>
                <a:lnTo>
                  <a:pt x="12910" y="201"/>
                </a:lnTo>
                <a:lnTo>
                  <a:pt x="12544" y="118"/>
                </a:lnTo>
                <a:lnTo>
                  <a:pt x="12179" y="48"/>
                </a:lnTo>
                <a:lnTo>
                  <a:pt x="11813" y="12"/>
                </a:lnTo>
                <a:lnTo>
                  <a:pt x="11424"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42" name="Google Shape;1742;p75"/>
          <p:cNvGrpSpPr/>
          <p:nvPr/>
        </p:nvGrpSpPr>
        <p:grpSpPr>
          <a:xfrm>
            <a:off x="6025915" y="5805691"/>
            <a:ext cx="398358" cy="245773"/>
            <a:chOff x="4923500" y="1667400"/>
            <a:chExt cx="339525" cy="209475"/>
          </a:xfrm>
        </p:grpSpPr>
        <p:sp>
          <p:nvSpPr>
            <p:cNvPr id="1743" name="Google Shape;1743;p75"/>
            <p:cNvSpPr/>
            <p:nvPr/>
          </p:nvSpPr>
          <p:spPr>
            <a:xfrm>
              <a:off x="5036350" y="1667400"/>
              <a:ext cx="113850" cy="209475"/>
            </a:xfrm>
            <a:custGeom>
              <a:avLst/>
              <a:gdLst/>
              <a:ahLst/>
              <a:cxnLst/>
              <a:rect l="l" t="t" r="r" b="b"/>
              <a:pathLst>
                <a:path w="4554" h="8379" extrusionOk="0">
                  <a:moveTo>
                    <a:pt x="3186" y="0"/>
                  </a:moveTo>
                  <a:lnTo>
                    <a:pt x="0" y="8378"/>
                  </a:lnTo>
                  <a:lnTo>
                    <a:pt x="1367" y="8378"/>
                  </a:lnTo>
                  <a:lnTo>
                    <a:pt x="4553"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4" name="Google Shape;1744;p75"/>
            <p:cNvSpPr/>
            <p:nvPr/>
          </p:nvSpPr>
          <p:spPr>
            <a:xfrm>
              <a:off x="4923500" y="1684350"/>
              <a:ext cx="339525" cy="148275"/>
            </a:xfrm>
            <a:custGeom>
              <a:avLst/>
              <a:gdLst/>
              <a:ahLst/>
              <a:cxnLst/>
              <a:rect l="l" t="t" r="r" b="b"/>
              <a:pathLst>
                <a:path w="13581" h="5931" extrusionOk="0">
                  <a:moveTo>
                    <a:pt x="3777" y="1"/>
                  </a:moveTo>
                  <a:lnTo>
                    <a:pt x="1" y="2410"/>
                  </a:lnTo>
                  <a:lnTo>
                    <a:pt x="1" y="3521"/>
                  </a:lnTo>
                  <a:lnTo>
                    <a:pt x="3777" y="5930"/>
                  </a:lnTo>
                  <a:lnTo>
                    <a:pt x="3777" y="4445"/>
                  </a:lnTo>
                  <a:lnTo>
                    <a:pt x="1348" y="2980"/>
                  </a:lnTo>
                  <a:lnTo>
                    <a:pt x="1348" y="2941"/>
                  </a:lnTo>
                  <a:lnTo>
                    <a:pt x="3777" y="1485"/>
                  </a:lnTo>
                  <a:lnTo>
                    <a:pt x="3777" y="1"/>
                  </a:lnTo>
                  <a:close/>
                  <a:moveTo>
                    <a:pt x="9805" y="1"/>
                  </a:moveTo>
                  <a:lnTo>
                    <a:pt x="9805" y="1485"/>
                  </a:lnTo>
                  <a:lnTo>
                    <a:pt x="12233" y="2941"/>
                  </a:lnTo>
                  <a:lnTo>
                    <a:pt x="12233" y="2980"/>
                  </a:lnTo>
                  <a:lnTo>
                    <a:pt x="9805" y="4445"/>
                  </a:lnTo>
                  <a:lnTo>
                    <a:pt x="9805" y="5930"/>
                  </a:lnTo>
                  <a:lnTo>
                    <a:pt x="13581" y="3521"/>
                  </a:lnTo>
                  <a:lnTo>
                    <a:pt x="13581" y="2410"/>
                  </a:lnTo>
                  <a:lnTo>
                    <a:pt x="9805"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45" name="Google Shape;1745;p75"/>
          <p:cNvSpPr/>
          <p:nvPr/>
        </p:nvSpPr>
        <p:spPr>
          <a:xfrm>
            <a:off x="8018838" y="648860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6" name="Google Shape;1746;p75"/>
          <p:cNvSpPr/>
          <p:nvPr/>
        </p:nvSpPr>
        <p:spPr>
          <a:xfrm>
            <a:off x="8018838" y="551863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7" name="Google Shape;1747;p75"/>
          <p:cNvSpPr/>
          <p:nvPr/>
        </p:nvSpPr>
        <p:spPr>
          <a:xfrm>
            <a:off x="8018838" y="4548661"/>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8" name="Google Shape;1748;p75"/>
          <p:cNvSpPr/>
          <p:nvPr/>
        </p:nvSpPr>
        <p:spPr>
          <a:xfrm>
            <a:off x="8018838" y="357869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9" name="Google Shape;1749;p75"/>
          <p:cNvSpPr/>
          <p:nvPr/>
        </p:nvSpPr>
        <p:spPr>
          <a:xfrm>
            <a:off x="8018838" y="260872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0" name="Google Shape;1750;p75"/>
          <p:cNvSpPr/>
          <p:nvPr/>
        </p:nvSpPr>
        <p:spPr>
          <a:xfrm>
            <a:off x="8144467" y="2759723"/>
            <a:ext cx="530011" cy="491718"/>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51" name="Google Shape;1751;p75"/>
          <p:cNvGrpSpPr/>
          <p:nvPr/>
        </p:nvGrpSpPr>
        <p:grpSpPr>
          <a:xfrm>
            <a:off x="8165671" y="3762545"/>
            <a:ext cx="487602" cy="433906"/>
            <a:chOff x="5989150" y="3335800"/>
            <a:chExt cx="432700" cy="385050"/>
          </a:xfrm>
        </p:grpSpPr>
        <p:sp>
          <p:nvSpPr>
            <p:cNvPr id="1752" name="Google Shape;1752;p75"/>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3" name="Google Shape;1753;p75"/>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4" name="Google Shape;1754;p75"/>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755" name="Google Shape;1755;p75"/>
          <p:cNvGrpSpPr/>
          <p:nvPr/>
        </p:nvGrpSpPr>
        <p:grpSpPr>
          <a:xfrm>
            <a:off x="8166844" y="4707529"/>
            <a:ext cx="485256" cy="483866"/>
            <a:chOff x="2815450" y="3022175"/>
            <a:chExt cx="349125" cy="348125"/>
          </a:xfrm>
        </p:grpSpPr>
        <p:sp>
          <p:nvSpPr>
            <p:cNvPr id="1756" name="Google Shape;1756;p75"/>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7" name="Google Shape;1757;p75"/>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58" name="Google Shape;1758;p75"/>
          <p:cNvSpPr/>
          <p:nvPr/>
        </p:nvSpPr>
        <p:spPr>
          <a:xfrm>
            <a:off x="8343110" y="6729634"/>
            <a:ext cx="132725" cy="319542"/>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59" name="Google Shape;1759;p75"/>
          <p:cNvGrpSpPr/>
          <p:nvPr/>
        </p:nvGrpSpPr>
        <p:grpSpPr>
          <a:xfrm>
            <a:off x="8210293" y="5805691"/>
            <a:ext cx="398358" cy="245773"/>
            <a:chOff x="4923500" y="1667400"/>
            <a:chExt cx="339525" cy="209475"/>
          </a:xfrm>
        </p:grpSpPr>
        <p:sp>
          <p:nvSpPr>
            <p:cNvPr id="1760" name="Google Shape;1760;p75"/>
            <p:cNvSpPr/>
            <p:nvPr/>
          </p:nvSpPr>
          <p:spPr>
            <a:xfrm>
              <a:off x="5036350" y="1667400"/>
              <a:ext cx="113850" cy="209475"/>
            </a:xfrm>
            <a:custGeom>
              <a:avLst/>
              <a:gdLst/>
              <a:ahLst/>
              <a:cxnLst/>
              <a:rect l="l" t="t" r="r" b="b"/>
              <a:pathLst>
                <a:path w="4554" h="8379" extrusionOk="0">
                  <a:moveTo>
                    <a:pt x="3186" y="0"/>
                  </a:moveTo>
                  <a:lnTo>
                    <a:pt x="0" y="8378"/>
                  </a:lnTo>
                  <a:lnTo>
                    <a:pt x="1367" y="8378"/>
                  </a:lnTo>
                  <a:lnTo>
                    <a:pt x="4553"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61" name="Google Shape;1761;p75"/>
            <p:cNvSpPr/>
            <p:nvPr/>
          </p:nvSpPr>
          <p:spPr>
            <a:xfrm>
              <a:off x="4923500" y="1684350"/>
              <a:ext cx="339525" cy="148275"/>
            </a:xfrm>
            <a:custGeom>
              <a:avLst/>
              <a:gdLst/>
              <a:ahLst/>
              <a:cxnLst/>
              <a:rect l="l" t="t" r="r" b="b"/>
              <a:pathLst>
                <a:path w="13581" h="5931" extrusionOk="0">
                  <a:moveTo>
                    <a:pt x="3777" y="1"/>
                  </a:moveTo>
                  <a:lnTo>
                    <a:pt x="1" y="2410"/>
                  </a:lnTo>
                  <a:lnTo>
                    <a:pt x="1" y="3521"/>
                  </a:lnTo>
                  <a:lnTo>
                    <a:pt x="3777" y="5930"/>
                  </a:lnTo>
                  <a:lnTo>
                    <a:pt x="3777" y="4445"/>
                  </a:lnTo>
                  <a:lnTo>
                    <a:pt x="1348" y="2980"/>
                  </a:lnTo>
                  <a:lnTo>
                    <a:pt x="1348" y="2941"/>
                  </a:lnTo>
                  <a:lnTo>
                    <a:pt x="3777" y="1485"/>
                  </a:lnTo>
                  <a:lnTo>
                    <a:pt x="3777" y="1"/>
                  </a:lnTo>
                  <a:close/>
                  <a:moveTo>
                    <a:pt x="9805" y="1"/>
                  </a:moveTo>
                  <a:lnTo>
                    <a:pt x="9805" y="1485"/>
                  </a:lnTo>
                  <a:lnTo>
                    <a:pt x="12233" y="2941"/>
                  </a:lnTo>
                  <a:lnTo>
                    <a:pt x="12233" y="2980"/>
                  </a:lnTo>
                  <a:lnTo>
                    <a:pt x="9805" y="4445"/>
                  </a:lnTo>
                  <a:lnTo>
                    <a:pt x="9805" y="5930"/>
                  </a:lnTo>
                  <a:lnTo>
                    <a:pt x="13581" y="3521"/>
                  </a:lnTo>
                  <a:lnTo>
                    <a:pt x="13581" y="2410"/>
                  </a:lnTo>
                  <a:lnTo>
                    <a:pt x="9805"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62" name="Google Shape;1762;p75"/>
          <p:cNvSpPr txBox="1"/>
          <p:nvPr/>
        </p:nvSpPr>
        <p:spPr>
          <a:xfrm>
            <a:off x="1524438" y="268542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Fragmented Processes</a:t>
            </a:r>
            <a:endParaRPr sz="2240" kern="0">
              <a:solidFill>
                <a:srgbClr val="000000"/>
              </a:solidFill>
              <a:latin typeface="IBM Plex Sans"/>
              <a:ea typeface="IBM Plex Sans"/>
              <a:cs typeface="IBM Plex Sans"/>
              <a:sym typeface="IBM Plex Sans"/>
            </a:endParaRPr>
          </a:p>
        </p:txBody>
      </p:sp>
      <p:sp>
        <p:nvSpPr>
          <p:cNvPr id="1763" name="Google Shape;1763;p75"/>
          <p:cNvSpPr txBox="1"/>
          <p:nvPr/>
        </p:nvSpPr>
        <p:spPr>
          <a:xfrm>
            <a:off x="1524438" y="365930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Proprietary</a:t>
            </a:r>
            <a:endParaRPr sz="2240" kern="0">
              <a:solidFill>
                <a:srgbClr val="000000"/>
              </a:solidFill>
              <a:latin typeface="IBM Plex Sans"/>
              <a:ea typeface="IBM Plex Sans"/>
              <a:cs typeface="IBM Plex Sans"/>
              <a:sym typeface="IBM Plex Sans"/>
            </a:endParaRPr>
          </a:p>
        </p:txBody>
      </p:sp>
      <p:sp>
        <p:nvSpPr>
          <p:cNvPr id="1764" name="Google Shape;1764;p75"/>
          <p:cNvSpPr txBox="1"/>
          <p:nvPr/>
        </p:nvSpPr>
        <p:spPr>
          <a:xfrm>
            <a:off x="1524438" y="464878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Tough to Install &amp; Extend</a:t>
            </a:r>
            <a:endParaRPr sz="2240" kern="0">
              <a:solidFill>
                <a:srgbClr val="000000"/>
              </a:solidFill>
              <a:latin typeface="IBM Plex Sans"/>
              <a:ea typeface="IBM Plex Sans"/>
              <a:cs typeface="IBM Plex Sans"/>
              <a:sym typeface="IBM Plex Sans"/>
            </a:endParaRPr>
          </a:p>
        </p:txBody>
      </p:sp>
      <p:sp>
        <p:nvSpPr>
          <p:cNvPr id="1765" name="Google Shape;1765;p75"/>
          <p:cNvSpPr txBox="1"/>
          <p:nvPr/>
        </p:nvSpPr>
        <p:spPr>
          <a:xfrm>
            <a:off x="1524438" y="559926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Blackbox Monoliths</a:t>
            </a:r>
            <a:endParaRPr sz="2240" kern="0">
              <a:solidFill>
                <a:srgbClr val="000000"/>
              </a:solidFill>
              <a:latin typeface="IBM Plex Sans"/>
              <a:ea typeface="IBM Plex Sans"/>
              <a:cs typeface="IBM Plex Sans"/>
              <a:sym typeface="IBM Plex Sans"/>
            </a:endParaRPr>
          </a:p>
        </p:txBody>
      </p:sp>
      <p:sp>
        <p:nvSpPr>
          <p:cNvPr id="1766" name="Google Shape;1766;p75"/>
          <p:cNvSpPr txBox="1"/>
          <p:nvPr/>
        </p:nvSpPr>
        <p:spPr>
          <a:xfrm>
            <a:off x="645038" y="6549761"/>
            <a:ext cx="491136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Endless Expense &amp; Maintenance</a:t>
            </a:r>
            <a:endParaRPr sz="2240" kern="0">
              <a:solidFill>
                <a:srgbClr val="000000"/>
              </a:solidFill>
              <a:latin typeface="IBM Plex Sans"/>
              <a:ea typeface="IBM Plex Sans"/>
              <a:cs typeface="IBM Plex Sans"/>
              <a:sym typeface="IBM Plex Sans"/>
            </a:endParaRPr>
          </a:p>
        </p:txBody>
      </p:sp>
      <p:sp>
        <p:nvSpPr>
          <p:cNvPr id="1767" name="Google Shape;1767;p75"/>
          <p:cNvSpPr txBox="1">
            <a:spLocks noGrp="1"/>
          </p:cNvSpPr>
          <p:nvPr>
            <p:ph type="subTitle" idx="2"/>
          </p:nvPr>
        </p:nvSpPr>
        <p:spPr>
          <a:xfrm>
            <a:off x="8018838" y="1789002"/>
            <a:ext cx="4117920" cy="597600"/>
          </a:xfrm>
          <a:prstGeom prst="rect">
            <a:avLst/>
          </a:prstGeom>
        </p:spPr>
        <p:txBody>
          <a:bodyPr spcFirstLastPara="1" wrap="square" lIns="0" tIns="0" rIns="0" bIns="0" anchor="b" anchorCtr="0">
            <a:normAutofit fontScale="85000" lnSpcReduction="20000"/>
          </a:bodyPr>
          <a:lstStyle/>
          <a:p>
            <a:pPr marL="0" indent="0">
              <a:spcAft>
                <a:spcPts val="1920"/>
              </a:spcAft>
            </a:pPr>
            <a:r>
              <a:rPr lang="en" sz="2880" b="1">
                <a:solidFill>
                  <a:schemeClr val="accent1"/>
                </a:solidFill>
              </a:rPr>
              <a:t>Camunda Approach</a:t>
            </a:r>
            <a:endParaRPr b="1">
              <a:solidFill>
                <a:schemeClr val="accent1"/>
              </a:solidFill>
            </a:endParaRPr>
          </a:p>
        </p:txBody>
      </p:sp>
      <p:sp>
        <p:nvSpPr>
          <p:cNvPr id="1768" name="Google Shape;1768;p75"/>
          <p:cNvSpPr txBox="1"/>
          <p:nvPr/>
        </p:nvSpPr>
        <p:spPr>
          <a:xfrm>
            <a:off x="9083478" y="268544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End-to-End Orchestration</a:t>
            </a:r>
            <a:endParaRPr sz="2240" kern="0">
              <a:solidFill>
                <a:srgbClr val="000000"/>
              </a:solidFill>
              <a:latin typeface="IBM Plex Sans"/>
              <a:ea typeface="IBM Plex Sans"/>
              <a:cs typeface="IBM Plex Sans"/>
              <a:sym typeface="IBM Plex Sans"/>
            </a:endParaRPr>
          </a:p>
        </p:txBody>
      </p:sp>
      <p:sp>
        <p:nvSpPr>
          <p:cNvPr id="1769" name="Google Shape;1769;p75"/>
          <p:cNvSpPr txBox="1"/>
          <p:nvPr/>
        </p:nvSpPr>
        <p:spPr>
          <a:xfrm>
            <a:off x="9083478" y="365932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Standards-based Collaboration</a:t>
            </a:r>
            <a:endParaRPr sz="2240" kern="0">
              <a:solidFill>
                <a:srgbClr val="000000"/>
              </a:solidFill>
              <a:latin typeface="IBM Plex Sans"/>
              <a:ea typeface="IBM Plex Sans"/>
              <a:cs typeface="IBM Plex Sans"/>
              <a:sym typeface="IBM Plex Sans"/>
            </a:endParaRPr>
          </a:p>
        </p:txBody>
      </p:sp>
      <p:sp>
        <p:nvSpPr>
          <p:cNvPr id="1770" name="Google Shape;1770;p75"/>
          <p:cNvSpPr txBox="1"/>
          <p:nvPr/>
        </p:nvSpPr>
        <p:spPr>
          <a:xfrm>
            <a:off x="9083478" y="464880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Developer-Friendly</a:t>
            </a:r>
            <a:endParaRPr sz="2240" kern="0">
              <a:solidFill>
                <a:srgbClr val="000000"/>
              </a:solidFill>
              <a:latin typeface="IBM Plex Sans"/>
              <a:ea typeface="IBM Plex Sans"/>
              <a:cs typeface="IBM Plex Sans"/>
              <a:sym typeface="IBM Plex Sans"/>
            </a:endParaRPr>
          </a:p>
        </p:txBody>
      </p:sp>
      <p:sp>
        <p:nvSpPr>
          <p:cNvPr id="1771" name="Google Shape;1771;p75"/>
          <p:cNvSpPr txBox="1"/>
          <p:nvPr/>
        </p:nvSpPr>
        <p:spPr>
          <a:xfrm>
            <a:off x="9083478" y="559928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Open Architecture</a:t>
            </a:r>
            <a:endParaRPr sz="2240" kern="0">
              <a:solidFill>
                <a:srgbClr val="000000"/>
              </a:solidFill>
              <a:latin typeface="IBM Plex Sans"/>
              <a:ea typeface="IBM Plex Sans"/>
              <a:cs typeface="IBM Plex Sans"/>
              <a:sym typeface="IBM Plex Sans"/>
            </a:endParaRPr>
          </a:p>
        </p:txBody>
      </p:sp>
      <p:sp>
        <p:nvSpPr>
          <p:cNvPr id="1772" name="Google Shape;1772;p75"/>
          <p:cNvSpPr txBox="1"/>
          <p:nvPr/>
        </p:nvSpPr>
        <p:spPr>
          <a:xfrm>
            <a:off x="9083478" y="654976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Cost-Effective</a:t>
            </a:r>
            <a:endParaRPr sz="2240" kern="0">
              <a:solidFill>
                <a:srgbClr val="000000"/>
              </a:solidFill>
              <a:latin typeface="IBM Plex Sans"/>
              <a:ea typeface="IBM Plex Sans"/>
              <a:cs typeface="IBM Plex Sans"/>
              <a:sym typeface="IBM Plex Sans"/>
            </a:endParaRPr>
          </a:p>
        </p:txBody>
      </p:sp>
      <p:sp>
        <p:nvSpPr>
          <p:cNvPr id="1773" name="Google Shape;1773;p75"/>
          <p:cNvSpPr/>
          <p:nvPr/>
        </p:nvSpPr>
        <p:spPr>
          <a:xfrm>
            <a:off x="7528202" y="2845851"/>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4" name="Google Shape;1774;p75"/>
          <p:cNvSpPr/>
          <p:nvPr/>
        </p:nvSpPr>
        <p:spPr>
          <a:xfrm>
            <a:off x="7528202" y="671017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5" name="Google Shape;1775;p75"/>
          <p:cNvSpPr/>
          <p:nvPr/>
        </p:nvSpPr>
        <p:spPr>
          <a:xfrm>
            <a:off x="7528202" y="574409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6" name="Google Shape;1776;p75"/>
          <p:cNvSpPr/>
          <p:nvPr/>
        </p:nvSpPr>
        <p:spPr>
          <a:xfrm>
            <a:off x="7528202" y="477801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7" name="Google Shape;1777;p75"/>
          <p:cNvSpPr/>
          <p:nvPr/>
        </p:nvSpPr>
        <p:spPr>
          <a:xfrm>
            <a:off x="7528202" y="3811931"/>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cxnSp>
        <p:nvCxnSpPr>
          <p:cNvPr id="1778" name="Google Shape;1778;p75"/>
          <p:cNvCxnSpPr/>
          <p:nvPr/>
        </p:nvCxnSpPr>
        <p:spPr>
          <a:xfrm rot="10800000">
            <a:off x="6809165" y="3004829"/>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79" name="Google Shape;1779;p75"/>
          <p:cNvCxnSpPr/>
          <p:nvPr/>
        </p:nvCxnSpPr>
        <p:spPr>
          <a:xfrm rot="10800000">
            <a:off x="6809165" y="3968976"/>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0" name="Google Shape;1780;p75"/>
          <p:cNvCxnSpPr/>
          <p:nvPr/>
        </p:nvCxnSpPr>
        <p:spPr>
          <a:xfrm rot="10800000">
            <a:off x="6809165" y="4944336"/>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1" name="Google Shape;1781;p75"/>
          <p:cNvCxnSpPr/>
          <p:nvPr/>
        </p:nvCxnSpPr>
        <p:spPr>
          <a:xfrm rot="10800000">
            <a:off x="6809165" y="5908485"/>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2" name="Google Shape;1782;p75"/>
          <p:cNvCxnSpPr/>
          <p:nvPr/>
        </p:nvCxnSpPr>
        <p:spPr>
          <a:xfrm rot="10800000">
            <a:off x="6809165" y="6872632"/>
            <a:ext cx="627840" cy="0"/>
          </a:xfrm>
          <a:prstGeom prst="straightConnector1">
            <a:avLst/>
          </a:prstGeom>
          <a:noFill/>
          <a:ln w="28575" cap="flat" cmpd="sng">
            <a:solidFill>
              <a:schemeClr val="accent4"/>
            </a:solidFill>
            <a:prstDash val="dot"/>
            <a:round/>
            <a:headEnd type="none" w="med" len="med"/>
            <a:tailEnd type="none" w="med" len="med"/>
          </a:ln>
        </p:spPr>
      </p:cxnSp>
      <p:sp>
        <p:nvSpPr>
          <p:cNvPr id="1783" name="Google Shape;1783;p7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p>
            <a:pPr defTabSz="1463040">
              <a:buClr>
                <a:srgbClr val="000000"/>
              </a:buClr>
            </a:pPr>
            <a:fld id="{00000000-1234-1234-1234-123412341234}" type="slidenum">
              <a:rPr lang="en" kern="0">
                <a:solidFill>
                  <a:srgbClr val="434343"/>
                </a:solidFill>
              </a:rPr>
              <a:pPr defTabSz="1463040">
                <a:buClr>
                  <a:srgbClr val="000000"/>
                </a:buClr>
              </a:pPr>
              <a:t>14</a:t>
            </a:fld>
            <a:endParaRPr kern="0">
              <a:solidFill>
                <a:srgbClr val="434343"/>
              </a:solidFill>
            </a:endParaRPr>
          </a:p>
        </p:txBody>
      </p:sp>
    </p:spTree>
    <p:extLst>
      <p:ext uri="{BB962C8B-B14F-4D97-AF65-F5344CB8AC3E}">
        <p14:creationId xmlns:p14="http://schemas.microsoft.com/office/powerpoint/2010/main" val="21402152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pic>
        <p:nvPicPr>
          <p:cNvPr id="2" name="object 2">
            <a:extLst>
              <a:ext uri="{FF2B5EF4-FFF2-40B4-BE49-F238E27FC236}">
                <a16:creationId xmlns:a16="http://schemas.microsoft.com/office/drawing/2014/main" id="{77429A75-2E0A-CD56-CBC5-A74F80A3EB01}"/>
              </a:ext>
            </a:extLst>
          </p:cNvPr>
          <p:cNvPicPr/>
          <p:nvPr/>
        </p:nvPicPr>
        <p:blipFill>
          <a:blip r:embed="rId3" cstate="print"/>
          <a:stretch>
            <a:fillRect/>
          </a:stretch>
        </p:blipFill>
        <p:spPr>
          <a:xfrm>
            <a:off x="41642" y="8"/>
            <a:ext cx="14630392" cy="8229592"/>
          </a:xfrm>
          <a:prstGeom prst="rect">
            <a:avLst/>
          </a:prstGeom>
        </p:spPr>
      </p:pic>
      <p:sp>
        <p:nvSpPr>
          <p:cNvPr id="1347" name="Google Shape;1347;p65"/>
          <p:cNvSpPr txBox="1"/>
          <p:nvPr/>
        </p:nvSpPr>
        <p:spPr>
          <a:xfrm>
            <a:off x="706317" y="367678"/>
            <a:ext cx="13167360" cy="886560"/>
          </a:xfrm>
          <a:prstGeom prst="rect">
            <a:avLst/>
          </a:prstGeom>
          <a:noFill/>
          <a:ln>
            <a:noFill/>
          </a:ln>
        </p:spPr>
        <p:txBody>
          <a:bodyPr spcFirstLastPara="1" wrap="square" lIns="0" tIns="0" rIns="0" bIns="0" anchor="t" anchorCtr="0">
            <a:normAutofit/>
          </a:bodyPr>
          <a:lstStyle/>
          <a:p>
            <a:r>
              <a:rPr lang="en" sz="3840" b="1">
                <a:solidFill>
                  <a:schemeClr val="lt1"/>
                </a:solidFill>
                <a:latin typeface="IBM Plex Sans"/>
                <a:ea typeface="IBM Plex Sans"/>
                <a:cs typeface="IBM Plex Sans"/>
                <a:sym typeface="IBM Plex Sans"/>
              </a:rPr>
              <a:t>Camunda Platform: The Universal Process Orchestrator</a:t>
            </a:r>
            <a:endParaRPr sz="3840" b="1">
              <a:solidFill>
                <a:schemeClr val="lt1"/>
              </a:solidFill>
              <a:latin typeface="IBM Plex Sans"/>
              <a:ea typeface="IBM Plex Sans"/>
              <a:cs typeface="IBM Plex Sans"/>
              <a:sym typeface="IBM Plex Sans"/>
            </a:endParaRPr>
          </a:p>
        </p:txBody>
      </p:sp>
      <p:grpSp>
        <p:nvGrpSpPr>
          <p:cNvPr id="1348" name="Google Shape;1348;p65"/>
          <p:cNvGrpSpPr/>
          <p:nvPr/>
        </p:nvGrpSpPr>
        <p:grpSpPr>
          <a:xfrm>
            <a:off x="5080600" y="1419614"/>
            <a:ext cx="4626550" cy="6133390"/>
            <a:chOff x="3175375" y="887258"/>
            <a:chExt cx="2891594" cy="3833369"/>
          </a:xfrm>
        </p:grpSpPr>
        <p:sp>
          <p:nvSpPr>
            <p:cNvPr id="1349" name="Google Shape;1349;p65"/>
            <p:cNvSpPr/>
            <p:nvPr/>
          </p:nvSpPr>
          <p:spPr>
            <a:xfrm>
              <a:off x="3453293" y="1725427"/>
              <a:ext cx="2549700" cy="2995200"/>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50" name="Google Shape;1350;p65"/>
            <p:cNvSpPr txBox="1"/>
            <p:nvPr/>
          </p:nvSpPr>
          <p:spPr>
            <a:xfrm>
              <a:off x="406012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0A7DDA"/>
                  </a:solidFill>
                  <a:latin typeface="IBM Plex Sans"/>
                  <a:ea typeface="IBM Plex Sans"/>
                  <a:cs typeface="IBM Plex Sans"/>
                  <a:sym typeface="IBM Plex Sans"/>
                </a:rPr>
                <a:t>Automate</a:t>
              </a:r>
              <a:endParaRPr sz="2560">
                <a:solidFill>
                  <a:srgbClr val="0A7DDA"/>
                </a:solidFill>
              </a:endParaRPr>
            </a:p>
          </p:txBody>
        </p:sp>
        <p:sp>
          <p:nvSpPr>
            <p:cNvPr id="1351" name="Google Shape;1351;p65"/>
            <p:cNvSpPr txBox="1"/>
            <p:nvPr/>
          </p:nvSpPr>
          <p:spPr>
            <a:xfrm>
              <a:off x="3389469"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Enterprise-grade automation platform. Built for today’s business complexity, loved by developers.</a:t>
              </a:r>
              <a:endParaRPr sz="1280">
                <a:solidFill>
                  <a:schemeClr val="lt2"/>
                </a:solidFill>
                <a:latin typeface="IBM Plex Sans"/>
                <a:ea typeface="IBM Plex Sans"/>
                <a:cs typeface="IBM Plex Sans"/>
                <a:sym typeface="IBM Plex Sans"/>
              </a:endParaRPr>
            </a:p>
          </p:txBody>
        </p:sp>
        <p:grpSp>
          <p:nvGrpSpPr>
            <p:cNvPr id="1352" name="Google Shape;1352;p65"/>
            <p:cNvGrpSpPr/>
            <p:nvPr/>
          </p:nvGrpSpPr>
          <p:grpSpPr>
            <a:xfrm>
              <a:off x="3650197" y="1955187"/>
              <a:ext cx="457183" cy="457183"/>
              <a:chOff x="4280432" y="2131791"/>
              <a:chExt cx="649500" cy="649500"/>
            </a:xfrm>
          </p:grpSpPr>
          <p:sp>
            <p:nvSpPr>
              <p:cNvPr id="1353" name="Google Shape;1353;p65"/>
              <p:cNvSpPr/>
              <p:nvPr/>
            </p:nvSpPr>
            <p:spPr>
              <a:xfrm>
                <a:off x="4280432" y="2131791"/>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grpSp>
            <p:nvGrpSpPr>
              <p:cNvPr id="1354" name="Google Shape;1354;p65"/>
              <p:cNvGrpSpPr/>
              <p:nvPr/>
            </p:nvGrpSpPr>
            <p:grpSpPr>
              <a:xfrm>
                <a:off x="4411294" y="2253947"/>
                <a:ext cx="378863" cy="378038"/>
                <a:chOff x="1721775" y="1901200"/>
                <a:chExt cx="352300" cy="351500"/>
              </a:xfrm>
            </p:grpSpPr>
            <p:sp>
              <p:nvSpPr>
                <p:cNvPr id="1355" name="Google Shape;1355;p65"/>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56" name="Google Shape;1356;p65"/>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grpSp>
          <p:nvGrpSpPr>
            <p:cNvPr id="1357" name="Google Shape;1357;p65"/>
            <p:cNvGrpSpPr/>
            <p:nvPr/>
          </p:nvGrpSpPr>
          <p:grpSpPr>
            <a:xfrm>
              <a:off x="3650174" y="4021923"/>
              <a:ext cx="457183" cy="457183"/>
              <a:chOff x="4737113" y="3244906"/>
              <a:chExt cx="649500" cy="649500"/>
            </a:xfrm>
          </p:grpSpPr>
          <p:sp>
            <p:nvSpPr>
              <p:cNvPr id="1358" name="Google Shape;1358;p65"/>
              <p:cNvSpPr/>
              <p:nvPr/>
            </p:nvSpPr>
            <p:spPr>
              <a:xfrm>
                <a:off x="4737113" y="3244906"/>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1359" name="Google Shape;1359;p65"/>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nvGrpSpPr>
            <p:cNvPr id="1360" name="Google Shape;1360;p65"/>
            <p:cNvGrpSpPr/>
            <p:nvPr/>
          </p:nvGrpSpPr>
          <p:grpSpPr>
            <a:xfrm>
              <a:off x="3650186" y="3196311"/>
              <a:ext cx="457183" cy="457183"/>
              <a:chOff x="3784676" y="3222117"/>
              <a:chExt cx="649500" cy="649500"/>
            </a:xfrm>
          </p:grpSpPr>
          <p:sp>
            <p:nvSpPr>
              <p:cNvPr id="1361" name="Google Shape;1361;p65"/>
              <p:cNvSpPr/>
              <p:nvPr/>
            </p:nvSpPr>
            <p:spPr>
              <a:xfrm>
                <a:off x="3784676" y="322211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1362" name="Google Shape;1362;p65"/>
              <p:cNvSpPr/>
              <p:nvPr/>
            </p:nvSpPr>
            <p:spPr>
              <a:xfrm>
                <a:off x="3954923" y="3424208"/>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1363" name="Google Shape;1363;p65"/>
            <p:cNvSpPr txBox="1"/>
            <p:nvPr/>
          </p:nvSpPr>
          <p:spPr>
            <a:xfrm>
              <a:off x="4139587" y="1955165"/>
              <a:ext cx="1697100" cy="946413"/>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Zeebe</a:t>
              </a:r>
              <a:endParaRPr sz="1120">
                <a:solidFill>
                  <a:schemeClr val="dk1"/>
                </a:solidFill>
                <a:latin typeface="IBM Plex Sans"/>
                <a:ea typeface="IBM Plex Sans"/>
                <a:cs typeface="IBM Plex Sans"/>
                <a:sym typeface="IBM Plex Sans"/>
              </a:endParaRPr>
            </a:p>
            <a:p>
              <a:r>
                <a:rPr lang="en" sz="960">
                  <a:solidFill>
                    <a:schemeClr val="dk1"/>
                  </a:solidFill>
                  <a:latin typeface="IBM Plex Sans"/>
                  <a:ea typeface="IBM Plex Sans"/>
                  <a:cs typeface="IBM Plex Sans"/>
                  <a:sym typeface="IBM Plex Sans"/>
                </a:rPr>
                <a:t>Next-generation, cloud-native workflow engine that unlocks unparalleled speed, scale &amp; resilience. </a:t>
              </a:r>
              <a:br>
                <a:rPr lang="en" sz="960">
                  <a:solidFill>
                    <a:schemeClr val="dk1"/>
                  </a:solidFill>
                  <a:latin typeface="IBM Plex Sans"/>
                  <a:ea typeface="IBM Plex Sans"/>
                  <a:cs typeface="IBM Plex Sans"/>
                  <a:sym typeface="IBM Plex Sans"/>
                </a:rPr>
              </a:br>
              <a:r>
                <a:rPr lang="en" sz="960">
                  <a:solidFill>
                    <a:schemeClr val="dk1"/>
                  </a:solidFill>
                  <a:latin typeface="IBM Plex Sans"/>
                  <a:ea typeface="IBM Plex Sans"/>
                  <a:cs typeface="IBM Plex Sans"/>
                  <a:sym typeface="IBM Plex Sans"/>
                </a:rPr>
                <a:t/>
              </a:r>
              <a:br>
                <a:rPr lang="en" sz="960">
                  <a:solidFill>
                    <a:schemeClr val="dk1"/>
                  </a:solidFill>
                  <a:latin typeface="IBM Plex Sans"/>
                  <a:ea typeface="IBM Plex Sans"/>
                  <a:cs typeface="IBM Plex Sans"/>
                  <a:sym typeface="IBM Plex Sans"/>
                </a:rPr>
              </a:br>
              <a:r>
                <a:rPr lang="en" sz="96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sz="2880">
                <a:solidFill>
                  <a:schemeClr val="dk1"/>
                </a:solidFill>
              </a:endParaRPr>
            </a:p>
          </p:txBody>
        </p:sp>
        <p:sp>
          <p:nvSpPr>
            <p:cNvPr id="1364" name="Google Shape;1364;p65"/>
            <p:cNvSpPr txBox="1"/>
            <p:nvPr/>
          </p:nvSpPr>
          <p:spPr>
            <a:xfrm>
              <a:off x="4139587" y="4021923"/>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Operate</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Real time visibility to monitor, analyze and resolve problems with any process instance.</a:t>
              </a:r>
              <a:endParaRPr sz="960">
                <a:solidFill>
                  <a:schemeClr val="dk1"/>
                </a:solidFill>
                <a:latin typeface="IBM Plex Sans"/>
                <a:ea typeface="IBM Plex Sans"/>
                <a:cs typeface="IBM Plex Sans"/>
                <a:sym typeface="IBM Plex Sans"/>
              </a:endParaRPr>
            </a:p>
          </p:txBody>
        </p:sp>
        <p:sp>
          <p:nvSpPr>
            <p:cNvPr id="1365" name="Google Shape;1365;p65"/>
            <p:cNvSpPr txBox="1"/>
            <p:nvPr/>
          </p:nvSpPr>
          <p:spPr>
            <a:xfrm>
              <a:off x="4139587" y="3196311"/>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Tasklist</a:t>
              </a:r>
              <a:endParaRPr sz="1440" b="1">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sz="2880">
                <a:solidFill>
                  <a:schemeClr val="dk1"/>
                </a:solidFill>
              </a:endParaRPr>
            </a:p>
          </p:txBody>
        </p:sp>
        <p:sp>
          <p:nvSpPr>
            <p:cNvPr id="1366" name="Google Shape;1366;p65"/>
            <p:cNvSpPr/>
            <p:nvPr/>
          </p:nvSpPr>
          <p:spPr>
            <a:xfrm>
              <a:off x="3175375"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grpSp>
        <p:nvGrpSpPr>
          <p:cNvPr id="1367" name="Google Shape;1367;p65"/>
          <p:cNvGrpSpPr/>
          <p:nvPr/>
        </p:nvGrpSpPr>
        <p:grpSpPr>
          <a:xfrm>
            <a:off x="9810182" y="1419614"/>
            <a:ext cx="4626648" cy="3192910"/>
            <a:chOff x="6131363" y="887258"/>
            <a:chExt cx="2891655" cy="1995569"/>
          </a:xfrm>
        </p:grpSpPr>
        <p:sp>
          <p:nvSpPr>
            <p:cNvPr id="1368" name="Google Shape;1368;p65"/>
            <p:cNvSpPr/>
            <p:nvPr/>
          </p:nvSpPr>
          <p:spPr>
            <a:xfrm>
              <a:off x="6409293"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69" name="Google Shape;1369;p65"/>
            <p:cNvSpPr txBox="1"/>
            <p:nvPr/>
          </p:nvSpPr>
          <p:spPr>
            <a:xfrm>
              <a:off x="701617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26D07C"/>
                  </a:solidFill>
                  <a:latin typeface="IBM Plex Sans"/>
                  <a:ea typeface="IBM Plex Sans"/>
                  <a:cs typeface="IBM Plex Sans"/>
                  <a:sym typeface="IBM Plex Sans"/>
                </a:rPr>
                <a:t>Improve</a:t>
              </a:r>
              <a:endParaRPr sz="2560">
                <a:solidFill>
                  <a:srgbClr val="26D07C"/>
                </a:solidFill>
              </a:endParaRPr>
            </a:p>
          </p:txBody>
        </p:sp>
        <p:sp>
          <p:nvSpPr>
            <p:cNvPr id="1370" name="Google Shape;1370;p65"/>
            <p:cNvSpPr txBox="1"/>
            <p:nvPr/>
          </p:nvSpPr>
          <p:spPr>
            <a:xfrm>
              <a:off x="6345518"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Teams have the insights to fix the highest ROI problems for their business processes.</a:t>
              </a:r>
              <a:endParaRPr sz="1280">
                <a:solidFill>
                  <a:schemeClr val="lt2"/>
                </a:solidFill>
                <a:latin typeface="IBM Plex Sans"/>
                <a:ea typeface="IBM Plex Sans"/>
                <a:cs typeface="IBM Plex Sans"/>
                <a:sym typeface="IBM Plex Sans"/>
              </a:endParaRPr>
            </a:p>
          </p:txBody>
        </p:sp>
        <p:grpSp>
          <p:nvGrpSpPr>
            <p:cNvPr id="1371" name="Google Shape;1371;p65"/>
            <p:cNvGrpSpPr/>
            <p:nvPr/>
          </p:nvGrpSpPr>
          <p:grpSpPr>
            <a:xfrm>
              <a:off x="6606153" y="1955177"/>
              <a:ext cx="457183" cy="457183"/>
              <a:chOff x="6813243" y="2535690"/>
              <a:chExt cx="649500" cy="649500"/>
            </a:xfrm>
          </p:grpSpPr>
          <p:sp>
            <p:nvSpPr>
              <p:cNvPr id="1372" name="Google Shape;1372;p65"/>
              <p:cNvSpPr/>
              <p:nvPr/>
            </p:nvSpPr>
            <p:spPr>
              <a:xfrm>
                <a:off x="6813243" y="2535690"/>
                <a:ext cx="649500" cy="649500"/>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endParaRPr sz="2880"/>
              </a:p>
            </p:txBody>
          </p:sp>
          <p:sp>
            <p:nvSpPr>
              <p:cNvPr id="1373" name="Google Shape;1373;p65"/>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1374" name="Google Shape;1374;p65"/>
            <p:cNvSpPr txBox="1"/>
            <p:nvPr/>
          </p:nvSpPr>
          <p:spPr>
            <a:xfrm>
              <a:off x="7095562" y="1955177"/>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Optimize</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Get the insights you need to understand and continuously improve your business processes.</a:t>
              </a:r>
              <a:endParaRPr sz="2880">
                <a:solidFill>
                  <a:schemeClr val="dk1"/>
                </a:solidFill>
              </a:endParaRPr>
            </a:p>
          </p:txBody>
        </p:sp>
        <p:sp>
          <p:nvSpPr>
            <p:cNvPr id="1375" name="Google Shape;1375;p65"/>
            <p:cNvSpPr/>
            <p:nvPr/>
          </p:nvSpPr>
          <p:spPr>
            <a:xfrm>
              <a:off x="6131363"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grpSp>
        <p:nvGrpSpPr>
          <p:cNvPr id="1376" name="Google Shape;1376;p65"/>
          <p:cNvGrpSpPr/>
          <p:nvPr/>
        </p:nvGrpSpPr>
        <p:grpSpPr>
          <a:xfrm>
            <a:off x="430430" y="1419613"/>
            <a:ext cx="4829659" cy="6035097"/>
            <a:chOff x="269018" y="887258"/>
            <a:chExt cx="3018537" cy="3771936"/>
          </a:xfrm>
        </p:grpSpPr>
        <p:sp>
          <p:nvSpPr>
            <p:cNvPr id="1377" name="Google Shape;1377;p65"/>
            <p:cNvSpPr/>
            <p:nvPr/>
          </p:nvSpPr>
          <p:spPr>
            <a:xfrm>
              <a:off x="497318"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78" name="Google Shape;1378;p65"/>
            <p:cNvSpPr txBox="1"/>
            <p:nvPr/>
          </p:nvSpPr>
          <p:spPr>
            <a:xfrm>
              <a:off x="110407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FC5D0D"/>
                  </a:solidFill>
                  <a:latin typeface="IBM Plex Sans"/>
                  <a:ea typeface="IBM Plex Sans"/>
                  <a:cs typeface="IBM Plex Sans"/>
                  <a:sym typeface="IBM Plex Sans"/>
                </a:rPr>
                <a:t>Design</a:t>
              </a:r>
              <a:endParaRPr sz="2560">
                <a:solidFill>
                  <a:srgbClr val="FC5D0D"/>
                </a:solidFill>
              </a:endParaRPr>
            </a:p>
          </p:txBody>
        </p:sp>
        <p:grpSp>
          <p:nvGrpSpPr>
            <p:cNvPr id="1379" name="Google Shape;1379;p65"/>
            <p:cNvGrpSpPr/>
            <p:nvPr/>
          </p:nvGrpSpPr>
          <p:grpSpPr>
            <a:xfrm>
              <a:off x="694218" y="1955177"/>
              <a:ext cx="457193" cy="457193"/>
              <a:chOff x="1365755" y="1960425"/>
              <a:chExt cx="788400" cy="788400"/>
            </a:xfrm>
          </p:grpSpPr>
          <p:sp>
            <p:nvSpPr>
              <p:cNvPr id="1380" name="Google Shape;1380;p65"/>
              <p:cNvSpPr/>
              <p:nvPr/>
            </p:nvSpPr>
            <p:spPr>
              <a:xfrm>
                <a:off x="1365755" y="1960425"/>
                <a:ext cx="788400" cy="7884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381" name="Google Shape;1381;p65"/>
              <p:cNvGrpSpPr/>
              <p:nvPr/>
            </p:nvGrpSpPr>
            <p:grpSpPr>
              <a:xfrm>
                <a:off x="1479376" y="2281793"/>
                <a:ext cx="548575" cy="142997"/>
                <a:chOff x="2443850" y="2022150"/>
                <a:chExt cx="419400" cy="109325"/>
              </a:xfrm>
            </p:grpSpPr>
            <p:sp>
              <p:nvSpPr>
                <p:cNvPr id="1382" name="Google Shape;1382;p65"/>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3" name="Google Shape;1383;p65"/>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4" name="Google Shape;1384;p65"/>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5" name="Google Shape;1385;p65"/>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sp>
          <p:nvSpPr>
            <p:cNvPr id="1386" name="Google Shape;1386;p65"/>
            <p:cNvSpPr txBox="1"/>
            <p:nvPr/>
          </p:nvSpPr>
          <p:spPr>
            <a:xfrm>
              <a:off x="433419"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Developers &amp; business users collaborate to design, </a:t>
              </a:r>
              <a:br>
                <a:rPr lang="en" sz="1280">
                  <a:solidFill>
                    <a:schemeClr val="lt2"/>
                  </a:solidFill>
                  <a:latin typeface="IBM Plex Sans"/>
                  <a:ea typeface="IBM Plex Sans"/>
                  <a:cs typeface="IBM Plex Sans"/>
                  <a:sym typeface="IBM Plex Sans"/>
                </a:rPr>
              </a:br>
              <a:r>
                <a:rPr lang="en" sz="1280">
                  <a:solidFill>
                    <a:schemeClr val="lt2"/>
                  </a:solidFill>
                  <a:latin typeface="IBM Plex Sans"/>
                  <a:ea typeface="IBM Plex Sans"/>
                  <a:cs typeface="IBM Plex Sans"/>
                  <a:sym typeface="IBM Plex Sans"/>
                </a:rPr>
                <a:t>connect &amp; deploy processes with Camunda.</a:t>
              </a:r>
              <a:endParaRPr sz="1280" b="1">
                <a:solidFill>
                  <a:schemeClr val="lt2"/>
                </a:solidFill>
                <a:latin typeface="IBM Plex Sans"/>
                <a:ea typeface="IBM Plex Sans"/>
                <a:cs typeface="IBM Plex Sans"/>
                <a:sym typeface="IBM Plex Sans"/>
              </a:endParaRPr>
            </a:p>
          </p:txBody>
        </p:sp>
        <p:sp>
          <p:nvSpPr>
            <p:cNvPr id="1387" name="Google Shape;1387;p65"/>
            <p:cNvSpPr txBox="1"/>
            <p:nvPr/>
          </p:nvSpPr>
          <p:spPr>
            <a:xfrm>
              <a:off x="1183612" y="1955177"/>
              <a:ext cx="1697100" cy="577081"/>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Modeler</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Model &amp; deploy business process diagrams with BPMN &amp; DMN.</a:t>
              </a:r>
              <a:endParaRPr sz="96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
              </a:r>
              <a:br>
                <a:rPr lang="en" sz="960">
                  <a:solidFill>
                    <a:schemeClr val="dk1"/>
                  </a:solidFill>
                  <a:latin typeface="IBM Plex Sans"/>
                  <a:ea typeface="IBM Plex Sans"/>
                  <a:cs typeface="IBM Plex Sans"/>
                  <a:sym typeface="IBM Plex Sans"/>
                </a:rPr>
              </a:br>
              <a:r>
                <a:rPr lang="en" sz="960">
                  <a:solidFill>
                    <a:schemeClr val="dk1"/>
                  </a:solidFill>
                  <a:latin typeface="IBM Plex Sans"/>
                  <a:ea typeface="IBM Plex Sans"/>
                  <a:cs typeface="IBM Plex Sans"/>
                  <a:sym typeface="IBM Plex Sans"/>
                </a:rPr>
                <a:t>Available via web and desktop app.</a:t>
              </a:r>
              <a:endParaRPr sz="2880">
                <a:solidFill>
                  <a:schemeClr val="dk1"/>
                </a:solidFill>
              </a:endParaRPr>
            </a:p>
          </p:txBody>
        </p:sp>
        <p:grpSp>
          <p:nvGrpSpPr>
            <p:cNvPr id="1388" name="Google Shape;1388;p65"/>
            <p:cNvGrpSpPr/>
            <p:nvPr/>
          </p:nvGrpSpPr>
          <p:grpSpPr>
            <a:xfrm>
              <a:off x="727870" y="3020567"/>
              <a:ext cx="2088457" cy="221400"/>
              <a:chOff x="637200" y="3212675"/>
              <a:chExt cx="1957500" cy="221400"/>
            </a:xfrm>
          </p:grpSpPr>
          <p:cxnSp>
            <p:nvCxnSpPr>
              <p:cNvPr id="1389" name="Google Shape;1389;p65"/>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0" name="Google Shape;1390;p65"/>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1391" name="Google Shape;1391;p65"/>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2" name="Google Shape;1392;p65"/>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3" name="Google Shape;1393;p65"/>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1394" name="Google Shape;1394;p65"/>
            <p:cNvGrpSpPr/>
            <p:nvPr/>
          </p:nvGrpSpPr>
          <p:grpSpPr>
            <a:xfrm>
              <a:off x="2589755" y="3387419"/>
              <a:ext cx="457200" cy="457200"/>
              <a:chOff x="2597511" y="3997306"/>
              <a:chExt cx="457200" cy="457200"/>
            </a:xfrm>
          </p:grpSpPr>
          <p:sp>
            <p:nvSpPr>
              <p:cNvPr id="1395" name="Google Shape;1395;p65"/>
              <p:cNvSpPr/>
              <p:nvPr/>
            </p:nvSpPr>
            <p:spPr>
              <a:xfrm>
                <a:off x="2597511" y="3997306"/>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396" name="Google Shape;1396;p65"/>
              <p:cNvGrpSpPr/>
              <p:nvPr/>
            </p:nvGrpSpPr>
            <p:grpSpPr>
              <a:xfrm>
                <a:off x="2703060" y="4119321"/>
                <a:ext cx="246086" cy="213144"/>
                <a:chOff x="7239892" y="1958476"/>
                <a:chExt cx="338775" cy="293425"/>
              </a:xfrm>
            </p:grpSpPr>
            <p:sp>
              <p:nvSpPr>
                <p:cNvPr id="1397" name="Google Shape;1397;p65"/>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398" name="Google Shape;1398;p65"/>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399" name="Google Shape;1399;p65"/>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grpSp>
          <p:nvGrpSpPr>
            <p:cNvPr id="1400" name="Google Shape;1400;p65"/>
            <p:cNvGrpSpPr/>
            <p:nvPr/>
          </p:nvGrpSpPr>
          <p:grpSpPr>
            <a:xfrm>
              <a:off x="509618" y="3387419"/>
              <a:ext cx="457200" cy="457200"/>
              <a:chOff x="320263" y="3511638"/>
              <a:chExt cx="457200" cy="457200"/>
            </a:xfrm>
          </p:grpSpPr>
          <p:sp>
            <p:nvSpPr>
              <p:cNvPr id="1401" name="Google Shape;1401;p65"/>
              <p:cNvSpPr/>
              <p:nvPr/>
            </p:nvSpPr>
            <p:spPr>
              <a:xfrm>
                <a:off x="320263" y="3511638"/>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402" name="Google Shape;1402;p65"/>
              <p:cNvGrpSpPr/>
              <p:nvPr/>
            </p:nvGrpSpPr>
            <p:grpSpPr>
              <a:xfrm>
                <a:off x="402434" y="3704747"/>
                <a:ext cx="292894" cy="70999"/>
                <a:chOff x="238125" y="1991650"/>
                <a:chExt cx="7143750" cy="1731675"/>
              </a:xfrm>
            </p:grpSpPr>
            <p:sp>
              <p:nvSpPr>
                <p:cNvPr id="1403" name="Google Shape;1403;p65"/>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4" name="Google Shape;1404;p65"/>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5" name="Google Shape;1405;p65"/>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6" name="Google Shape;1406;p65"/>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grpSp>
          <p:nvGrpSpPr>
            <p:cNvPr id="1407" name="Google Shape;1407;p65"/>
            <p:cNvGrpSpPr/>
            <p:nvPr/>
          </p:nvGrpSpPr>
          <p:grpSpPr>
            <a:xfrm>
              <a:off x="1543579" y="3387419"/>
              <a:ext cx="457200" cy="457200"/>
              <a:chOff x="1387362" y="3490439"/>
              <a:chExt cx="457200" cy="457200"/>
            </a:xfrm>
          </p:grpSpPr>
          <p:sp>
            <p:nvSpPr>
              <p:cNvPr id="1408" name="Google Shape;1408;p65"/>
              <p:cNvSpPr/>
              <p:nvPr/>
            </p:nvSpPr>
            <p:spPr>
              <a:xfrm>
                <a:off x="1387362" y="3490439"/>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409" name="Google Shape;1409;p65"/>
              <p:cNvGrpSpPr/>
              <p:nvPr/>
            </p:nvGrpSpPr>
            <p:grpSpPr>
              <a:xfrm>
                <a:off x="1469609" y="3601177"/>
                <a:ext cx="292669" cy="235744"/>
                <a:chOff x="558125" y="238125"/>
                <a:chExt cx="6503750" cy="5238750"/>
              </a:xfrm>
            </p:grpSpPr>
            <p:sp>
              <p:nvSpPr>
                <p:cNvPr id="1410" name="Google Shape;1410;p65"/>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1" name="Google Shape;1411;p65"/>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2" name="Google Shape;1412;p65"/>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3" name="Google Shape;1413;p65"/>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4" name="Google Shape;1414;p65"/>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sp>
          <p:nvSpPr>
            <p:cNvPr id="1415" name="Google Shape;1415;p65"/>
            <p:cNvSpPr txBox="1"/>
            <p:nvPr/>
          </p:nvSpPr>
          <p:spPr>
            <a:xfrm>
              <a:off x="339218" y="3990072"/>
              <a:ext cx="7980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Connectors</a:t>
              </a:r>
              <a:endParaRPr sz="1120" b="1">
                <a:solidFill>
                  <a:schemeClr val="lt2"/>
                </a:solidFill>
                <a:latin typeface="IBM Plex Sans"/>
                <a:ea typeface="IBM Plex Sans"/>
                <a:cs typeface="IBM Plex Sans"/>
                <a:sym typeface="IBM Plex Sans"/>
              </a:endParaRPr>
            </a:p>
          </p:txBody>
        </p:sp>
        <p:sp>
          <p:nvSpPr>
            <p:cNvPr id="1416" name="Google Shape;1416;p65"/>
            <p:cNvSpPr txBox="1"/>
            <p:nvPr/>
          </p:nvSpPr>
          <p:spPr>
            <a:xfrm>
              <a:off x="1210412" y="3990072"/>
              <a:ext cx="11235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Integration Framework</a:t>
              </a:r>
              <a:endParaRPr sz="1120" b="1">
                <a:solidFill>
                  <a:schemeClr val="lt2"/>
                </a:solidFill>
                <a:latin typeface="IBM Plex Sans"/>
                <a:ea typeface="IBM Plex Sans"/>
                <a:cs typeface="IBM Plex Sans"/>
                <a:sym typeface="IBM Plex Sans"/>
              </a:endParaRPr>
            </a:p>
          </p:txBody>
        </p:sp>
        <p:sp>
          <p:nvSpPr>
            <p:cNvPr id="1417" name="Google Shape;1417;p65"/>
            <p:cNvSpPr txBox="1"/>
            <p:nvPr/>
          </p:nvSpPr>
          <p:spPr>
            <a:xfrm>
              <a:off x="2628905" y="3990072"/>
              <a:ext cx="3789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Forms</a:t>
              </a:r>
              <a:endParaRPr sz="1120" b="1">
                <a:solidFill>
                  <a:schemeClr val="lt2"/>
                </a:solidFill>
                <a:latin typeface="IBM Plex Sans"/>
                <a:ea typeface="IBM Plex Sans"/>
                <a:cs typeface="IBM Plex Sans"/>
                <a:sym typeface="IBM Plex Sans"/>
              </a:endParaRPr>
            </a:p>
          </p:txBody>
        </p:sp>
        <p:sp>
          <p:nvSpPr>
            <p:cNvPr id="1418" name="Google Shape;1418;p65"/>
            <p:cNvSpPr txBox="1"/>
            <p:nvPr/>
          </p:nvSpPr>
          <p:spPr>
            <a:xfrm>
              <a:off x="269018" y="4182155"/>
              <a:ext cx="938400" cy="477039"/>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Out-of-the-box integrations to easily communicate with popular enterprise applications &amp; protocols.</a:t>
              </a:r>
              <a:endParaRPr sz="800">
                <a:solidFill>
                  <a:srgbClr val="B7B7B7"/>
                </a:solidFill>
              </a:endParaRPr>
            </a:p>
          </p:txBody>
        </p:sp>
        <p:sp>
          <p:nvSpPr>
            <p:cNvPr id="1419" name="Google Shape;1419;p65"/>
            <p:cNvSpPr txBox="1"/>
            <p:nvPr/>
          </p:nvSpPr>
          <p:spPr>
            <a:xfrm>
              <a:off x="1303043" y="4182155"/>
              <a:ext cx="938400" cy="477039"/>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Build &amp; provision your own connectors to any system including homegrown &amp; legacy applications.</a:t>
              </a:r>
              <a:endParaRPr sz="960">
                <a:solidFill>
                  <a:srgbClr val="B7B7B7"/>
                </a:solidFill>
              </a:endParaRPr>
            </a:p>
          </p:txBody>
        </p:sp>
        <p:sp>
          <p:nvSpPr>
            <p:cNvPr id="1420" name="Google Shape;1420;p65"/>
            <p:cNvSpPr txBox="1"/>
            <p:nvPr/>
          </p:nvSpPr>
          <p:spPr>
            <a:xfrm>
              <a:off x="2349155" y="4182155"/>
              <a:ext cx="938400" cy="400094"/>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Drag &amp; drop creation of forms that power workflows that require human interaction.</a:t>
              </a:r>
              <a:endParaRPr sz="1120">
                <a:solidFill>
                  <a:srgbClr val="B7B7B7"/>
                </a:solidFill>
              </a:endParaRPr>
            </a:p>
          </p:txBody>
        </p:sp>
      </p:grpSp>
      <p:grpSp>
        <p:nvGrpSpPr>
          <p:cNvPr id="1421" name="Google Shape;1421;p65"/>
          <p:cNvGrpSpPr/>
          <p:nvPr/>
        </p:nvGrpSpPr>
        <p:grpSpPr>
          <a:xfrm>
            <a:off x="265376" y="3549147"/>
            <a:ext cx="12241037" cy="4421150"/>
            <a:chOff x="165860" y="2218216"/>
            <a:chExt cx="7650648" cy="2763219"/>
          </a:xfrm>
        </p:grpSpPr>
        <p:grpSp>
          <p:nvGrpSpPr>
            <p:cNvPr id="1422" name="Google Shape;1422;p65"/>
            <p:cNvGrpSpPr/>
            <p:nvPr/>
          </p:nvGrpSpPr>
          <p:grpSpPr>
            <a:xfrm>
              <a:off x="208820" y="2405825"/>
              <a:ext cx="7521773" cy="2575610"/>
              <a:chOff x="152950" y="2423013"/>
              <a:chExt cx="7521773" cy="2575610"/>
            </a:xfrm>
          </p:grpSpPr>
          <p:cxnSp>
            <p:nvCxnSpPr>
              <p:cNvPr id="1423" name="Google Shape;1423;p65"/>
              <p:cNvCxnSpPr/>
              <p:nvPr/>
            </p:nvCxnSpPr>
            <p:spPr>
              <a:xfrm>
                <a:off x="7674723" y="3187523"/>
                <a:ext cx="0" cy="1811100"/>
              </a:xfrm>
              <a:prstGeom prst="straightConnector1">
                <a:avLst/>
              </a:prstGeom>
              <a:noFill/>
              <a:ln w="19050" cap="flat" cmpd="sng">
                <a:solidFill>
                  <a:srgbClr val="888B8D"/>
                </a:solidFill>
                <a:prstDash val="dash"/>
                <a:round/>
                <a:headEnd type="none" w="med" len="med"/>
                <a:tailEnd type="none" w="med" len="med"/>
              </a:ln>
            </p:spPr>
          </p:cxnSp>
          <p:cxnSp>
            <p:nvCxnSpPr>
              <p:cNvPr id="1424" name="Google Shape;1424;p65"/>
              <p:cNvCxnSpPr/>
              <p:nvPr/>
            </p:nvCxnSpPr>
            <p:spPr>
              <a:xfrm rot="10800000">
                <a:off x="160923" y="4990574"/>
                <a:ext cx="7513800" cy="0"/>
              </a:xfrm>
              <a:prstGeom prst="straightConnector1">
                <a:avLst/>
              </a:prstGeom>
              <a:noFill/>
              <a:ln w="19050" cap="flat" cmpd="sng">
                <a:solidFill>
                  <a:srgbClr val="888B8D"/>
                </a:solidFill>
                <a:prstDash val="dash"/>
                <a:round/>
                <a:headEnd type="none" w="med" len="med"/>
                <a:tailEnd type="none" w="med" len="med"/>
              </a:ln>
            </p:spPr>
          </p:cxnSp>
          <p:cxnSp>
            <p:nvCxnSpPr>
              <p:cNvPr id="1425" name="Google Shape;1425;p65"/>
              <p:cNvCxnSpPr/>
              <p:nvPr/>
            </p:nvCxnSpPr>
            <p:spPr>
              <a:xfrm rot="10800000">
                <a:off x="152950" y="2423013"/>
                <a:ext cx="0" cy="2572800"/>
              </a:xfrm>
              <a:prstGeom prst="straightConnector1">
                <a:avLst/>
              </a:prstGeom>
              <a:noFill/>
              <a:ln w="19050" cap="flat" cmpd="sng">
                <a:solidFill>
                  <a:srgbClr val="888B8D"/>
                </a:solidFill>
                <a:prstDash val="dash"/>
                <a:round/>
                <a:headEnd type="none" w="med" len="med"/>
                <a:tailEnd type="none" w="med" len="med"/>
              </a:ln>
            </p:spPr>
          </p:cxnSp>
        </p:grpSp>
        <p:sp>
          <p:nvSpPr>
            <p:cNvPr id="1426" name="Google Shape;1426;p65"/>
            <p:cNvSpPr/>
            <p:nvPr/>
          </p:nvSpPr>
          <p:spPr>
            <a:xfrm>
              <a:off x="165860" y="2218216"/>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sp>
          <p:nvSpPr>
            <p:cNvPr id="1427" name="Google Shape;1427;p65"/>
            <p:cNvSpPr/>
            <p:nvPr/>
          </p:nvSpPr>
          <p:spPr>
            <a:xfrm rot="5400000">
              <a:off x="7655813" y="2953291"/>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pic>
        <p:nvPicPr>
          <p:cNvPr id="1428" name="Google Shape;1428;p65"/>
          <p:cNvPicPr preferRelativeResize="0"/>
          <p:nvPr/>
        </p:nvPicPr>
        <p:blipFill>
          <a:blip r:embed="rId4">
            <a:alphaModFix/>
          </a:blip>
          <a:stretch>
            <a:fillRect/>
          </a:stretch>
        </p:blipFill>
        <p:spPr>
          <a:xfrm>
            <a:off x="13671774" y="156691"/>
            <a:ext cx="877824" cy="877824"/>
          </a:xfrm>
          <a:prstGeom prst="rect">
            <a:avLst/>
          </a:prstGeom>
          <a:noFill/>
          <a:ln>
            <a:noFill/>
          </a:ln>
        </p:spPr>
      </p:pic>
    </p:spTree>
    <p:extLst>
      <p:ext uri="{BB962C8B-B14F-4D97-AF65-F5344CB8AC3E}">
        <p14:creationId xmlns:p14="http://schemas.microsoft.com/office/powerpoint/2010/main" val="98583976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6"/>
                                        </p:tgtEl>
                                        <p:attrNameLst>
                                          <p:attrName>style.visibility</p:attrName>
                                        </p:attrNameLst>
                                      </p:cBhvr>
                                      <p:to>
                                        <p:strVal val="visible"/>
                                      </p:to>
                                    </p:set>
                                    <p:animEffect transition="in" filter="fade">
                                      <p:cBhvr>
                                        <p:cTn id="7" dur="1000"/>
                                        <p:tgtEl>
                                          <p:spTgt spid="1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8"/>
                                        </p:tgtEl>
                                        <p:attrNameLst>
                                          <p:attrName>style.visibility</p:attrName>
                                        </p:attrNameLst>
                                      </p:cBhvr>
                                      <p:to>
                                        <p:strVal val="visible"/>
                                      </p:to>
                                    </p:set>
                                    <p:animEffect transition="in" filter="fade">
                                      <p:cBhvr>
                                        <p:cTn id="12" dur="1000"/>
                                        <p:tgtEl>
                                          <p:spTgt spid="13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7"/>
                                        </p:tgtEl>
                                        <p:attrNameLst>
                                          <p:attrName>style.visibility</p:attrName>
                                        </p:attrNameLst>
                                      </p:cBhvr>
                                      <p:to>
                                        <p:strVal val="visible"/>
                                      </p:to>
                                    </p:set>
                                    <p:animEffect transition="in" filter="fade">
                                      <p:cBhvr>
                                        <p:cTn id="17" dur="1000"/>
                                        <p:tgtEl>
                                          <p:spTgt spid="13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7"/>
        <p:cNvGrpSpPr/>
        <p:nvPr/>
      </p:nvGrpSpPr>
      <p:grpSpPr>
        <a:xfrm>
          <a:off x="0" y="0"/>
          <a:ext cx="0" cy="0"/>
          <a:chOff x="0" y="0"/>
          <a:chExt cx="0" cy="0"/>
        </a:xfrm>
      </p:grpSpPr>
      <p:sp>
        <p:nvSpPr>
          <p:cNvPr id="1638" name="Google Shape;1638;p74"/>
          <p:cNvSpPr/>
          <p:nvPr/>
        </p:nvSpPr>
        <p:spPr>
          <a:xfrm>
            <a:off x="7271520" y="-14880"/>
            <a:ext cx="7358880" cy="4233600"/>
          </a:xfrm>
          <a:prstGeom prst="rect">
            <a:avLst/>
          </a:prstGeom>
          <a:solidFill>
            <a:schemeClr val="accent1"/>
          </a:solidFill>
          <a:ln>
            <a:noFill/>
          </a:ln>
        </p:spPr>
        <p:txBody>
          <a:bodyPr spcFirstLastPara="1" wrap="square" lIns="146280" tIns="146280" rIns="146280" bIns="146280" anchor="ctr" anchorCtr="0">
            <a:noAutofit/>
          </a:bodyPr>
          <a:lstStyle/>
          <a:p>
            <a:endParaRPr sz="2880"/>
          </a:p>
        </p:txBody>
      </p:sp>
      <p:sp>
        <p:nvSpPr>
          <p:cNvPr id="1639" name="Google Shape;1639;p74"/>
          <p:cNvSpPr/>
          <p:nvPr/>
        </p:nvSpPr>
        <p:spPr>
          <a:xfrm>
            <a:off x="120" y="4167360"/>
            <a:ext cx="14630400" cy="406224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640" name="Google Shape;1640;p74"/>
          <p:cNvSpPr/>
          <p:nvPr/>
        </p:nvSpPr>
        <p:spPr>
          <a:xfrm>
            <a:off x="-14880" y="-14880"/>
            <a:ext cx="7286880" cy="4182240"/>
          </a:xfrm>
          <a:prstGeom prst="rect">
            <a:avLst/>
          </a:prstGeom>
          <a:solidFill>
            <a:schemeClr val="lt2"/>
          </a:solidFill>
          <a:ln>
            <a:noFill/>
          </a:ln>
        </p:spPr>
        <p:txBody>
          <a:bodyPr spcFirstLastPara="1" wrap="square" lIns="146280" tIns="146280" rIns="146280" bIns="146280" anchor="ctr" anchorCtr="0">
            <a:noAutofit/>
          </a:bodyPr>
          <a:lstStyle/>
          <a:p>
            <a:endParaRPr sz="2880"/>
          </a:p>
        </p:txBody>
      </p:sp>
      <p:sp>
        <p:nvSpPr>
          <p:cNvPr id="1641" name="Google Shape;1641;p74"/>
          <p:cNvSpPr/>
          <p:nvPr/>
        </p:nvSpPr>
        <p:spPr>
          <a:xfrm>
            <a:off x="1364481" y="6353038"/>
            <a:ext cx="383419" cy="492523"/>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nvGrpSpPr>
          <p:cNvPr id="1642" name="Google Shape;1642;p74"/>
          <p:cNvGrpSpPr/>
          <p:nvPr/>
        </p:nvGrpSpPr>
        <p:grpSpPr>
          <a:xfrm>
            <a:off x="9081172" y="6444454"/>
            <a:ext cx="515550" cy="309690"/>
            <a:chOff x="3489775" y="2366300"/>
            <a:chExt cx="366325" cy="220050"/>
          </a:xfrm>
        </p:grpSpPr>
        <p:sp>
          <p:nvSpPr>
            <p:cNvPr id="1643" name="Google Shape;1643;p74"/>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4" name="Google Shape;1644;p74"/>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sp>
        <p:nvSpPr>
          <p:cNvPr id="1645" name="Google Shape;1645;p74"/>
          <p:cNvSpPr/>
          <p:nvPr/>
        </p:nvSpPr>
        <p:spPr>
          <a:xfrm>
            <a:off x="5876623" y="6350354"/>
            <a:ext cx="536661" cy="497888"/>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nvGrpSpPr>
          <p:cNvPr id="1646" name="Google Shape;1646;p74"/>
          <p:cNvGrpSpPr/>
          <p:nvPr/>
        </p:nvGrpSpPr>
        <p:grpSpPr>
          <a:xfrm>
            <a:off x="7474922" y="6341014"/>
            <a:ext cx="544613" cy="516571"/>
            <a:chOff x="3479450" y="1575950"/>
            <a:chExt cx="386975" cy="367050"/>
          </a:xfrm>
        </p:grpSpPr>
        <p:sp>
          <p:nvSpPr>
            <p:cNvPr id="1647" name="Google Shape;1647;p74"/>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8" name="Google Shape;1648;p74"/>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9" name="Google Shape;1649;p74"/>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sp>
        <p:nvSpPr>
          <p:cNvPr id="1650" name="Google Shape;1650;p74"/>
          <p:cNvSpPr txBox="1"/>
          <p:nvPr/>
        </p:nvSpPr>
        <p:spPr>
          <a:xfrm>
            <a:off x="1928402" y="372760"/>
            <a:ext cx="5343360" cy="1083325"/>
          </a:xfrm>
          <a:prstGeom prst="rect">
            <a:avLst/>
          </a:prstGeom>
          <a:noFill/>
          <a:ln>
            <a:noFill/>
          </a:ln>
        </p:spPr>
        <p:txBody>
          <a:bodyPr spcFirstLastPara="1" wrap="square" lIns="146280" tIns="146280" rIns="146280" bIns="146280" anchor="t" anchorCtr="0">
            <a:spAutoFit/>
          </a:bodyPr>
          <a:lstStyle/>
          <a:p>
            <a:pPr>
              <a:buClr>
                <a:schemeClr val="dk1"/>
              </a:buClr>
              <a:buSzPts val="1100"/>
            </a:pPr>
            <a:r>
              <a:rPr lang="en" sz="2560" b="1">
                <a:solidFill>
                  <a:schemeClr val="dk1"/>
                </a:solidFill>
                <a:latin typeface="IBM Plex Sans"/>
                <a:ea typeface="IBM Plex Sans"/>
                <a:cs typeface="IBM Plex Sans"/>
                <a:sym typeface="IBM Plex Sans"/>
              </a:rPr>
              <a:t>Code + deploy in your preferred language and tooling.</a:t>
            </a:r>
            <a:endParaRPr sz="2560" b="1">
              <a:solidFill>
                <a:schemeClr val="dk1"/>
              </a:solidFill>
              <a:latin typeface="IBM Plex Sans"/>
              <a:ea typeface="IBM Plex Sans"/>
              <a:cs typeface="IBM Plex Sans"/>
              <a:sym typeface="IBM Plex Sans"/>
            </a:endParaRPr>
          </a:p>
        </p:txBody>
      </p:sp>
      <p:sp>
        <p:nvSpPr>
          <p:cNvPr id="1651" name="Google Shape;1651;p74"/>
          <p:cNvSpPr txBox="1"/>
          <p:nvPr/>
        </p:nvSpPr>
        <p:spPr>
          <a:xfrm>
            <a:off x="4252709" y="5051041"/>
            <a:ext cx="6132000" cy="837104"/>
          </a:xfrm>
          <a:prstGeom prst="rect">
            <a:avLst/>
          </a:prstGeom>
          <a:noFill/>
          <a:ln>
            <a:noFill/>
          </a:ln>
        </p:spPr>
        <p:txBody>
          <a:bodyPr spcFirstLastPara="1" wrap="square" lIns="146280" tIns="146280" rIns="146280" bIns="146280" anchor="t" anchorCtr="0">
            <a:spAutoFit/>
          </a:bodyPr>
          <a:lstStyle/>
          <a:p>
            <a:pPr algn="ctr"/>
            <a:r>
              <a:rPr lang="en" sz="3520" b="1">
                <a:solidFill>
                  <a:schemeClr val="lt1"/>
                </a:solidFill>
                <a:latin typeface="IBM Plex Sans"/>
                <a:ea typeface="IBM Plex Sans"/>
                <a:cs typeface="IBM Plex Sans"/>
                <a:sym typeface="IBM Plex Sans"/>
              </a:rPr>
              <a:t>Across all endpoints.</a:t>
            </a:r>
            <a:endParaRPr sz="3520" b="1">
              <a:solidFill>
                <a:schemeClr val="lt1"/>
              </a:solidFill>
              <a:latin typeface="IBM Plex Sans"/>
              <a:ea typeface="IBM Plex Sans"/>
              <a:cs typeface="IBM Plex Sans"/>
              <a:sym typeface="IBM Plex Sans"/>
            </a:endParaRPr>
          </a:p>
        </p:txBody>
      </p:sp>
      <p:sp>
        <p:nvSpPr>
          <p:cNvPr id="1652" name="Google Shape;1652;p74"/>
          <p:cNvSpPr txBox="1"/>
          <p:nvPr/>
        </p:nvSpPr>
        <p:spPr>
          <a:xfrm>
            <a:off x="9067902" y="372720"/>
            <a:ext cx="3572640" cy="1083325"/>
          </a:xfrm>
          <a:prstGeom prst="rect">
            <a:avLst/>
          </a:prstGeom>
          <a:noFill/>
          <a:ln>
            <a:noFill/>
          </a:ln>
        </p:spPr>
        <p:txBody>
          <a:bodyPr spcFirstLastPara="1" wrap="square" lIns="146280" tIns="146280" rIns="146280" bIns="146280" anchor="t" anchorCtr="0">
            <a:spAutoFit/>
          </a:bodyPr>
          <a:lstStyle/>
          <a:p>
            <a:pPr algn="r"/>
            <a:r>
              <a:rPr lang="en" sz="2560" b="1">
                <a:solidFill>
                  <a:schemeClr val="lt1"/>
                </a:solidFill>
                <a:latin typeface="IBM Plex Sans"/>
                <a:ea typeface="IBM Plex Sans"/>
                <a:cs typeface="IBM Plex Sans"/>
                <a:sym typeface="IBM Plex Sans"/>
              </a:rPr>
              <a:t>Run on your preferred platforms.</a:t>
            </a:r>
            <a:endParaRPr sz="2560" b="1">
              <a:solidFill>
                <a:schemeClr val="lt1"/>
              </a:solidFill>
              <a:latin typeface="IBM Plex Sans"/>
              <a:ea typeface="IBM Plex Sans"/>
              <a:cs typeface="IBM Plex Sans"/>
              <a:sym typeface="IBM Plex Sans"/>
            </a:endParaRPr>
          </a:p>
        </p:txBody>
      </p:sp>
      <p:sp>
        <p:nvSpPr>
          <p:cNvPr id="1653" name="Google Shape;1653;p74"/>
          <p:cNvSpPr txBox="1"/>
          <p:nvPr/>
        </p:nvSpPr>
        <p:spPr>
          <a:xfrm>
            <a:off x="1105219" y="6919780"/>
            <a:ext cx="901920" cy="529376"/>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Human Work</a:t>
            </a:r>
            <a:endParaRPr sz="1120">
              <a:solidFill>
                <a:schemeClr val="lt1"/>
              </a:solidFill>
              <a:latin typeface="IBM Plex Sans Medium"/>
              <a:ea typeface="IBM Plex Sans Medium"/>
              <a:cs typeface="IBM Plex Sans Medium"/>
              <a:sym typeface="IBM Plex Sans Medium"/>
            </a:endParaRPr>
          </a:p>
        </p:txBody>
      </p:sp>
      <p:sp>
        <p:nvSpPr>
          <p:cNvPr id="1654" name="Google Shape;1654;p74"/>
          <p:cNvSpPr txBox="1"/>
          <p:nvPr/>
        </p:nvSpPr>
        <p:spPr>
          <a:xfrm>
            <a:off x="4107213" y="6919779"/>
            <a:ext cx="1039200" cy="529376"/>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Business Rules</a:t>
            </a:r>
            <a:endParaRPr sz="1120">
              <a:solidFill>
                <a:schemeClr val="lt1"/>
              </a:solidFill>
              <a:latin typeface="IBM Plex Sans Medium"/>
              <a:ea typeface="IBM Plex Sans Medium"/>
              <a:cs typeface="IBM Plex Sans Medium"/>
              <a:sym typeface="IBM Plex Sans Medium"/>
            </a:endParaRPr>
          </a:p>
        </p:txBody>
      </p:sp>
      <p:sp>
        <p:nvSpPr>
          <p:cNvPr id="1655" name="Google Shape;1655;p74"/>
          <p:cNvSpPr txBox="1"/>
          <p:nvPr/>
        </p:nvSpPr>
        <p:spPr>
          <a:xfrm>
            <a:off x="5484485" y="7005939"/>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Microservices</a:t>
            </a:r>
            <a:endParaRPr sz="1120">
              <a:solidFill>
                <a:schemeClr val="lt1"/>
              </a:solidFill>
              <a:latin typeface="IBM Plex Sans Medium"/>
              <a:ea typeface="IBM Plex Sans Medium"/>
              <a:cs typeface="IBM Plex Sans Medium"/>
              <a:sym typeface="IBM Plex Sans Medium"/>
            </a:endParaRPr>
          </a:p>
        </p:txBody>
      </p:sp>
      <p:sp>
        <p:nvSpPr>
          <p:cNvPr id="1656" name="Google Shape;1656;p74"/>
          <p:cNvSpPr txBox="1"/>
          <p:nvPr/>
        </p:nvSpPr>
        <p:spPr>
          <a:xfrm>
            <a:off x="8677253" y="7005940"/>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API</a:t>
            </a:r>
            <a:endParaRPr sz="1120">
              <a:solidFill>
                <a:schemeClr val="lt1"/>
              </a:solidFill>
              <a:latin typeface="IBM Plex Sans Medium"/>
              <a:ea typeface="IBM Plex Sans Medium"/>
              <a:cs typeface="IBM Plex Sans Medium"/>
              <a:sym typeface="IBM Plex Sans Medium"/>
            </a:endParaRPr>
          </a:p>
        </p:txBody>
      </p:sp>
      <p:sp>
        <p:nvSpPr>
          <p:cNvPr id="1657" name="Google Shape;1657;p74"/>
          <p:cNvSpPr txBox="1"/>
          <p:nvPr/>
        </p:nvSpPr>
        <p:spPr>
          <a:xfrm>
            <a:off x="2642274" y="7005940"/>
            <a:ext cx="90192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AI</a:t>
            </a:r>
            <a:endParaRPr sz="1120">
              <a:solidFill>
                <a:schemeClr val="lt1"/>
              </a:solidFill>
              <a:latin typeface="IBM Plex Sans Medium"/>
              <a:ea typeface="IBM Plex Sans Medium"/>
              <a:cs typeface="IBM Plex Sans Medium"/>
              <a:sym typeface="IBM Plex Sans Medium"/>
            </a:endParaRPr>
          </a:p>
        </p:txBody>
      </p:sp>
      <p:sp>
        <p:nvSpPr>
          <p:cNvPr id="1658" name="Google Shape;1658;p74"/>
          <p:cNvSpPr txBox="1"/>
          <p:nvPr/>
        </p:nvSpPr>
        <p:spPr>
          <a:xfrm>
            <a:off x="7296253" y="7005940"/>
            <a:ext cx="90192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RPA</a:t>
            </a:r>
            <a:endParaRPr sz="1120">
              <a:solidFill>
                <a:schemeClr val="lt1"/>
              </a:solidFill>
              <a:latin typeface="IBM Plex Sans Medium"/>
              <a:ea typeface="IBM Plex Sans Medium"/>
              <a:cs typeface="IBM Plex Sans Medium"/>
              <a:sym typeface="IBM Plex Sans Medium"/>
            </a:endParaRPr>
          </a:p>
        </p:txBody>
      </p:sp>
      <p:sp>
        <p:nvSpPr>
          <p:cNvPr id="1659" name="Google Shape;1659;p74"/>
          <p:cNvSpPr txBox="1"/>
          <p:nvPr/>
        </p:nvSpPr>
        <p:spPr>
          <a:xfrm>
            <a:off x="10266371" y="7005940"/>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IoT</a:t>
            </a:r>
            <a:endParaRPr sz="1120">
              <a:solidFill>
                <a:schemeClr val="lt1"/>
              </a:solidFill>
              <a:latin typeface="IBM Plex Sans Medium"/>
              <a:ea typeface="IBM Plex Sans Medium"/>
              <a:cs typeface="IBM Plex Sans Medium"/>
              <a:sym typeface="IBM Plex Sans Medium"/>
            </a:endParaRPr>
          </a:p>
        </p:txBody>
      </p:sp>
      <p:pic>
        <p:nvPicPr>
          <p:cNvPr id="1660" name="Google Shape;1660;p74"/>
          <p:cNvPicPr preferRelativeResize="0"/>
          <p:nvPr/>
        </p:nvPicPr>
        <p:blipFill>
          <a:blip r:embed="rId3">
            <a:alphaModFix/>
          </a:blip>
          <a:stretch>
            <a:fillRect/>
          </a:stretch>
        </p:blipFill>
        <p:spPr>
          <a:xfrm>
            <a:off x="1506968" y="2643355"/>
            <a:ext cx="453997" cy="453997"/>
          </a:xfrm>
          <a:prstGeom prst="rect">
            <a:avLst/>
          </a:prstGeom>
          <a:noFill/>
          <a:ln>
            <a:noFill/>
          </a:ln>
        </p:spPr>
      </p:pic>
      <p:pic>
        <p:nvPicPr>
          <p:cNvPr id="1661" name="Google Shape;1661;p74"/>
          <p:cNvPicPr preferRelativeResize="0"/>
          <p:nvPr/>
        </p:nvPicPr>
        <p:blipFill>
          <a:blip r:embed="rId4">
            <a:alphaModFix/>
          </a:blip>
          <a:stretch>
            <a:fillRect/>
          </a:stretch>
        </p:blipFill>
        <p:spPr>
          <a:xfrm>
            <a:off x="4503038" y="1828633"/>
            <a:ext cx="479678" cy="479675"/>
          </a:xfrm>
          <a:prstGeom prst="rect">
            <a:avLst/>
          </a:prstGeom>
          <a:noFill/>
          <a:ln>
            <a:noFill/>
          </a:ln>
        </p:spPr>
      </p:pic>
      <p:pic>
        <p:nvPicPr>
          <p:cNvPr id="1662" name="Google Shape;1662;p74"/>
          <p:cNvPicPr preferRelativeResize="0"/>
          <p:nvPr/>
        </p:nvPicPr>
        <p:blipFill>
          <a:blip r:embed="rId5">
            <a:alphaModFix/>
          </a:blip>
          <a:stretch>
            <a:fillRect/>
          </a:stretch>
        </p:blipFill>
        <p:spPr>
          <a:xfrm>
            <a:off x="3572072" y="2622322"/>
            <a:ext cx="453997" cy="453992"/>
          </a:xfrm>
          <a:prstGeom prst="rect">
            <a:avLst/>
          </a:prstGeom>
          <a:noFill/>
          <a:ln>
            <a:noFill/>
          </a:ln>
        </p:spPr>
      </p:pic>
      <p:pic>
        <p:nvPicPr>
          <p:cNvPr id="1663" name="Google Shape;1663;p74"/>
          <p:cNvPicPr preferRelativeResize="0"/>
          <p:nvPr/>
        </p:nvPicPr>
        <p:blipFill>
          <a:blip r:embed="rId6">
            <a:alphaModFix/>
          </a:blip>
          <a:stretch>
            <a:fillRect/>
          </a:stretch>
        </p:blipFill>
        <p:spPr>
          <a:xfrm>
            <a:off x="4446418" y="2740115"/>
            <a:ext cx="714885" cy="218398"/>
          </a:xfrm>
          <a:prstGeom prst="rect">
            <a:avLst/>
          </a:prstGeom>
          <a:noFill/>
          <a:ln>
            <a:noFill/>
          </a:ln>
        </p:spPr>
      </p:pic>
      <p:pic>
        <p:nvPicPr>
          <p:cNvPr id="1664" name="Google Shape;1664;p74"/>
          <p:cNvPicPr preferRelativeResize="0"/>
          <p:nvPr/>
        </p:nvPicPr>
        <p:blipFill rotWithShape="1">
          <a:blip r:embed="rId7">
            <a:alphaModFix/>
          </a:blip>
          <a:srcRect/>
          <a:stretch/>
        </p:blipFill>
        <p:spPr>
          <a:xfrm>
            <a:off x="8925694" y="2128578"/>
            <a:ext cx="711840" cy="711840"/>
          </a:xfrm>
          <a:prstGeom prst="roundRect">
            <a:avLst>
              <a:gd name="adj" fmla="val 17339"/>
            </a:avLst>
          </a:prstGeom>
          <a:noFill/>
          <a:ln>
            <a:noFill/>
          </a:ln>
        </p:spPr>
      </p:pic>
      <p:pic>
        <p:nvPicPr>
          <p:cNvPr id="1665" name="Google Shape;1665;p74"/>
          <p:cNvPicPr preferRelativeResize="0"/>
          <p:nvPr/>
        </p:nvPicPr>
        <p:blipFill rotWithShape="1">
          <a:blip r:embed="rId8">
            <a:alphaModFix/>
          </a:blip>
          <a:srcRect/>
          <a:stretch/>
        </p:blipFill>
        <p:spPr>
          <a:xfrm>
            <a:off x="12008587" y="2128578"/>
            <a:ext cx="711840" cy="711840"/>
          </a:xfrm>
          <a:prstGeom prst="roundRect">
            <a:avLst>
              <a:gd name="adj" fmla="val 16667"/>
            </a:avLst>
          </a:prstGeom>
          <a:noFill/>
          <a:ln>
            <a:noFill/>
          </a:ln>
        </p:spPr>
      </p:pic>
      <p:pic>
        <p:nvPicPr>
          <p:cNvPr id="1666" name="Google Shape;1666;p74"/>
          <p:cNvPicPr preferRelativeResize="0"/>
          <p:nvPr/>
        </p:nvPicPr>
        <p:blipFill rotWithShape="1">
          <a:blip r:embed="rId9">
            <a:alphaModFix/>
          </a:blip>
          <a:srcRect/>
          <a:stretch/>
        </p:blipFill>
        <p:spPr>
          <a:xfrm>
            <a:off x="10980957" y="2128578"/>
            <a:ext cx="711840" cy="711840"/>
          </a:xfrm>
          <a:prstGeom prst="roundRect">
            <a:avLst>
              <a:gd name="adj" fmla="val 16667"/>
            </a:avLst>
          </a:prstGeom>
          <a:noFill/>
          <a:ln>
            <a:noFill/>
          </a:ln>
        </p:spPr>
      </p:pic>
      <p:pic>
        <p:nvPicPr>
          <p:cNvPr id="1667" name="Google Shape;1667;p74"/>
          <p:cNvPicPr preferRelativeResize="0"/>
          <p:nvPr/>
        </p:nvPicPr>
        <p:blipFill rotWithShape="1">
          <a:blip r:embed="rId10">
            <a:alphaModFix/>
          </a:blip>
          <a:srcRect/>
          <a:stretch/>
        </p:blipFill>
        <p:spPr>
          <a:xfrm>
            <a:off x="9953326" y="2128578"/>
            <a:ext cx="711840" cy="711840"/>
          </a:xfrm>
          <a:prstGeom prst="roundRect">
            <a:avLst>
              <a:gd name="adj" fmla="val 16667"/>
            </a:avLst>
          </a:prstGeom>
          <a:noFill/>
          <a:ln>
            <a:noFill/>
          </a:ln>
        </p:spPr>
      </p:pic>
      <p:cxnSp>
        <p:nvCxnSpPr>
          <p:cNvPr id="1668" name="Google Shape;1668;p74"/>
          <p:cNvCxnSpPr/>
          <p:nvPr/>
        </p:nvCxnSpPr>
        <p:spPr>
          <a:xfrm rot="10800000">
            <a:off x="758840" y="907880"/>
            <a:ext cx="1071840" cy="0"/>
          </a:xfrm>
          <a:prstGeom prst="straightConnector1">
            <a:avLst/>
          </a:prstGeom>
          <a:noFill/>
          <a:ln w="19050" cap="flat" cmpd="sng">
            <a:solidFill>
              <a:schemeClr val="dk2"/>
            </a:solidFill>
            <a:prstDash val="dash"/>
            <a:round/>
            <a:headEnd type="none" w="med" len="med"/>
            <a:tailEnd type="none" w="med" len="med"/>
          </a:ln>
        </p:spPr>
      </p:cxnSp>
      <p:cxnSp>
        <p:nvCxnSpPr>
          <p:cNvPr id="1669" name="Google Shape;1669;p74"/>
          <p:cNvCxnSpPr/>
          <p:nvPr/>
        </p:nvCxnSpPr>
        <p:spPr>
          <a:xfrm>
            <a:off x="759037" y="889275"/>
            <a:ext cx="0" cy="3259680"/>
          </a:xfrm>
          <a:prstGeom prst="straightConnector1">
            <a:avLst/>
          </a:prstGeom>
          <a:noFill/>
          <a:ln w="19050" cap="flat" cmpd="sng">
            <a:solidFill>
              <a:schemeClr val="dk2"/>
            </a:solidFill>
            <a:prstDash val="dash"/>
            <a:round/>
            <a:headEnd type="none" w="med" len="med"/>
            <a:tailEnd type="none" w="med" len="med"/>
          </a:ln>
        </p:spPr>
      </p:cxnSp>
      <p:cxnSp>
        <p:nvCxnSpPr>
          <p:cNvPr id="1670" name="Google Shape;1670;p74"/>
          <p:cNvCxnSpPr/>
          <p:nvPr/>
        </p:nvCxnSpPr>
        <p:spPr>
          <a:xfrm>
            <a:off x="759040" y="4180760"/>
            <a:ext cx="0" cy="1292160"/>
          </a:xfrm>
          <a:prstGeom prst="straightConnector1">
            <a:avLst/>
          </a:prstGeom>
          <a:noFill/>
          <a:ln w="19050" cap="flat" cmpd="sng">
            <a:solidFill>
              <a:schemeClr val="accent1"/>
            </a:solidFill>
            <a:prstDash val="dash"/>
            <a:round/>
            <a:headEnd type="none" w="med" len="med"/>
            <a:tailEnd type="none" w="med" len="med"/>
          </a:ln>
        </p:spPr>
      </p:cxnSp>
      <p:cxnSp>
        <p:nvCxnSpPr>
          <p:cNvPr id="1671" name="Google Shape;1671;p74"/>
          <p:cNvCxnSpPr>
            <a:endCxn id="1651" idx="1"/>
          </p:cNvCxnSpPr>
          <p:nvPr/>
        </p:nvCxnSpPr>
        <p:spPr>
          <a:xfrm flipV="1">
            <a:off x="744389" y="5469593"/>
            <a:ext cx="3508320" cy="3848"/>
          </a:xfrm>
          <a:prstGeom prst="straightConnector1">
            <a:avLst/>
          </a:prstGeom>
          <a:noFill/>
          <a:ln w="19050" cap="flat" cmpd="sng">
            <a:solidFill>
              <a:schemeClr val="accent1"/>
            </a:solidFill>
            <a:prstDash val="dash"/>
            <a:round/>
            <a:headEnd type="none" w="med" len="med"/>
            <a:tailEnd type="none" w="med" len="med"/>
          </a:ln>
        </p:spPr>
      </p:cxnSp>
      <p:cxnSp>
        <p:nvCxnSpPr>
          <p:cNvPr id="1672" name="Google Shape;1672;p74"/>
          <p:cNvCxnSpPr/>
          <p:nvPr/>
        </p:nvCxnSpPr>
        <p:spPr>
          <a:xfrm rot="10800000">
            <a:off x="12643483" y="907880"/>
            <a:ext cx="1198080" cy="0"/>
          </a:xfrm>
          <a:prstGeom prst="straightConnector1">
            <a:avLst/>
          </a:prstGeom>
          <a:noFill/>
          <a:ln w="19050" cap="flat" cmpd="sng">
            <a:solidFill>
              <a:schemeClr val="lt1"/>
            </a:solidFill>
            <a:prstDash val="dash"/>
            <a:round/>
            <a:headEnd type="none" w="med" len="med"/>
            <a:tailEnd type="none" w="med" len="med"/>
          </a:ln>
        </p:spPr>
      </p:cxnSp>
      <p:cxnSp>
        <p:nvCxnSpPr>
          <p:cNvPr id="1673" name="Google Shape;1673;p74"/>
          <p:cNvCxnSpPr/>
          <p:nvPr/>
        </p:nvCxnSpPr>
        <p:spPr>
          <a:xfrm>
            <a:off x="13825677" y="900714"/>
            <a:ext cx="0" cy="3259680"/>
          </a:xfrm>
          <a:prstGeom prst="straightConnector1">
            <a:avLst/>
          </a:prstGeom>
          <a:noFill/>
          <a:ln w="19050" cap="flat" cmpd="sng">
            <a:solidFill>
              <a:schemeClr val="lt1"/>
            </a:solidFill>
            <a:prstDash val="dash"/>
            <a:round/>
            <a:headEnd type="none" w="med" len="med"/>
            <a:tailEnd type="none" w="med" len="med"/>
          </a:ln>
        </p:spPr>
      </p:cxnSp>
      <p:cxnSp>
        <p:nvCxnSpPr>
          <p:cNvPr id="1674" name="Google Shape;1674;p74"/>
          <p:cNvCxnSpPr/>
          <p:nvPr/>
        </p:nvCxnSpPr>
        <p:spPr>
          <a:xfrm>
            <a:off x="13825680" y="4233480"/>
            <a:ext cx="0" cy="1239840"/>
          </a:xfrm>
          <a:prstGeom prst="straightConnector1">
            <a:avLst/>
          </a:prstGeom>
          <a:noFill/>
          <a:ln w="19050" cap="flat" cmpd="sng">
            <a:solidFill>
              <a:schemeClr val="accent1"/>
            </a:solidFill>
            <a:prstDash val="dash"/>
            <a:round/>
            <a:headEnd type="none" w="med" len="med"/>
            <a:tailEnd type="none" w="med" len="med"/>
          </a:ln>
        </p:spPr>
      </p:cxnSp>
      <p:cxnSp>
        <p:nvCxnSpPr>
          <p:cNvPr id="1675" name="Google Shape;1675;p74"/>
          <p:cNvCxnSpPr>
            <a:stCxn id="1651" idx="3"/>
          </p:cNvCxnSpPr>
          <p:nvPr/>
        </p:nvCxnSpPr>
        <p:spPr>
          <a:xfrm>
            <a:off x="10384709" y="5469593"/>
            <a:ext cx="3456000" cy="9608"/>
          </a:xfrm>
          <a:prstGeom prst="straightConnector1">
            <a:avLst/>
          </a:prstGeom>
          <a:noFill/>
          <a:ln w="19050" cap="flat" cmpd="sng">
            <a:solidFill>
              <a:schemeClr val="accent1"/>
            </a:solidFill>
            <a:prstDash val="dash"/>
            <a:round/>
            <a:headEnd type="none" w="med" len="med"/>
            <a:tailEnd type="none" w="med" len="med"/>
          </a:ln>
        </p:spPr>
      </p:cxnSp>
      <p:pic>
        <p:nvPicPr>
          <p:cNvPr id="1676" name="Google Shape;1676;p74"/>
          <p:cNvPicPr preferRelativeResize="0"/>
          <p:nvPr/>
        </p:nvPicPr>
        <p:blipFill>
          <a:blip r:embed="rId11">
            <a:alphaModFix/>
          </a:blip>
          <a:stretch>
            <a:fillRect/>
          </a:stretch>
        </p:blipFill>
        <p:spPr>
          <a:xfrm>
            <a:off x="1321721" y="1645937"/>
            <a:ext cx="773269" cy="773258"/>
          </a:xfrm>
          <a:prstGeom prst="rect">
            <a:avLst/>
          </a:prstGeom>
          <a:noFill/>
          <a:ln>
            <a:noFill/>
          </a:ln>
        </p:spPr>
      </p:pic>
      <p:pic>
        <p:nvPicPr>
          <p:cNvPr id="1677" name="Google Shape;1677;p74"/>
          <p:cNvPicPr preferRelativeResize="0"/>
          <p:nvPr/>
        </p:nvPicPr>
        <p:blipFill rotWithShape="1">
          <a:blip r:embed="rId12">
            <a:alphaModFix/>
          </a:blip>
          <a:srcRect t="35267" b="29696"/>
          <a:stretch/>
        </p:blipFill>
        <p:spPr>
          <a:xfrm>
            <a:off x="2346114" y="2709999"/>
            <a:ext cx="915318" cy="320690"/>
          </a:xfrm>
          <a:prstGeom prst="rect">
            <a:avLst/>
          </a:prstGeom>
          <a:noFill/>
          <a:ln>
            <a:noFill/>
          </a:ln>
        </p:spPr>
      </p:pic>
      <p:pic>
        <p:nvPicPr>
          <p:cNvPr id="1678" name="Google Shape;1678;p74"/>
          <p:cNvPicPr preferRelativeResize="0"/>
          <p:nvPr/>
        </p:nvPicPr>
        <p:blipFill>
          <a:blip r:embed="rId13">
            <a:alphaModFix/>
          </a:blip>
          <a:stretch>
            <a:fillRect/>
          </a:stretch>
        </p:blipFill>
        <p:spPr>
          <a:xfrm>
            <a:off x="2579207" y="1839801"/>
            <a:ext cx="453995" cy="452206"/>
          </a:xfrm>
          <a:prstGeom prst="rect">
            <a:avLst/>
          </a:prstGeom>
          <a:noFill/>
          <a:ln>
            <a:noFill/>
          </a:ln>
        </p:spPr>
      </p:pic>
      <p:pic>
        <p:nvPicPr>
          <p:cNvPr id="1679" name="Google Shape;1679;p74"/>
          <p:cNvPicPr preferRelativeResize="0"/>
          <p:nvPr/>
        </p:nvPicPr>
        <p:blipFill>
          <a:blip r:embed="rId14">
            <a:alphaModFix/>
          </a:blip>
          <a:stretch>
            <a:fillRect/>
          </a:stretch>
        </p:blipFill>
        <p:spPr>
          <a:xfrm>
            <a:off x="5409003" y="1793888"/>
            <a:ext cx="831837" cy="481578"/>
          </a:xfrm>
          <a:prstGeom prst="rect">
            <a:avLst/>
          </a:prstGeom>
          <a:noFill/>
          <a:ln>
            <a:noFill/>
          </a:ln>
        </p:spPr>
      </p:pic>
      <p:pic>
        <p:nvPicPr>
          <p:cNvPr id="1680" name="Google Shape;1680;p74"/>
          <p:cNvPicPr preferRelativeResize="0"/>
          <p:nvPr/>
        </p:nvPicPr>
        <p:blipFill>
          <a:blip r:embed="rId15">
            <a:alphaModFix/>
          </a:blip>
          <a:stretch>
            <a:fillRect/>
          </a:stretch>
        </p:blipFill>
        <p:spPr>
          <a:xfrm>
            <a:off x="3412439" y="1648033"/>
            <a:ext cx="773266" cy="773258"/>
          </a:xfrm>
          <a:prstGeom prst="rect">
            <a:avLst/>
          </a:prstGeom>
          <a:noFill/>
          <a:ln>
            <a:noFill/>
          </a:ln>
        </p:spPr>
      </p:pic>
      <p:pic>
        <p:nvPicPr>
          <p:cNvPr id="1681" name="Google Shape;1681;p74"/>
          <p:cNvPicPr preferRelativeResize="0"/>
          <p:nvPr/>
        </p:nvPicPr>
        <p:blipFill>
          <a:blip r:embed="rId16">
            <a:alphaModFix/>
          </a:blip>
          <a:stretch>
            <a:fillRect/>
          </a:stretch>
        </p:blipFill>
        <p:spPr>
          <a:xfrm>
            <a:off x="5581651" y="2506026"/>
            <a:ext cx="454099" cy="627042"/>
          </a:xfrm>
          <a:prstGeom prst="rect">
            <a:avLst/>
          </a:prstGeom>
          <a:noFill/>
          <a:ln>
            <a:noFill/>
          </a:ln>
        </p:spPr>
      </p:pic>
      <p:sp>
        <p:nvSpPr>
          <p:cNvPr id="1682" name="Google Shape;1682;p74"/>
          <p:cNvSpPr/>
          <p:nvPr/>
        </p:nvSpPr>
        <p:spPr>
          <a:xfrm>
            <a:off x="5938040" y="3569043"/>
            <a:ext cx="2708640" cy="1083360"/>
          </a:xfrm>
          <a:prstGeom prst="roundRect">
            <a:avLst>
              <a:gd name="adj" fmla="val 16667"/>
            </a:avLst>
          </a:prstGeom>
          <a:solidFill>
            <a:schemeClr val="lt2"/>
          </a:solidFill>
          <a:ln w="1905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683" name="Google Shape;1683;p74"/>
          <p:cNvSpPr/>
          <p:nvPr/>
        </p:nvSpPr>
        <p:spPr>
          <a:xfrm rot="5400000">
            <a:off x="4336000" y="5367112"/>
            <a:ext cx="241440" cy="208800"/>
          </a:xfrm>
          <a:prstGeom prst="triangle">
            <a:avLst>
              <a:gd name="adj" fmla="val 48542"/>
            </a:avLst>
          </a:prstGeom>
          <a:solidFill>
            <a:schemeClr val="accent1"/>
          </a:solidFill>
          <a:ln>
            <a:noFill/>
          </a:ln>
        </p:spPr>
        <p:txBody>
          <a:bodyPr spcFirstLastPara="1" wrap="square" lIns="146280" tIns="146280" rIns="146280" bIns="146280" anchor="ctr" anchorCtr="0">
            <a:noAutofit/>
          </a:bodyPr>
          <a:lstStyle/>
          <a:p>
            <a:endParaRPr sz="2880"/>
          </a:p>
        </p:txBody>
      </p:sp>
      <p:sp>
        <p:nvSpPr>
          <p:cNvPr id="1684" name="Google Shape;1684;p74"/>
          <p:cNvSpPr/>
          <p:nvPr/>
        </p:nvSpPr>
        <p:spPr>
          <a:xfrm rot="-5400000">
            <a:off x="10067280" y="5365192"/>
            <a:ext cx="241440" cy="208800"/>
          </a:xfrm>
          <a:prstGeom prst="triangle">
            <a:avLst>
              <a:gd name="adj" fmla="val 48542"/>
            </a:avLst>
          </a:prstGeom>
          <a:solidFill>
            <a:schemeClr val="accent1"/>
          </a:solidFill>
          <a:ln>
            <a:noFill/>
          </a:ln>
        </p:spPr>
        <p:txBody>
          <a:bodyPr spcFirstLastPara="1" wrap="square" lIns="146280" tIns="146280" rIns="146280" bIns="146280" anchor="ctr" anchorCtr="0">
            <a:noAutofit/>
          </a:bodyPr>
          <a:lstStyle/>
          <a:p>
            <a:endParaRPr sz="2880"/>
          </a:p>
        </p:txBody>
      </p:sp>
      <p:grpSp>
        <p:nvGrpSpPr>
          <p:cNvPr id="1685" name="Google Shape;1685;p74"/>
          <p:cNvGrpSpPr/>
          <p:nvPr/>
        </p:nvGrpSpPr>
        <p:grpSpPr>
          <a:xfrm>
            <a:off x="6546190" y="3845991"/>
            <a:ext cx="1545067" cy="529464"/>
            <a:chOff x="9633597" y="2586299"/>
            <a:chExt cx="3355340" cy="1149808"/>
          </a:xfrm>
        </p:grpSpPr>
        <p:sp>
          <p:nvSpPr>
            <p:cNvPr id="1686" name="Google Shape;1686;p74"/>
            <p:cNvSpPr/>
            <p:nvPr/>
          </p:nvSpPr>
          <p:spPr>
            <a:xfrm>
              <a:off x="9633597" y="2586299"/>
              <a:ext cx="859789" cy="819785"/>
            </a:xfrm>
            <a:custGeom>
              <a:avLst/>
              <a:gdLst/>
              <a:ahLst/>
              <a:cxnLst/>
              <a:rect l="l" t="t" r="r" b="b"/>
              <a:pathLst>
                <a:path w="859789" h="819785" extrusionOk="0">
                  <a:moveTo>
                    <a:pt x="375729" y="201587"/>
                  </a:moveTo>
                  <a:lnTo>
                    <a:pt x="371856" y="150063"/>
                  </a:lnTo>
                  <a:lnTo>
                    <a:pt x="360210" y="105587"/>
                  </a:lnTo>
                  <a:lnTo>
                    <a:pt x="340880" y="68465"/>
                  </a:lnTo>
                  <a:lnTo>
                    <a:pt x="313931" y="39027"/>
                  </a:lnTo>
                  <a:lnTo>
                    <a:pt x="279450" y="17589"/>
                  </a:lnTo>
                  <a:lnTo>
                    <a:pt x="237515" y="4470"/>
                  </a:lnTo>
                  <a:lnTo>
                    <a:pt x="188214" y="0"/>
                  </a:lnTo>
                  <a:lnTo>
                    <a:pt x="138887" y="4394"/>
                  </a:lnTo>
                  <a:lnTo>
                    <a:pt x="96939" y="17437"/>
                  </a:lnTo>
                  <a:lnTo>
                    <a:pt x="62420" y="38823"/>
                  </a:lnTo>
                  <a:lnTo>
                    <a:pt x="35420" y="68211"/>
                  </a:lnTo>
                  <a:lnTo>
                    <a:pt x="16027" y="105295"/>
                  </a:lnTo>
                  <a:lnTo>
                    <a:pt x="4305" y="149758"/>
                  </a:lnTo>
                  <a:lnTo>
                    <a:pt x="355" y="201269"/>
                  </a:lnTo>
                  <a:lnTo>
                    <a:pt x="0" y="617829"/>
                  </a:lnTo>
                  <a:lnTo>
                    <a:pt x="3860" y="669340"/>
                  </a:lnTo>
                  <a:lnTo>
                    <a:pt x="15506" y="713828"/>
                  </a:lnTo>
                  <a:lnTo>
                    <a:pt x="34836" y="750938"/>
                  </a:lnTo>
                  <a:lnTo>
                    <a:pt x="61785" y="780376"/>
                  </a:lnTo>
                  <a:lnTo>
                    <a:pt x="96266" y="801814"/>
                  </a:lnTo>
                  <a:lnTo>
                    <a:pt x="138201" y="814933"/>
                  </a:lnTo>
                  <a:lnTo>
                    <a:pt x="187515" y="819404"/>
                  </a:lnTo>
                  <a:lnTo>
                    <a:pt x="236829" y="815009"/>
                  </a:lnTo>
                  <a:lnTo>
                    <a:pt x="278777" y="801966"/>
                  </a:lnTo>
                  <a:lnTo>
                    <a:pt x="313296" y="780592"/>
                  </a:lnTo>
                  <a:lnTo>
                    <a:pt x="340296" y="751205"/>
                  </a:lnTo>
                  <a:lnTo>
                    <a:pt x="359689" y="714121"/>
                  </a:lnTo>
                  <a:lnTo>
                    <a:pt x="371411" y="669658"/>
                  </a:lnTo>
                  <a:lnTo>
                    <a:pt x="375373" y="618147"/>
                  </a:lnTo>
                  <a:lnTo>
                    <a:pt x="375462" y="511708"/>
                  </a:lnTo>
                  <a:lnTo>
                    <a:pt x="256451" y="511619"/>
                  </a:lnTo>
                  <a:lnTo>
                    <a:pt x="256349" y="626059"/>
                  </a:lnTo>
                  <a:lnTo>
                    <a:pt x="251752" y="662355"/>
                  </a:lnTo>
                  <a:lnTo>
                    <a:pt x="238696" y="686409"/>
                  </a:lnTo>
                  <a:lnTo>
                    <a:pt x="218135" y="699731"/>
                  </a:lnTo>
                  <a:lnTo>
                    <a:pt x="191046" y="703821"/>
                  </a:lnTo>
                  <a:lnTo>
                    <a:pt x="163957" y="699681"/>
                  </a:lnTo>
                  <a:lnTo>
                    <a:pt x="143433" y="686320"/>
                  </a:lnTo>
                  <a:lnTo>
                    <a:pt x="130416" y="662241"/>
                  </a:lnTo>
                  <a:lnTo>
                    <a:pt x="125882" y="625944"/>
                  </a:lnTo>
                  <a:lnTo>
                    <a:pt x="126250" y="193357"/>
                  </a:lnTo>
                  <a:lnTo>
                    <a:pt x="130835" y="156883"/>
                  </a:lnTo>
                  <a:lnTo>
                    <a:pt x="143891" y="132435"/>
                  </a:lnTo>
                  <a:lnTo>
                    <a:pt x="164452" y="118719"/>
                  </a:lnTo>
                  <a:lnTo>
                    <a:pt x="191541" y="114452"/>
                  </a:lnTo>
                  <a:lnTo>
                    <a:pt x="218630" y="118770"/>
                  </a:lnTo>
                  <a:lnTo>
                    <a:pt x="239166" y="132511"/>
                  </a:lnTo>
                  <a:lnTo>
                    <a:pt x="252183" y="156984"/>
                  </a:lnTo>
                  <a:lnTo>
                    <a:pt x="256717" y="193471"/>
                  </a:lnTo>
                  <a:lnTo>
                    <a:pt x="256641" y="279311"/>
                  </a:lnTo>
                  <a:lnTo>
                    <a:pt x="375653" y="279400"/>
                  </a:lnTo>
                  <a:lnTo>
                    <a:pt x="375729" y="201587"/>
                  </a:lnTo>
                  <a:close/>
                </a:path>
                <a:path w="859789" h="819785" extrusionOk="0">
                  <a:moveTo>
                    <a:pt x="859269" y="810818"/>
                  </a:moveTo>
                  <a:lnTo>
                    <a:pt x="836104" y="665226"/>
                  </a:lnTo>
                  <a:lnTo>
                    <a:pt x="818819" y="556615"/>
                  </a:lnTo>
                  <a:lnTo>
                    <a:pt x="754341" y="151447"/>
                  </a:lnTo>
                  <a:lnTo>
                    <a:pt x="731774" y="9626"/>
                  </a:lnTo>
                  <a:lnTo>
                    <a:pt x="693534" y="9601"/>
                  </a:lnTo>
                  <a:lnTo>
                    <a:pt x="693534" y="556615"/>
                  </a:lnTo>
                  <a:lnTo>
                    <a:pt x="572236" y="556514"/>
                  </a:lnTo>
                  <a:lnTo>
                    <a:pt x="633234" y="151447"/>
                  </a:lnTo>
                  <a:lnTo>
                    <a:pt x="693534" y="556615"/>
                  </a:lnTo>
                  <a:lnTo>
                    <a:pt x="693534" y="9601"/>
                  </a:lnTo>
                  <a:lnTo>
                    <a:pt x="547522" y="9474"/>
                  </a:lnTo>
                  <a:lnTo>
                    <a:pt x="418668" y="810450"/>
                  </a:lnTo>
                  <a:lnTo>
                    <a:pt x="534250" y="810539"/>
                  </a:lnTo>
                  <a:lnTo>
                    <a:pt x="556120" y="665226"/>
                  </a:lnTo>
                  <a:lnTo>
                    <a:pt x="710615" y="665353"/>
                  </a:lnTo>
                  <a:lnTo>
                    <a:pt x="732231" y="810717"/>
                  </a:lnTo>
                  <a:lnTo>
                    <a:pt x="859269" y="810818"/>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7" name="Google Shape;1687;p74"/>
            <p:cNvSpPr/>
            <p:nvPr/>
          </p:nvSpPr>
          <p:spPr>
            <a:xfrm>
              <a:off x="10550097" y="2596072"/>
              <a:ext cx="529589" cy="802005"/>
            </a:xfrm>
            <a:custGeom>
              <a:avLst/>
              <a:gdLst/>
              <a:ahLst/>
              <a:cxnLst/>
              <a:rect l="l" t="t" r="r" b="b"/>
              <a:pathLst>
                <a:path w="529589" h="802005" extrusionOk="0">
                  <a:moveTo>
                    <a:pt x="673" y="0"/>
                  </a:moveTo>
                  <a:lnTo>
                    <a:pt x="0" y="801090"/>
                  </a:lnTo>
                  <a:lnTo>
                    <a:pt x="109854" y="801179"/>
                  </a:lnTo>
                  <a:lnTo>
                    <a:pt x="110337" y="234696"/>
                  </a:lnTo>
                  <a:lnTo>
                    <a:pt x="203695" y="801268"/>
                  </a:lnTo>
                  <a:lnTo>
                    <a:pt x="322719" y="801370"/>
                  </a:lnTo>
                  <a:lnTo>
                    <a:pt x="410184" y="226949"/>
                  </a:lnTo>
                  <a:lnTo>
                    <a:pt x="409689" y="801433"/>
                  </a:lnTo>
                  <a:lnTo>
                    <a:pt x="528700" y="801535"/>
                  </a:lnTo>
                  <a:lnTo>
                    <a:pt x="529386" y="457"/>
                  </a:lnTo>
                  <a:lnTo>
                    <a:pt x="354291" y="304"/>
                  </a:lnTo>
                  <a:lnTo>
                    <a:pt x="267982" y="568998"/>
                  </a:lnTo>
                  <a:lnTo>
                    <a:pt x="175767" y="152"/>
                  </a:lnTo>
                  <a:lnTo>
                    <a:pt x="673" y="0"/>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8" name="Google Shape;1688;p74"/>
            <p:cNvSpPr/>
            <p:nvPr/>
          </p:nvSpPr>
          <p:spPr>
            <a:xfrm>
              <a:off x="11164777" y="2596598"/>
              <a:ext cx="375920" cy="812164"/>
            </a:xfrm>
            <a:custGeom>
              <a:avLst/>
              <a:gdLst/>
              <a:ahLst/>
              <a:cxnLst/>
              <a:rect l="l" t="t" r="r" b="b"/>
              <a:pathLst>
                <a:path w="375920" h="812164" extrusionOk="0">
                  <a:moveTo>
                    <a:pt x="126403" y="101"/>
                  </a:moveTo>
                  <a:lnTo>
                    <a:pt x="520" y="0"/>
                  </a:lnTo>
                  <a:lnTo>
                    <a:pt x="0" y="609968"/>
                  </a:lnTo>
                  <a:lnTo>
                    <a:pt x="3869" y="661485"/>
                  </a:lnTo>
                  <a:lnTo>
                    <a:pt x="15510" y="705963"/>
                  </a:lnTo>
                  <a:lnTo>
                    <a:pt x="34844" y="743081"/>
                  </a:lnTo>
                  <a:lnTo>
                    <a:pt x="61791" y="772519"/>
                  </a:lnTo>
                  <a:lnTo>
                    <a:pt x="96271" y="793956"/>
                  </a:lnTo>
                  <a:lnTo>
                    <a:pt x="138206" y="807070"/>
                  </a:lnTo>
                  <a:lnTo>
                    <a:pt x="187515" y="811542"/>
                  </a:lnTo>
                  <a:lnTo>
                    <a:pt x="236832" y="807153"/>
                  </a:lnTo>
                  <a:lnTo>
                    <a:pt x="278789" y="794110"/>
                  </a:lnTo>
                  <a:lnTo>
                    <a:pt x="313306" y="772733"/>
                  </a:lnTo>
                  <a:lnTo>
                    <a:pt x="340304" y="743343"/>
                  </a:lnTo>
                  <a:lnTo>
                    <a:pt x="359701" y="706258"/>
                  </a:lnTo>
                  <a:lnTo>
                    <a:pt x="371417" y="661799"/>
                  </a:lnTo>
                  <a:lnTo>
                    <a:pt x="375373" y="610285"/>
                  </a:lnTo>
                  <a:lnTo>
                    <a:pt x="375894" y="330"/>
                  </a:lnTo>
                  <a:lnTo>
                    <a:pt x="256870" y="215"/>
                  </a:lnTo>
                  <a:lnTo>
                    <a:pt x="256349" y="618197"/>
                  </a:lnTo>
                  <a:lnTo>
                    <a:pt x="251757" y="654495"/>
                  </a:lnTo>
                  <a:lnTo>
                    <a:pt x="238699" y="678553"/>
                  </a:lnTo>
                  <a:lnTo>
                    <a:pt x="218141" y="691873"/>
                  </a:lnTo>
                  <a:lnTo>
                    <a:pt x="191046" y="695960"/>
                  </a:lnTo>
                  <a:lnTo>
                    <a:pt x="163958" y="691821"/>
                  </a:lnTo>
                  <a:lnTo>
                    <a:pt x="143424" y="678462"/>
                  </a:lnTo>
                  <a:lnTo>
                    <a:pt x="130409" y="654383"/>
                  </a:lnTo>
                  <a:lnTo>
                    <a:pt x="125882" y="618083"/>
                  </a:lnTo>
                  <a:lnTo>
                    <a:pt x="126403" y="101"/>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9" name="Google Shape;1689;p74"/>
            <p:cNvSpPr/>
            <p:nvPr/>
          </p:nvSpPr>
          <p:spPr>
            <a:xfrm>
              <a:off x="11624674" y="2596989"/>
              <a:ext cx="400685" cy="802005"/>
            </a:xfrm>
            <a:custGeom>
              <a:avLst/>
              <a:gdLst/>
              <a:ahLst/>
              <a:cxnLst/>
              <a:rect l="l" t="t" r="r" b="b"/>
              <a:pathLst>
                <a:path w="400685" h="802005" extrusionOk="0">
                  <a:moveTo>
                    <a:pt x="673" y="0"/>
                  </a:moveTo>
                  <a:lnTo>
                    <a:pt x="0" y="801090"/>
                  </a:lnTo>
                  <a:lnTo>
                    <a:pt x="113284" y="801179"/>
                  </a:lnTo>
                  <a:lnTo>
                    <a:pt x="113779" y="220967"/>
                  </a:lnTo>
                  <a:lnTo>
                    <a:pt x="270065" y="801319"/>
                  </a:lnTo>
                  <a:lnTo>
                    <a:pt x="399389" y="801433"/>
                  </a:lnTo>
                  <a:lnTo>
                    <a:pt x="400062" y="342"/>
                  </a:lnTo>
                  <a:lnTo>
                    <a:pt x="287909" y="253"/>
                  </a:lnTo>
                  <a:lnTo>
                    <a:pt x="287515" y="479742"/>
                  </a:lnTo>
                  <a:lnTo>
                    <a:pt x="158597" y="139"/>
                  </a:lnTo>
                  <a:lnTo>
                    <a:pt x="673" y="0"/>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0" name="Google Shape;1690;p74"/>
            <p:cNvSpPr/>
            <p:nvPr/>
          </p:nvSpPr>
          <p:spPr>
            <a:xfrm>
              <a:off x="12114450" y="2597402"/>
              <a:ext cx="387350" cy="801369"/>
            </a:xfrm>
            <a:custGeom>
              <a:avLst/>
              <a:gdLst/>
              <a:ahLst/>
              <a:cxnLst/>
              <a:rect l="l" t="t" r="r" b="b"/>
              <a:pathLst>
                <a:path w="387350" h="801369" extrusionOk="0">
                  <a:moveTo>
                    <a:pt x="685" y="0"/>
                  </a:moveTo>
                  <a:lnTo>
                    <a:pt x="0" y="801090"/>
                  </a:lnTo>
                  <a:lnTo>
                    <a:pt x="199136" y="801255"/>
                  </a:lnTo>
                  <a:lnTo>
                    <a:pt x="249171" y="797056"/>
                  </a:lnTo>
                  <a:lnTo>
                    <a:pt x="291407" y="784503"/>
                  </a:lnTo>
                  <a:lnTo>
                    <a:pt x="325882" y="763797"/>
                  </a:lnTo>
                  <a:lnTo>
                    <a:pt x="352636" y="735138"/>
                  </a:lnTo>
                  <a:lnTo>
                    <a:pt x="371711" y="698725"/>
                  </a:lnTo>
                  <a:lnTo>
                    <a:pt x="374808" y="686815"/>
                  </a:lnTo>
                  <a:lnTo>
                    <a:pt x="196938" y="686815"/>
                  </a:lnTo>
                  <a:lnTo>
                    <a:pt x="125984" y="686765"/>
                  </a:lnTo>
                  <a:lnTo>
                    <a:pt x="126479" y="114553"/>
                  </a:lnTo>
                  <a:lnTo>
                    <a:pt x="375202" y="114553"/>
                  </a:lnTo>
                  <a:lnTo>
                    <a:pt x="372220" y="103002"/>
                  </a:lnTo>
                  <a:lnTo>
                    <a:pt x="353206" y="66554"/>
                  </a:lnTo>
                  <a:lnTo>
                    <a:pt x="326499" y="37847"/>
                  </a:lnTo>
                  <a:lnTo>
                    <a:pt x="292059" y="17082"/>
                  </a:lnTo>
                  <a:lnTo>
                    <a:pt x="249846" y="4459"/>
                  </a:lnTo>
                  <a:lnTo>
                    <a:pt x="199821" y="177"/>
                  </a:lnTo>
                  <a:lnTo>
                    <a:pt x="685" y="0"/>
                  </a:lnTo>
                  <a:close/>
                </a:path>
                <a:path w="387350" h="801369" extrusionOk="0">
                  <a:moveTo>
                    <a:pt x="375202" y="114553"/>
                  </a:moveTo>
                  <a:lnTo>
                    <a:pt x="126479" y="114553"/>
                  </a:lnTo>
                  <a:lnTo>
                    <a:pt x="197421" y="114617"/>
                  </a:lnTo>
                  <a:lnTo>
                    <a:pt x="224330" y="118754"/>
                  </a:lnTo>
                  <a:lnTo>
                    <a:pt x="244471" y="132110"/>
                  </a:lnTo>
                  <a:lnTo>
                    <a:pt x="257093" y="156188"/>
                  </a:lnTo>
                  <a:lnTo>
                    <a:pt x="261442" y="192493"/>
                  </a:lnTo>
                  <a:lnTo>
                    <a:pt x="261086" y="609053"/>
                  </a:lnTo>
                  <a:lnTo>
                    <a:pt x="256674" y="645344"/>
                  </a:lnTo>
                  <a:lnTo>
                    <a:pt x="244014" y="669399"/>
                  </a:lnTo>
                  <a:lnTo>
                    <a:pt x="223853" y="682722"/>
                  </a:lnTo>
                  <a:lnTo>
                    <a:pt x="196938" y="686815"/>
                  </a:lnTo>
                  <a:lnTo>
                    <a:pt x="374808" y="686815"/>
                  </a:lnTo>
                  <a:lnTo>
                    <a:pt x="383146" y="654759"/>
                  </a:lnTo>
                  <a:lnTo>
                    <a:pt x="386981" y="603440"/>
                  </a:lnTo>
                  <a:lnTo>
                    <a:pt x="387324" y="198323"/>
                  </a:lnTo>
                  <a:lnTo>
                    <a:pt x="383579" y="146992"/>
                  </a:lnTo>
                  <a:lnTo>
                    <a:pt x="375202" y="114553"/>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1" name="Google Shape;1691;p74"/>
            <p:cNvSpPr/>
            <p:nvPr/>
          </p:nvSpPr>
          <p:spPr>
            <a:xfrm>
              <a:off x="12548173" y="2597887"/>
              <a:ext cx="440690" cy="801370"/>
            </a:xfrm>
            <a:custGeom>
              <a:avLst/>
              <a:gdLst/>
              <a:ahLst/>
              <a:cxnLst/>
              <a:rect l="l" t="t" r="r" b="b"/>
              <a:pathLst>
                <a:path w="440690" h="801370" extrusionOk="0">
                  <a:moveTo>
                    <a:pt x="417432" y="655751"/>
                  </a:moveTo>
                  <a:lnTo>
                    <a:pt x="137452" y="655751"/>
                  </a:lnTo>
                  <a:lnTo>
                    <a:pt x="291947" y="655878"/>
                  </a:lnTo>
                  <a:lnTo>
                    <a:pt x="313562" y="801243"/>
                  </a:lnTo>
                  <a:lnTo>
                    <a:pt x="440601" y="801344"/>
                  </a:lnTo>
                  <a:lnTo>
                    <a:pt x="417432" y="655751"/>
                  </a:lnTo>
                  <a:close/>
                </a:path>
                <a:path w="440690" h="801370" extrusionOk="0">
                  <a:moveTo>
                    <a:pt x="128854" y="0"/>
                  </a:moveTo>
                  <a:lnTo>
                    <a:pt x="0" y="800976"/>
                  </a:lnTo>
                  <a:lnTo>
                    <a:pt x="115582" y="801065"/>
                  </a:lnTo>
                  <a:lnTo>
                    <a:pt x="137452" y="655751"/>
                  </a:lnTo>
                  <a:lnTo>
                    <a:pt x="417432" y="655751"/>
                  </a:lnTo>
                  <a:lnTo>
                    <a:pt x="400149" y="547141"/>
                  </a:lnTo>
                  <a:lnTo>
                    <a:pt x="274878" y="547141"/>
                  </a:lnTo>
                  <a:lnTo>
                    <a:pt x="153568" y="547039"/>
                  </a:lnTo>
                  <a:lnTo>
                    <a:pt x="214566" y="141973"/>
                  </a:lnTo>
                  <a:lnTo>
                    <a:pt x="335674" y="141973"/>
                  </a:lnTo>
                  <a:lnTo>
                    <a:pt x="313105" y="152"/>
                  </a:lnTo>
                  <a:lnTo>
                    <a:pt x="128854" y="0"/>
                  </a:lnTo>
                  <a:close/>
                </a:path>
                <a:path w="440690" h="801370" extrusionOk="0">
                  <a:moveTo>
                    <a:pt x="335674" y="141973"/>
                  </a:moveTo>
                  <a:lnTo>
                    <a:pt x="214566" y="141973"/>
                  </a:lnTo>
                  <a:lnTo>
                    <a:pt x="274878" y="547141"/>
                  </a:lnTo>
                  <a:lnTo>
                    <a:pt x="400149" y="547141"/>
                  </a:lnTo>
                  <a:lnTo>
                    <a:pt x="335674" y="141973"/>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2" name="Google Shape;1692;p74"/>
            <p:cNvSpPr/>
            <p:nvPr/>
          </p:nvSpPr>
          <p:spPr>
            <a:xfrm>
              <a:off x="9633597" y="3523382"/>
              <a:ext cx="3355340" cy="212725"/>
            </a:xfrm>
            <a:custGeom>
              <a:avLst/>
              <a:gdLst/>
              <a:ahLst/>
              <a:cxnLst/>
              <a:rect l="l" t="t" r="r" b="b"/>
              <a:pathLst>
                <a:path w="3355340" h="212725" extrusionOk="0">
                  <a:moveTo>
                    <a:pt x="3355174" y="0"/>
                  </a:moveTo>
                  <a:lnTo>
                    <a:pt x="0" y="0"/>
                  </a:lnTo>
                  <a:lnTo>
                    <a:pt x="0" y="212216"/>
                  </a:lnTo>
                  <a:lnTo>
                    <a:pt x="3355174" y="212216"/>
                  </a:lnTo>
                  <a:lnTo>
                    <a:pt x="3355174" y="0"/>
                  </a:lnTo>
                  <a:close/>
                </a:path>
              </a:pathLst>
            </a:custGeom>
            <a:solidFill>
              <a:srgbClr val="000000"/>
            </a:solidFill>
            <a:ln>
              <a:noFill/>
            </a:ln>
          </p:spPr>
          <p:txBody>
            <a:bodyPr spcFirstLastPara="1" wrap="square" lIns="0" tIns="0" rIns="0" bIns="0" anchor="t" anchorCtr="0">
              <a:noAutofit/>
            </a:bodyPr>
            <a:lstStyle/>
            <a:p>
              <a:endParaRPr sz="1760"/>
            </a:p>
          </p:txBody>
        </p:sp>
      </p:grpSp>
      <p:grpSp>
        <p:nvGrpSpPr>
          <p:cNvPr id="1693" name="Google Shape;1693;p74"/>
          <p:cNvGrpSpPr/>
          <p:nvPr/>
        </p:nvGrpSpPr>
        <p:grpSpPr>
          <a:xfrm>
            <a:off x="4367737" y="6343577"/>
            <a:ext cx="515562" cy="514261"/>
            <a:chOff x="3339436" y="4040935"/>
            <a:chExt cx="322226" cy="321413"/>
          </a:xfrm>
        </p:grpSpPr>
        <p:sp>
          <p:nvSpPr>
            <p:cNvPr id="1694" name="Google Shape;1694;p74"/>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95" name="Google Shape;1695;p74"/>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696" name="Google Shape;1696;p74"/>
          <p:cNvGrpSpPr/>
          <p:nvPr/>
        </p:nvGrpSpPr>
        <p:grpSpPr>
          <a:xfrm>
            <a:off x="12256975" y="6353054"/>
            <a:ext cx="380675" cy="582718"/>
            <a:chOff x="8227870" y="3802403"/>
            <a:chExt cx="275788" cy="422211"/>
          </a:xfrm>
        </p:grpSpPr>
        <p:grpSp>
          <p:nvGrpSpPr>
            <p:cNvPr id="1697" name="Google Shape;1697;p74"/>
            <p:cNvGrpSpPr/>
            <p:nvPr/>
          </p:nvGrpSpPr>
          <p:grpSpPr>
            <a:xfrm>
              <a:off x="8438454" y="3805893"/>
              <a:ext cx="65203" cy="132254"/>
              <a:chOff x="8496750" y="3865075"/>
              <a:chExt cx="76909" cy="155978"/>
            </a:xfrm>
          </p:grpSpPr>
          <p:sp>
            <p:nvSpPr>
              <p:cNvPr id="1698" name="Google Shape;1698;p74"/>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699" name="Google Shape;1699;p74"/>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pic>
          <p:nvPicPr>
            <p:cNvPr id="1700" name="Google Shape;1700;p74"/>
            <p:cNvPicPr preferRelativeResize="0"/>
            <p:nvPr/>
          </p:nvPicPr>
          <p:blipFill>
            <a:blip r:embed="rId17">
              <a:alphaModFix/>
            </a:blip>
            <a:stretch>
              <a:fillRect/>
            </a:stretch>
          </p:blipFill>
          <p:spPr>
            <a:xfrm>
              <a:off x="8227870" y="3802403"/>
              <a:ext cx="155974" cy="155974"/>
            </a:xfrm>
            <a:prstGeom prst="rect">
              <a:avLst/>
            </a:prstGeom>
            <a:noFill/>
            <a:ln>
              <a:noFill/>
            </a:ln>
          </p:spPr>
        </p:pic>
        <p:grpSp>
          <p:nvGrpSpPr>
            <p:cNvPr id="1701" name="Google Shape;1701;p74"/>
            <p:cNvGrpSpPr/>
            <p:nvPr/>
          </p:nvGrpSpPr>
          <p:grpSpPr>
            <a:xfrm>
              <a:off x="8284038" y="4037650"/>
              <a:ext cx="219267" cy="186963"/>
              <a:chOff x="1485475" y="3908425"/>
              <a:chExt cx="245375" cy="209225"/>
            </a:xfrm>
          </p:grpSpPr>
          <p:sp>
            <p:nvSpPr>
              <p:cNvPr id="1702" name="Google Shape;1702;p74"/>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3" name="Google Shape;1703;p74"/>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4" name="Google Shape;1704;p74"/>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705" name="Google Shape;1705;p74"/>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706" name="Google Shape;1706;p74"/>
          <p:cNvSpPr txBox="1"/>
          <p:nvPr/>
        </p:nvSpPr>
        <p:spPr>
          <a:xfrm>
            <a:off x="11786830" y="7005939"/>
            <a:ext cx="1320960" cy="48013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Systems</a:t>
            </a:r>
            <a:br>
              <a:rPr lang="en" sz="1120">
                <a:solidFill>
                  <a:schemeClr val="lt1"/>
                </a:solidFill>
                <a:latin typeface="IBM Plex Sans Medium"/>
                <a:ea typeface="IBM Plex Sans Medium"/>
                <a:cs typeface="IBM Plex Sans Medium"/>
                <a:sym typeface="IBM Plex Sans Medium"/>
              </a:rPr>
            </a:br>
            <a:r>
              <a:rPr lang="en" sz="800">
                <a:solidFill>
                  <a:schemeClr val="lt1"/>
                </a:solidFill>
                <a:latin typeface="IBM Plex Sans Medium"/>
                <a:ea typeface="IBM Plex Sans Medium"/>
                <a:cs typeface="IBM Plex Sans Medium"/>
                <a:sym typeface="IBM Plex Sans Medium"/>
              </a:rPr>
              <a:t>(legacy + homegrown)</a:t>
            </a:r>
            <a:endParaRPr sz="800">
              <a:solidFill>
                <a:schemeClr val="lt1"/>
              </a:solidFill>
              <a:latin typeface="IBM Plex Sans Medium"/>
              <a:ea typeface="IBM Plex Sans Medium"/>
              <a:cs typeface="IBM Plex Sans Medium"/>
              <a:sym typeface="IBM Plex Sans Medium"/>
            </a:endParaRPr>
          </a:p>
        </p:txBody>
      </p:sp>
      <p:grpSp>
        <p:nvGrpSpPr>
          <p:cNvPr id="1707" name="Google Shape;1707;p74"/>
          <p:cNvGrpSpPr/>
          <p:nvPr/>
        </p:nvGrpSpPr>
        <p:grpSpPr>
          <a:xfrm>
            <a:off x="10648522" y="6425773"/>
            <a:ext cx="567413" cy="495405"/>
            <a:chOff x="725125" y="2301150"/>
            <a:chExt cx="403175" cy="352050"/>
          </a:xfrm>
        </p:grpSpPr>
        <p:sp>
          <p:nvSpPr>
            <p:cNvPr id="1708" name="Google Shape;1708;p74"/>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9" name="Google Shape;1709;p74"/>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0" name="Google Shape;1710;p74"/>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1" name="Google Shape;1711;p74"/>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712" name="Google Shape;1712;p74"/>
          <p:cNvGrpSpPr/>
          <p:nvPr/>
        </p:nvGrpSpPr>
        <p:grpSpPr>
          <a:xfrm>
            <a:off x="2802858" y="6379225"/>
            <a:ext cx="618661" cy="569653"/>
            <a:chOff x="2099100" y="2300650"/>
            <a:chExt cx="381550" cy="351325"/>
          </a:xfrm>
        </p:grpSpPr>
        <p:sp>
          <p:nvSpPr>
            <p:cNvPr id="1713" name="Google Shape;1713;p7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4" name="Google Shape;1714;p7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Tree>
    <p:extLst>
      <p:ext uri="{BB962C8B-B14F-4D97-AF65-F5344CB8AC3E}">
        <p14:creationId xmlns:p14="http://schemas.microsoft.com/office/powerpoint/2010/main" val="3277482270"/>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102"/>
          <p:cNvSpPr txBox="1">
            <a:spLocks noGrp="1"/>
          </p:cNvSpPr>
          <p:nvPr>
            <p:ph type="title"/>
          </p:nvPr>
        </p:nvSpPr>
        <p:spPr>
          <a:xfrm>
            <a:off x="594360" y="411482"/>
            <a:ext cx="13441440" cy="878400"/>
          </a:xfrm>
          <a:prstGeom prst="rect">
            <a:avLst/>
          </a:prstGeom>
        </p:spPr>
        <p:txBody>
          <a:bodyPr spcFirstLastPara="1" wrap="square" lIns="0" tIns="0" rIns="0" bIns="0" anchor="t" anchorCtr="0">
            <a:noAutofit/>
          </a:bodyPr>
          <a:lstStyle/>
          <a:p>
            <a:pPr rtl="0"/>
            <a:r>
              <a:rPr lang="en" dirty="0"/>
              <a:t>Simplified</a:t>
            </a:r>
            <a:endParaRPr dirty="0"/>
          </a:p>
        </p:txBody>
      </p:sp>
      <p:sp>
        <p:nvSpPr>
          <p:cNvPr id="1431" name="Google Shape;1431;p102"/>
          <p:cNvSpPr txBox="1">
            <a:spLocks noGrp="1"/>
          </p:cNvSpPr>
          <p:nvPr>
            <p:ph type="title"/>
          </p:nvPr>
        </p:nvSpPr>
        <p:spPr>
          <a:xfrm>
            <a:off x="1203960" y="2849880"/>
            <a:ext cx="4191360" cy="878400"/>
          </a:xfrm>
          <a:prstGeom prst="rect">
            <a:avLst/>
          </a:prstGeom>
        </p:spPr>
        <p:txBody>
          <a:bodyPr spcFirstLastPara="1" wrap="square" lIns="0" tIns="0" rIns="0" bIns="0" anchor="t" anchorCtr="0">
            <a:noAutofit/>
          </a:bodyPr>
          <a:lstStyle/>
          <a:p>
            <a:pPr algn="ctr" rtl="0"/>
            <a:r>
              <a:rPr lang="en" sz="3200"/>
              <a:t>Process Automation</a:t>
            </a:r>
            <a:endParaRPr sz="3200"/>
          </a:p>
        </p:txBody>
      </p:sp>
      <p:sp>
        <p:nvSpPr>
          <p:cNvPr id="1432" name="Google Shape;1432;p102"/>
          <p:cNvSpPr txBox="1">
            <a:spLocks noGrp="1"/>
          </p:cNvSpPr>
          <p:nvPr>
            <p:ph type="title"/>
          </p:nvPr>
        </p:nvSpPr>
        <p:spPr>
          <a:xfrm>
            <a:off x="8027880" y="2849880"/>
            <a:ext cx="5632320" cy="878400"/>
          </a:xfrm>
          <a:prstGeom prst="rect">
            <a:avLst/>
          </a:prstGeom>
        </p:spPr>
        <p:txBody>
          <a:bodyPr spcFirstLastPara="1" wrap="square" lIns="0" tIns="0" rIns="0" bIns="0" anchor="t" anchorCtr="0">
            <a:noAutofit/>
          </a:bodyPr>
          <a:lstStyle/>
          <a:p>
            <a:pPr algn="ctr" rtl="0"/>
            <a:r>
              <a:rPr lang="en" sz="3200"/>
              <a:t>Microservices Orchestration</a:t>
            </a:r>
            <a:endParaRPr sz="3200"/>
          </a:p>
        </p:txBody>
      </p:sp>
      <p:pic>
        <p:nvPicPr>
          <p:cNvPr id="1433" name="Google Shape;1433;p102"/>
          <p:cNvPicPr preferRelativeResize="0"/>
          <p:nvPr/>
        </p:nvPicPr>
        <p:blipFill>
          <a:blip r:embed="rId3">
            <a:alphaModFix/>
          </a:blip>
          <a:stretch>
            <a:fillRect/>
          </a:stretch>
        </p:blipFill>
        <p:spPr>
          <a:xfrm>
            <a:off x="685601" y="3548149"/>
            <a:ext cx="5721483" cy="3268570"/>
          </a:xfrm>
          <a:prstGeom prst="rect">
            <a:avLst/>
          </a:prstGeom>
          <a:noFill/>
          <a:ln>
            <a:noFill/>
          </a:ln>
        </p:spPr>
      </p:pic>
      <p:grpSp>
        <p:nvGrpSpPr>
          <p:cNvPr id="1434" name="Google Shape;1434;p102"/>
          <p:cNvGrpSpPr/>
          <p:nvPr/>
        </p:nvGrpSpPr>
        <p:grpSpPr>
          <a:xfrm>
            <a:off x="12577166" y="5764471"/>
            <a:ext cx="429861" cy="258251"/>
            <a:chOff x="3489775" y="2366300"/>
            <a:chExt cx="366325" cy="220050"/>
          </a:xfrm>
        </p:grpSpPr>
        <p:sp>
          <p:nvSpPr>
            <p:cNvPr id="1435" name="Google Shape;1435;p102"/>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36" name="Google Shape;1436;p102"/>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nvGrpSpPr>
          <p:cNvPr id="1437" name="Google Shape;1437;p102"/>
          <p:cNvGrpSpPr/>
          <p:nvPr/>
        </p:nvGrpSpPr>
        <p:grpSpPr>
          <a:xfrm>
            <a:off x="8815015" y="5687439"/>
            <a:ext cx="447726" cy="412315"/>
            <a:chOff x="2099100" y="2300650"/>
            <a:chExt cx="381550" cy="351325"/>
          </a:xfrm>
        </p:grpSpPr>
        <p:sp>
          <p:nvSpPr>
            <p:cNvPr id="1438" name="Google Shape;1438;p102"/>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39" name="Google Shape;1439;p102"/>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nvGrpSpPr>
          <p:cNvPr id="1440" name="Google Shape;1440;p102"/>
          <p:cNvGrpSpPr/>
          <p:nvPr/>
        </p:nvGrpSpPr>
        <p:grpSpPr>
          <a:xfrm>
            <a:off x="11774179" y="5678212"/>
            <a:ext cx="454091" cy="430770"/>
            <a:chOff x="3479450" y="1575950"/>
            <a:chExt cx="386975" cy="367050"/>
          </a:xfrm>
        </p:grpSpPr>
        <p:sp>
          <p:nvSpPr>
            <p:cNvPr id="1441" name="Google Shape;1441;p102"/>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2" name="Google Shape;1442;p102"/>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3" name="Google Shape;1443;p102"/>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44" name="Google Shape;1444;p102"/>
          <p:cNvSpPr/>
          <p:nvPr/>
        </p:nvSpPr>
        <p:spPr>
          <a:xfrm>
            <a:off x="7978361" y="5688256"/>
            <a:ext cx="319704" cy="410678"/>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nvGrpSpPr>
          <p:cNvPr id="1445" name="Google Shape;1445;p102"/>
          <p:cNvGrpSpPr/>
          <p:nvPr/>
        </p:nvGrpSpPr>
        <p:grpSpPr>
          <a:xfrm>
            <a:off x="13355923" y="5671134"/>
            <a:ext cx="473102" cy="413166"/>
            <a:chOff x="725125" y="2301150"/>
            <a:chExt cx="403175" cy="352050"/>
          </a:xfrm>
        </p:grpSpPr>
        <p:sp>
          <p:nvSpPr>
            <p:cNvPr id="1446" name="Google Shape;1446;p102"/>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7" name="Google Shape;1447;p102"/>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8" name="Google Shape;1448;p102"/>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9" name="Google Shape;1449;p102"/>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50" name="Google Shape;1450;p102"/>
          <p:cNvSpPr/>
          <p:nvPr/>
        </p:nvSpPr>
        <p:spPr>
          <a:xfrm>
            <a:off x="10764362" y="5686000"/>
            <a:ext cx="447462" cy="415190"/>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nvGrpSpPr>
          <p:cNvPr id="1451" name="Google Shape;1451;p102"/>
          <p:cNvGrpSpPr/>
          <p:nvPr/>
        </p:nvGrpSpPr>
        <p:grpSpPr>
          <a:xfrm>
            <a:off x="9728406" y="5669382"/>
            <a:ext cx="448384" cy="448430"/>
            <a:chOff x="2724775" y="3084275"/>
            <a:chExt cx="445675" cy="445650"/>
          </a:xfrm>
        </p:grpSpPr>
        <p:sp>
          <p:nvSpPr>
            <p:cNvPr id="1452" name="Google Shape;1452;p102"/>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3" name="Google Shape;1453;p102"/>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4" name="Google Shape;1454;p102"/>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5" name="Google Shape;1455;p102"/>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6" name="Google Shape;1456;p102"/>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57" name="Google Shape;1457;p102"/>
          <p:cNvSpPr txBox="1"/>
          <p:nvPr/>
        </p:nvSpPr>
        <p:spPr>
          <a:xfrm>
            <a:off x="7492960" y="4134320"/>
            <a:ext cx="123984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Human Work</a:t>
            </a:r>
            <a:endParaRPr sz="1440" b="1">
              <a:solidFill>
                <a:schemeClr val="dk1"/>
              </a:solidFill>
              <a:latin typeface="IBM Plex Sans"/>
              <a:ea typeface="IBM Plex Sans"/>
              <a:cs typeface="IBM Plex Sans"/>
              <a:sym typeface="IBM Plex Sans"/>
            </a:endParaRPr>
          </a:p>
        </p:txBody>
      </p:sp>
      <p:sp>
        <p:nvSpPr>
          <p:cNvPr id="1458" name="Google Shape;1458;p102"/>
          <p:cNvSpPr txBox="1"/>
          <p:nvPr/>
        </p:nvSpPr>
        <p:spPr>
          <a:xfrm>
            <a:off x="831908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AI</a:t>
            </a:r>
            <a:endParaRPr sz="1440" b="1">
              <a:solidFill>
                <a:schemeClr val="dk1"/>
              </a:solidFill>
              <a:latin typeface="IBM Plex Sans"/>
              <a:ea typeface="IBM Plex Sans"/>
              <a:cs typeface="IBM Plex Sans"/>
              <a:sym typeface="IBM Plex Sans"/>
            </a:endParaRPr>
          </a:p>
        </p:txBody>
      </p:sp>
      <p:sp>
        <p:nvSpPr>
          <p:cNvPr id="1459" name="Google Shape;1459;p102"/>
          <p:cNvSpPr txBox="1"/>
          <p:nvPr/>
        </p:nvSpPr>
        <p:spPr>
          <a:xfrm>
            <a:off x="9254078" y="4134320"/>
            <a:ext cx="123984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Business Rules</a:t>
            </a:r>
            <a:endParaRPr sz="1440" b="1">
              <a:solidFill>
                <a:schemeClr val="dk1"/>
              </a:solidFill>
              <a:latin typeface="IBM Plex Sans"/>
              <a:ea typeface="IBM Plex Sans"/>
              <a:cs typeface="IBM Plex Sans"/>
              <a:sym typeface="IBM Plex Sans"/>
            </a:endParaRPr>
          </a:p>
        </p:txBody>
      </p:sp>
      <p:sp>
        <p:nvSpPr>
          <p:cNvPr id="1460" name="Google Shape;1460;p102"/>
          <p:cNvSpPr txBox="1"/>
          <p:nvPr/>
        </p:nvSpPr>
        <p:spPr>
          <a:xfrm>
            <a:off x="10206715" y="4134320"/>
            <a:ext cx="160992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Microservices</a:t>
            </a:r>
            <a:endParaRPr sz="1440" b="1">
              <a:solidFill>
                <a:schemeClr val="dk1"/>
              </a:solidFill>
              <a:latin typeface="IBM Plex Sans"/>
              <a:ea typeface="IBM Plex Sans"/>
              <a:cs typeface="IBM Plex Sans"/>
              <a:sym typeface="IBM Plex Sans"/>
            </a:endParaRPr>
          </a:p>
        </p:txBody>
      </p:sp>
      <p:sp>
        <p:nvSpPr>
          <p:cNvPr id="1461" name="Google Shape;1461;p102"/>
          <p:cNvSpPr txBox="1"/>
          <p:nvPr/>
        </p:nvSpPr>
        <p:spPr>
          <a:xfrm>
            <a:off x="11278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RPA</a:t>
            </a:r>
            <a:endParaRPr sz="1440" b="1">
              <a:solidFill>
                <a:schemeClr val="dk1"/>
              </a:solidFill>
              <a:latin typeface="IBM Plex Sans"/>
              <a:ea typeface="IBM Plex Sans"/>
              <a:cs typeface="IBM Plex Sans"/>
              <a:sym typeface="IBM Plex Sans"/>
            </a:endParaRPr>
          </a:p>
        </p:txBody>
      </p:sp>
      <p:sp>
        <p:nvSpPr>
          <p:cNvPr id="1462" name="Google Shape;1462;p102"/>
          <p:cNvSpPr txBox="1"/>
          <p:nvPr/>
        </p:nvSpPr>
        <p:spPr>
          <a:xfrm>
            <a:off x="12102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API</a:t>
            </a:r>
            <a:endParaRPr sz="1440" b="1">
              <a:solidFill>
                <a:schemeClr val="dk1"/>
              </a:solidFill>
              <a:latin typeface="IBM Plex Sans"/>
              <a:ea typeface="IBM Plex Sans"/>
              <a:cs typeface="IBM Plex Sans"/>
              <a:sym typeface="IBM Plex Sans"/>
            </a:endParaRPr>
          </a:p>
        </p:txBody>
      </p:sp>
      <p:sp>
        <p:nvSpPr>
          <p:cNvPr id="1463" name="Google Shape;1463;p102"/>
          <p:cNvSpPr txBox="1"/>
          <p:nvPr/>
        </p:nvSpPr>
        <p:spPr>
          <a:xfrm>
            <a:off x="12926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IoT</a:t>
            </a:r>
            <a:endParaRPr sz="1440" b="1">
              <a:solidFill>
                <a:schemeClr val="dk1"/>
              </a:solidFill>
              <a:latin typeface="IBM Plex Sans"/>
              <a:ea typeface="IBM Plex Sans"/>
              <a:cs typeface="IBM Plex Sans"/>
              <a:sym typeface="IBM Plex Sans"/>
            </a:endParaRPr>
          </a:p>
        </p:txBody>
      </p:sp>
      <p:cxnSp>
        <p:nvCxnSpPr>
          <p:cNvPr id="1464" name="Google Shape;1464;p102"/>
          <p:cNvCxnSpPr/>
          <p:nvPr/>
        </p:nvCxnSpPr>
        <p:spPr>
          <a:xfrm>
            <a:off x="8136800"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5" name="Google Shape;1465;p102"/>
          <p:cNvCxnSpPr/>
          <p:nvPr/>
        </p:nvCxnSpPr>
        <p:spPr>
          <a:xfrm>
            <a:off x="900825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6" name="Google Shape;1466;p102"/>
          <p:cNvCxnSpPr/>
          <p:nvPr/>
        </p:nvCxnSpPr>
        <p:spPr>
          <a:xfrm>
            <a:off x="9947582"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7" name="Google Shape;1467;p102"/>
          <p:cNvCxnSpPr/>
          <p:nvPr/>
        </p:nvCxnSpPr>
        <p:spPr>
          <a:xfrm>
            <a:off x="1099981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8" name="Google Shape;1468;p102"/>
          <p:cNvCxnSpPr/>
          <p:nvPr/>
        </p:nvCxnSpPr>
        <p:spPr>
          <a:xfrm>
            <a:off x="1197517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9" name="Google Shape;1469;p102"/>
          <p:cNvCxnSpPr/>
          <p:nvPr/>
        </p:nvCxnSpPr>
        <p:spPr>
          <a:xfrm>
            <a:off x="12783574"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70" name="Google Shape;1470;p102"/>
          <p:cNvCxnSpPr/>
          <p:nvPr/>
        </p:nvCxnSpPr>
        <p:spPr>
          <a:xfrm>
            <a:off x="13637014" y="5017928"/>
            <a:ext cx="0" cy="360480"/>
          </a:xfrm>
          <a:prstGeom prst="straightConnector1">
            <a:avLst/>
          </a:prstGeom>
          <a:noFill/>
          <a:ln w="19050" cap="flat" cmpd="sng">
            <a:solidFill>
              <a:schemeClr val="dk1"/>
            </a:solidFill>
            <a:prstDash val="dot"/>
            <a:round/>
            <a:headEnd type="none" w="med" len="med"/>
            <a:tailEnd type="none" w="med" len="med"/>
          </a:ln>
        </p:spPr>
      </p:cxnSp>
      <p:sp>
        <p:nvSpPr>
          <p:cNvPr id="1471" name="Google Shape;1471;p102"/>
          <p:cNvSpPr txBox="1">
            <a:spLocks noGrp="1"/>
          </p:cNvSpPr>
          <p:nvPr>
            <p:ph type="title"/>
          </p:nvPr>
        </p:nvSpPr>
        <p:spPr>
          <a:xfrm>
            <a:off x="4739640" y="2727960"/>
            <a:ext cx="4191360" cy="878400"/>
          </a:xfrm>
          <a:prstGeom prst="rect">
            <a:avLst/>
          </a:prstGeom>
        </p:spPr>
        <p:txBody>
          <a:bodyPr spcFirstLastPara="1" wrap="square" lIns="0" tIns="0" rIns="0" bIns="0" anchor="t" anchorCtr="0">
            <a:noAutofit/>
          </a:bodyPr>
          <a:lstStyle/>
          <a:p>
            <a:pPr algn="ctr" rtl="0"/>
            <a:r>
              <a:rPr lang="en" sz="4480"/>
              <a:t>+</a:t>
            </a:r>
            <a:endParaRPr sz="4480"/>
          </a:p>
        </p:txBody>
      </p:sp>
      <p:sp>
        <p:nvSpPr>
          <p:cNvPr id="1472" name="Google Shape;1472;p102"/>
          <p:cNvSpPr/>
          <p:nvPr/>
        </p:nvSpPr>
        <p:spPr>
          <a:xfrm rot="5400000">
            <a:off x="6569560" y="-952720"/>
            <a:ext cx="515520" cy="686976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473" name="Google Shape;1473;p102"/>
          <p:cNvSpPr txBox="1">
            <a:spLocks noGrp="1"/>
          </p:cNvSpPr>
          <p:nvPr>
            <p:ph type="title"/>
          </p:nvPr>
        </p:nvSpPr>
        <p:spPr>
          <a:xfrm>
            <a:off x="4739640" y="1386840"/>
            <a:ext cx="4191360" cy="878400"/>
          </a:xfrm>
          <a:prstGeom prst="rect">
            <a:avLst/>
          </a:prstGeom>
        </p:spPr>
        <p:txBody>
          <a:bodyPr spcFirstLastPara="1" wrap="square" lIns="0" tIns="0" rIns="0" bIns="0" anchor="t" anchorCtr="0">
            <a:noAutofit/>
          </a:bodyPr>
          <a:lstStyle/>
          <a:p>
            <a:pPr algn="ctr" rtl="0"/>
            <a:r>
              <a:rPr lang="en" sz="3200"/>
              <a:t>Process Orchestration</a:t>
            </a:r>
            <a:endParaRPr sz="3200"/>
          </a:p>
        </p:txBody>
      </p:sp>
    </p:spTree>
    <p:extLst>
      <p:ext uri="{BB962C8B-B14F-4D97-AF65-F5344CB8AC3E}">
        <p14:creationId xmlns:p14="http://schemas.microsoft.com/office/powerpoint/2010/main" val="2006334314"/>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105"/>
          <p:cNvSpPr txBox="1"/>
          <p:nvPr/>
        </p:nvSpPr>
        <p:spPr>
          <a:xfrm>
            <a:off x="594360" y="2786481"/>
            <a:ext cx="3692688" cy="3514247"/>
          </a:xfrm>
          <a:prstGeom prst="rect">
            <a:avLst/>
          </a:prstGeom>
          <a:noFill/>
          <a:ln>
            <a:noFill/>
          </a:ln>
        </p:spPr>
        <p:txBody>
          <a:bodyPr spcFirstLastPara="1" wrap="square" lIns="146280" tIns="146280" rIns="146280" bIns="146280" anchor="t" anchorCtr="0">
            <a:spAutoFit/>
          </a:bodyPr>
          <a:lstStyle/>
          <a:p>
            <a:pPr marL="731520" indent="-538480">
              <a:lnSpc>
                <a:spcPct val="90000"/>
              </a:lnSpc>
              <a:buClr>
                <a:schemeClr val="accent1"/>
              </a:buClr>
              <a:buSzPts val="1700"/>
              <a:buChar char="●"/>
            </a:pPr>
            <a:r>
              <a:rPr lang="en" sz="3200" dirty="0">
                <a:solidFill>
                  <a:schemeClr val="dk1"/>
                </a:solidFill>
              </a:rPr>
              <a:t>BPMN</a:t>
            </a:r>
            <a:endParaRPr sz="3200" dirty="0">
              <a:solidFill>
                <a:schemeClr val="dk1"/>
              </a:solidFill>
            </a:endParaRPr>
          </a:p>
          <a:p>
            <a:pPr marL="731520" indent="-538480">
              <a:lnSpc>
                <a:spcPct val="90000"/>
              </a:lnSpc>
              <a:buClr>
                <a:schemeClr val="accent1"/>
              </a:buClr>
              <a:buSzPts val="1700"/>
              <a:buChar char="●"/>
            </a:pPr>
            <a:r>
              <a:rPr lang="en" sz="3200" dirty="0">
                <a:solidFill>
                  <a:schemeClr val="dk1"/>
                </a:solidFill>
              </a:rPr>
              <a:t>DMN</a:t>
            </a:r>
            <a:endParaRPr sz="3200" dirty="0">
              <a:solidFill>
                <a:schemeClr val="dk1"/>
              </a:solidFill>
            </a:endParaRPr>
          </a:p>
          <a:p>
            <a:pPr marL="731520">
              <a:lnSpc>
                <a:spcPct val="90000"/>
              </a:lnSpc>
              <a:spcBef>
                <a:spcPts val="800"/>
              </a:spcBef>
              <a:spcAft>
                <a:spcPts val="800"/>
              </a:spcAft>
            </a:pPr>
            <a:r>
              <a:rPr lang="en" sz="1920" dirty="0">
                <a:solidFill>
                  <a:schemeClr val="dk1"/>
                </a:solidFill>
              </a:rPr>
              <a:t>Standards to more effectively collaborate across process design and rules management with built-in process execution, operational management, and continuous improvement </a:t>
            </a:r>
            <a:endParaRPr sz="1920" dirty="0"/>
          </a:p>
        </p:txBody>
      </p:sp>
      <p:sp>
        <p:nvSpPr>
          <p:cNvPr id="1673" name="Google Shape;1673;p105"/>
          <p:cNvSpPr txBox="1"/>
          <p:nvPr/>
        </p:nvSpPr>
        <p:spPr>
          <a:xfrm>
            <a:off x="78188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a:solidFill>
                  <a:schemeClr val="dk1"/>
                </a:solidFill>
              </a:rPr>
              <a:t>Standards-Based</a:t>
            </a:r>
            <a:endParaRPr sz="3200"/>
          </a:p>
        </p:txBody>
      </p:sp>
      <p:sp>
        <p:nvSpPr>
          <p:cNvPr id="1674" name="Google Shape;1674;p105"/>
          <p:cNvSpPr txBox="1">
            <a:spLocks noGrp="1"/>
          </p:cNvSpPr>
          <p:nvPr>
            <p:ph type="title"/>
          </p:nvPr>
        </p:nvSpPr>
        <p:spPr>
          <a:xfrm>
            <a:off x="594360" y="411482"/>
            <a:ext cx="13441440" cy="878400"/>
          </a:xfrm>
          <a:prstGeom prst="rect">
            <a:avLst/>
          </a:prstGeom>
        </p:spPr>
        <p:txBody>
          <a:bodyPr spcFirstLastPara="1" wrap="square" lIns="0" tIns="0" rIns="0" bIns="0" anchor="t" anchorCtr="0">
            <a:noAutofit/>
          </a:bodyPr>
          <a:lstStyle/>
          <a:p>
            <a:pPr rtl="0"/>
            <a:r>
              <a:rPr lang="en" dirty="0"/>
              <a:t>Benefits..</a:t>
            </a:r>
            <a:endParaRPr dirty="0"/>
          </a:p>
        </p:txBody>
      </p:sp>
      <p:pic>
        <p:nvPicPr>
          <p:cNvPr id="1675" name="Google Shape;1675;p105"/>
          <p:cNvPicPr preferRelativeResize="0"/>
          <p:nvPr/>
        </p:nvPicPr>
        <p:blipFill>
          <a:blip r:embed="rId3">
            <a:alphaModFix/>
          </a:blip>
          <a:stretch>
            <a:fillRect/>
          </a:stretch>
        </p:blipFill>
        <p:spPr>
          <a:xfrm>
            <a:off x="1931893" y="6719181"/>
            <a:ext cx="1650176" cy="718461"/>
          </a:xfrm>
          <a:prstGeom prst="rect">
            <a:avLst/>
          </a:prstGeom>
          <a:noFill/>
          <a:ln>
            <a:noFill/>
          </a:ln>
        </p:spPr>
      </p:pic>
      <p:pic>
        <p:nvPicPr>
          <p:cNvPr id="1676" name="Google Shape;1676;p105"/>
          <p:cNvPicPr preferRelativeResize="0"/>
          <p:nvPr/>
        </p:nvPicPr>
        <p:blipFill>
          <a:blip r:embed="rId4">
            <a:alphaModFix/>
          </a:blip>
          <a:stretch>
            <a:fillRect/>
          </a:stretch>
        </p:blipFill>
        <p:spPr>
          <a:xfrm>
            <a:off x="968134" y="6116914"/>
            <a:ext cx="1472570" cy="718461"/>
          </a:xfrm>
          <a:prstGeom prst="rect">
            <a:avLst/>
          </a:prstGeom>
          <a:noFill/>
          <a:ln>
            <a:noFill/>
          </a:ln>
        </p:spPr>
      </p:pic>
      <p:sp>
        <p:nvSpPr>
          <p:cNvPr id="2" name="Google Shape;1682;p106">
            <a:extLst>
              <a:ext uri="{FF2B5EF4-FFF2-40B4-BE49-F238E27FC236}">
                <a16:creationId xmlns:a16="http://schemas.microsoft.com/office/drawing/2014/main" id="{CA954573-827A-0249-67CC-03FB663AC6EF}"/>
              </a:ext>
            </a:extLst>
          </p:cNvPr>
          <p:cNvSpPr txBox="1"/>
          <p:nvPr/>
        </p:nvSpPr>
        <p:spPr>
          <a:xfrm>
            <a:off x="4744750" y="2392400"/>
            <a:ext cx="3692688" cy="5103656"/>
          </a:xfrm>
          <a:prstGeom prst="rect">
            <a:avLst/>
          </a:prstGeom>
          <a:noFill/>
          <a:ln>
            <a:noFill/>
          </a:ln>
        </p:spPr>
        <p:txBody>
          <a:bodyPr spcFirstLastPara="1" wrap="square" lIns="146280" tIns="146280" rIns="146280" bIns="146280" anchor="t" anchorCtr="0">
            <a:spAutoFit/>
          </a:bodyPr>
          <a:lstStyle/>
          <a:p>
            <a:pPr marL="731520" indent="-518160">
              <a:lnSpc>
                <a:spcPct val="115000"/>
              </a:lnSpc>
              <a:spcBef>
                <a:spcPts val="1920"/>
              </a:spcBef>
              <a:buClr>
                <a:schemeClr val="accent1"/>
              </a:buClr>
              <a:buSzPts val="1500"/>
              <a:buChar char="●"/>
            </a:pPr>
            <a:r>
              <a:rPr lang="en" sz="1920" dirty="0">
                <a:solidFill>
                  <a:schemeClr val="dk1"/>
                </a:solidFill>
              </a:rPr>
              <a:t>Standard-based process and decision modeling </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Lightweight engine (Headless)</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Open architecture</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APIs &amp; Connectors</a:t>
            </a:r>
            <a:endParaRPr sz="1920" dirty="0">
              <a:solidFill>
                <a:schemeClr val="dk1"/>
              </a:solidFill>
            </a:endParaRPr>
          </a:p>
          <a:p>
            <a:pPr marL="731520">
              <a:lnSpc>
                <a:spcPct val="115000"/>
              </a:lnSpc>
              <a:spcBef>
                <a:spcPts val="1920"/>
              </a:spcBef>
              <a:spcAft>
                <a:spcPts val="1920"/>
              </a:spcAft>
            </a:pPr>
            <a:r>
              <a:rPr lang="en" sz="1920" dirty="0">
                <a:solidFill>
                  <a:schemeClr val="dk1"/>
                </a:solidFill>
              </a:rPr>
              <a:t>Combined with preferred tools (e.g., Docker, OpenShift, Kubernetes, Kafka) and development frameworks without disrupting existing CI/CD</a:t>
            </a:r>
            <a:endParaRPr sz="1920" dirty="0">
              <a:solidFill>
                <a:schemeClr val="dk1"/>
              </a:solidFill>
            </a:endParaRPr>
          </a:p>
        </p:txBody>
      </p:sp>
      <p:sp>
        <p:nvSpPr>
          <p:cNvPr id="3" name="Google Shape;1683;p106">
            <a:extLst>
              <a:ext uri="{FF2B5EF4-FFF2-40B4-BE49-F238E27FC236}">
                <a16:creationId xmlns:a16="http://schemas.microsoft.com/office/drawing/2014/main" id="{74F58441-3B06-21BA-FDA5-8F1360D49F75}"/>
              </a:ext>
            </a:extLst>
          </p:cNvPr>
          <p:cNvSpPr txBox="1"/>
          <p:nvPr/>
        </p:nvSpPr>
        <p:spPr>
          <a:xfrm>
            <a:off x="491508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dirty="0">
                <a:solidFill>
                  <a:schemeClr val="dk1"/>
                </a:solidFill>
              </a:rPr>
              <a:t>Developer-Friendly</a:t>
            </a:r>
            <a:endParaRPr sz="3200" dirty="0"/>
          </a:p>
        </p:txBody>
      </p:sp>
      <p:sp>
        <p:nvSpPr>
          <p:cNvPr id="4" name="Google Shape;1691;p107">
            <a:extLst>
              <a:ext uri="{FF2B5EF4-FFF2-40B4-BE49-F238E27FC236}">
                <a16:creationId xmlns:a16="http://schemas.microsoft.com/office/drawing/2014/main" id="{1366AB25-D175-1C41-BB30-8A2DAA2B3043}"/>
              </a:ext>
            </a:extLst>
          </p:cNvPr>
          <p:cNvSpPr txBox="1"/>
          <p:nvPr/>
        </p:nvSpPr>
        <p:spPr>
          <a:xfrm>
            <a:off x="923580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a:solidFill>
                  <a:schemeClr val="dk1"/>
                </a:solidFill>
              </a:rPr>
              <a:t>Flexibly-Deployed </a:t>
            </a:r>
            <a:endParaRPr sz="3200"/>
          </a:p>
        </p:txBody>
      </p:sp>
      <p:sp>
        <p:nvSpPr>
          <p:cNvPr id="5" name="Google Shape;1690;p107">
            <a:extLst>
              <a:ext uri="{FF2B5EF4-FFF2-40B4-BE49-F238E27FC236}">
                <a16:creationId xmlns:a16="http://schemas.microsoft.com/office/drawing/2014/main" id="{FD383E32-CC24-D56A-39A6-0B8384162BBC}"/>
              </a:ext>
            </a:extLst>
          </p:cNvPr>
          <p:cNvSpPr txBox="1"/>
          <p:nvPr/>
        </p:nvSpPr>
        <p:spPr>
          <a:xfrm>
            <a:off x="9103068" y="2392400"/>
            <a:ext cx="3976158" cy="4276571"/>
          </a:xfrm>
          <a:prstGeom prst="rect">
            <a:avLst/>
          </a:prstGeom>
          <a:noFill/>
          <a:ln>
            <a:noFill/>
          </a:ln>
        </p:spPr>
        <p:txBody>
          <a:bodyPr spcFirstLastPara="1" wrap="square" lIns="146280" tIns="146280" rIns="146280" bIns="146280" anchor="t" anchorCtr="0">
            <a:spAutoFit/>
          </a:bodyPr>
          <a:lstStyle/>
          <a:p>
            <a:pPr marL="731520" indent="-528320">
              <a:lnSpc>
                <a:spcPct val="115000"/>
              </a:lnSpc>
              <a:spcBef>
                <a:spcPts val="1920"/>
              </a:spcBef>
              <a:buClr>
                <a:schemeClr val="accent1"/>
              </a:buClr>
              <a:buSzPts val="1600"/>
              <a:buChar char="●"/>
            </a:pPr>
            <a:r>
              <a:rPr lang="en" sz="1920" dirty="0">
                <a:solidFill>
                  <a:schemeClr val="dk1"/>
                </a:solidFill>
              </a:rPr>
              <a:t>Loosely coupled components easily integrated with any technical architecture or framework</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Invocation for components, services, activities, functions</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Synchronous and Asynchronous sequences across all endpoints</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Private cloud, public cloud, and on-premise deployments</a:t>
            </a:r>
            <a:endParaRPr sz="1920" dirty="0">
              <a:solidFill>
                <a:schemeClr val="dk1"/>
              </a:solidFill>
            </a:endParaRPr>
          </a:p>
        </p:txBody>
      </p:sp>
    </p:spTree>
    <p:extLst>
      <p:ext uri="{BB962C8B-B14F-4D97-AF65-F5344CB8AC3E}">
        <p14:creationId xmlns:p14="http://schemas.microsoft.com/office/powerpoint/2010/main" val="1179743514"/>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547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amunda">
  <a:themeElements>
    <a:clrScheme name="Simple Light">
      <a:dk1>
        <a:srgbClr val="000000"/>
      </a:dk1>
      <a:lt1>
        <a:srgbClr val="FFFFFF"/>
      </a:lt1>
      <a:dk2>
        <a:srgbClr val="434343"/>
      </a:dk2>
      <a:lt2>
        <a:srgbClr val="F7F7F7"/>
      </a:lt2>
      <a:accent1>
        <a:srgbClr val="FC5D0D"/>
      </a:accent1>
      <a:accent2>
        <a:srgbClr val="26D07C"/>
      </a:accent2>
      <a:accent3>
        <a:srgbClr val="00A7B5"/>
      </a:accent3>
      <a:accent4>
        <a:srgbClr val="888B8D"/>
      </a:accent4>
      <a:accent5>
        <a:srgbClr val="BBBCBC"/>
      </a:accent5>
      <a:accent6>
        <a:srgbClr val="0072CE"/>
      </a:accent6>
      <a:hlink>
        <a:srgbClr val="0072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3058</TotalTime>
  <Words>1744</Words>
  <Application>Microsoft Office PowerPoint</Application>
  <PresentationFormat>Custom</PresentationFormat>
  <Paragraphs>274</Paragraphs>
  <Slides>18</Slides>
  <Notes>11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Arial</vt:lpstr>
      <vt:lpstr>IBM Plex Sans SemiBold</vt:lpstr>
      <vt:lpstr>DIN</vt:lpstr>
      <vt:lpstr>D-DIN Condensed</vt:lpstr>
      <vt:lpstr>IBM Plex Sans Light</vt:lpstr>
      <vt:lpstr>IBM Plex Sans Medium</vt:lpstr>
      <vt:lpstr>Calibri</vt:lpstr>
      <vt:lpstr>Wingdings</vt:lpstr>
      <vt:lpstr>IBM Plex Mono SemiBold</vt:lpstr>
      <vt:lpstr>IBM Plex Sans</vt:lpstr>
      <vt:lpstr>Office Theme</vt:lpstr>
      <vt:lpstr>Camunda</vt:lpstr>
      <vt:lpstr>PowerPoint Presentation</vt:lpstr>
      <vt:lpstr>PowerPoint Presentation</vt:lpstr>
      <vt:lpstr>PowerPoint Presentation</vt:lpstr>
      <vt:lpstr>Camunda Solution</vt:lpstr>
      <vt:lpstr>PowerPoint Presentation</vt:lpstr>
      <vt:lpstr>PowerPoint Presentation</vt:lpstr>
      <vt:lpstr>PowerPoint Presentation</vt:lpstr>
      <vt:lpstr>Case Study – Asset Management Report</vt:lpstr>
      <vt:lpstr>PowerPoint Presentation</vt:lpstr>
      <vt:lpstr>PowerPoint Presentation</vt:lpstr>
      <vt:lpstr>PowerPoint Presentation</vt:lpstr>
      <vt:lpstr>PowerPoint Presentation</vt:lpstr>
      <vt:lpstr>PowerPoint Presentation</vt:lpstr>
      <vt:lpstr>Camunda Advantage</vt:lpstr>
      <vt:lpstr>PowerPoint Presentation</vt:lpstr>
      <vt:lpstr>PowerPoint Presentation</vt:lpstr>
      <vt:lpstr>Simplified</vt:lpstr>
      <vt:lpstr>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SURGE_V7A.cdr</dc:title>
  <dc:creator>Pradeep</dc:creator>
  <cp:lastModifiedBy>murali babu</cp:lastModifiedBy>
  <cp:revision>131</cp:revision>
  <dcterms:created xsi:type="dcterms:W3CDTF">2022-02-19T13:03:16Z</dcterms:created>
  <dcterms:modified xsi:type="dcterms:W3CDTF">2023-05-09T06:28:44Z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2022-02-19T00:00:00Z</vt:filetime>
  </property>
  <property fmtid="{D5CDD505-2E9C-101B-9397-08002B2CF9AE}" pid="3" name="Creator">
    <vt:lpwstr>CorelDRAW 2017</vt:lpwstr>
  </property>
  <property fmtid="{D5CDD505-2E9C-101B-9397-08002B2CF9AE}" pid="4" name="LastSaved">
    <vt:filetime>2022-02-19T00:00:00Z</vt:filetime>
  </property>
</Properties>
</file>