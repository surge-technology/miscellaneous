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rali babu" initials="mb" lastIdx="1" clrIdx="0">
    <p:extLst>
      <p:ext uri="{19B8F6BF-5375-455C-9EA6-DF929625EA0E}">
        <p15:presenceInfo xmlns:p15="http://schemas.microsoft.com/office/powerpoint/2012/main" userId="38691cdd56ea80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E4F4"/>
    <a:srgbClr val="17F1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28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81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97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3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13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13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24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39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28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2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402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5949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076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989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70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7766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67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41F1EF-9FC9-4791-A066-2394995ED0F6}" type="datetimeFigureOut">
              <a:rPr lang="en-IN" smtClean="0"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F0A4D-EF5E-47D4-85C0-2245CC37E1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966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274" y="207880"/>
            <a:ext cx="11709771" cy="628342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 rot="16200000">
            <a:off x="563208" y="3446123"/>
            <a:ext cx="2508531" cy="6959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WORKFLOW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 rot="5400000">
            <a:off x="2359640" y="3405171"/>
            <a:ext cx="1691235" cy="797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 smtClean="0"/>
              <a:t>DOWNLOAD METADATA CONNECTOR</a:t>
            </a:r>
            <a:endParaRPr lang="en-IN" sz="1050" b="1" dirty="0"/>
          </a:p>
        </p:txBody>
      </p:sp>
      <p:sp>
        <p:nvSpPr>
          <p:cNvPr id="7" name="Rectangle 6"/>
          <p:cNvSpPr/>
          <p:nvPr/>
        </p:nvSpPr>
        <p:spPr>
          <a:xfrm>
            <a:off x="5113999" y="1526731"/>
            <a:ext cx="2451886" cy="720191"/>
          </a:xfrm>
          <a:prstGeom prst="rect">
            <a:avLst/>
          </a:prstGeom>
          <a:solidFill>
            <a:srgbClr val="17F1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DMN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Elbow Connector 10"/>
          <p:cNvCxnSpPr/>
          <p:nvPr/>
        </p:nvCxnSpPr>
        <p:spPr>
          <a:xfrm rot="5400000" flipH="1" flipV="1">
            <a:off x="3651427" y="1485890"/>
            <a:ext cx="1035653" cy="1889490"/>
          </a:xfrm>
          <a:prstGeom prst="bentConnector2">
            <a:avLst/>
          </a:prstGeom>
          <a:ln w="412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26669" y="1407160"/>
            <a:ext cx="2252315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600" dirty="0" smtClean="0"/>
              <a:t>Input: </a:t>
            </a:r>
            <a:r>
              <a:rPr lang="en-IN" sz="1600" dirty="0" err="1" smtClean="0"/>
              <a:t>reportType</a:t>
            </a:r>
            <a:endParaRPr lang="en-IN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679562" y="2430636"/>
            <a:ext cx="2454441" cy="76944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 smtClean="0"/>
              <a:t>Output: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 err="1"/>
              <a:t>A</a:t>
            </a:r>
            <a:r>
              <a:rPr lang="en-IN" sz="1100" dirty="0" err="1" smtClean="0"/>
              <a:t>pi</a:t>
            </a:r>
            <a:r>
              <a:rPr lang="en-IN" sz="1100" dirty="0" smtClean="0"/>
              <a:t> </a:t>
            </a:r>
            <a:r>
              <a:rPr lang="en-IN" sz="1100" dirty="0" err="1" smtClean="0"/>
              <a:t>url</a:t>
            </a:r>
            <a:endParaRPr lang="en-IN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 smtClean="0"/>
              <a:t>Request attributes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 smtClean="0"/>
              <a:t>Filter attributes</a:t>
            </a:r>
            <a:endParaRPr lang="en-IN" sz="1100" dirty="0"/>
          </a:p>
        </p:txBody>
      </p:sp>
      <p:cxnSp>
        <p:nvCxnSpPr>
          <p:cNvPr id="30" name="Elbow Connector 29"/>
          <p:cNvCxnSpPr/>
          <p:nvPr/>
        </p:nvCxnSpPr>
        <p:spPr>
          <a:xfrm rot="10800000" flipV="1">
            <a:off x="3610691" y="2258370"/>
            <a:ext cx="2716899" cy="1537486"/>
          </a:xfrm>
          <a:prstGeom prst="bentConnector3">
            <a:avLst>
              <a:gd name="adj1" fmla="val -137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29676" y="5293894"/>
            <a:ext cx="2213810" cy="1049153"/>
          </a:xfrm>
          <a:prstGeom prst="rect">
            <a:avLst/>
          </a:prstGeom>
          <a:solidFill>
            <a:srgbClr val="14E4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Platform Service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4" name="Elbow Connector 33"/>
          <p:cNvCxnSpPr>
            <a:endCxn id="32" idx="1"/>
          </p:cNvCxnSpPr>
          <p:nvPr/>
        </p:nvCxnSpPr>
        <p:spPr>
          <a:xfrm>
            <a:off x="3224508" y="4658626"/>
            <a:ext cx="3205168" cy="1159845"/>
          </a:xfrm>
          <a:prstGeom prst="bentConnector3">
            <a:avLst>
              <a:gd name="adj1" fmla="val -151"/>
            </a:avLst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2184682" y="3349592"/>
            <a:ext cx="641291" cy="1925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06152" y="344858"/>
            <a:ext cx="4487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 smtClean="0">
                <a:solidFill>
                  <a:schemeClr val="bg2"/>
                </a:solidFill>
              </a:rPr>
              <a:t>DOWNLOAD METADATA CONNECTOR</a:t>
            </a:r>
            <a:endParaRPr lang="en-IN" b="1" u="sng" dirty="0">
              <a:solidFill>
                <a:schemeClr val="bg2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881903" y="866507"/>
            <a:ext cx="4034173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200" b="1" u="sng" dirty="0" smtClean="0">
                <a:solidFill>
                  <a:schemeClr val="bg2"/>
                </a:solidFill>
              </a:rPr>
              <a:t>Business Logic: </a:t>
            </a:r>
          </a:p>
          <a:p>
            <a:r>
              <a:rPr lang="en-IN" sz="1200" dirty="0" smtClean="0">
                <a:solidFill>
                  <a:schemeClr val="bg2"/>
                </a:solidFill>
              </a:rPr>
              <a:t>By passing report type as input, the connector will get the metadata from platform service and make available in the engine process variable</a:t>
            </a:r>
            <a:endParaRPr lang="en-IN" sz="1200" dirty="0">
              <a:solidFill>
                <a:schemeClr val="bg2"/>
              </a:solidFill>
            </a:endParaRPr>
          </a:p>
        </p:txBody>
      </p:sp>
      <p:graphicFrame>
        <p:nvGraphicFramePr>
          <p:cNvPr id="45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749350"/>
              </p:ext>
            </p:extLst>
          </p:nvPr>
        </p:nvGraphicFramePr>
        <p:xfrm>
          <a:off x="6554367" y="3433404"/>
          <a:ext cx="5361709" cy="16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3" imgW="6381661" imgH="1669958" progId="Excel.Sheet.12">
                  <p:embed/>
                </p:oleObj>
              </mc:Choice>
              <mc:Fallback>
                <p:oleObj name="Worksheet" r:id="rId3" imgW="6381661" imgH="16699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4367" y="3433404"/>
                        <a:ext cx="5361709" cy="162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>
            <a:off x="2165432" y="4215950"/>
            <a:ext cx="660541" cy="1618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9005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206</TotalTime>
  <Words>48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Naveenraj Manavalan</dc:creator>
  <cp:lastModifiedBy>murali babu</cp:lastModifiedBy>
  <cp:revision>20</cp:revision>
  <dcterms:created xsi:type="dcterms:W3CDTF">2022-04-11T10:31:16Z</dcterms:created>
  <dcterms:modified xsi:type="dcterms:W3CDTF">2023-02-19T18:28:38Z</dcterms:modified>
</cp:coreProperties>
</file>