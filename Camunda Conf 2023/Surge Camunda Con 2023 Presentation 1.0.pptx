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4"/>
    <p:sldMasterId id="2147483662" r:id="rId5"/>
  </p:sldMasterIdLst>
  <p:notesMasterIdLst>
    <p:notesMasterId r:id="rId21"/>
  </p:notesMasterIdLst>
  <p:handoutMasterIdLst>
    <p:handoutMasterId r:id="rId22"/>
  </p:handoutMasterIdLst>
  <p:sldIdLst>
    <p:sldId id="270" r:id="rId6"/>
    <p:sldId id="280" r:id="rId7"/>
    <p:sldId id="281" r:id="rId8"/>
    <p:sldId id="284" r:id="rId9"/>
    <p:sldId id="282" r:id="rId10"/>
    <p:sldId id="283" r:id="rId11"/>
    <p:sldId id="285" r:id="rId12"/>
    <p:sldId id="286" r:id="rId13"/>
    <p:sldId id="287" r:id="rId14"/>
    <p:sldId id="288" r:id="rId15"/>
    <p:sldId id="290" r:id="rId16"/>
    <p:sldId id="291" r:id="rId17"/>
    <p:sldId id="289" r:id="rId18"/>
    <p:sldId id="292" r:id="rId19"/>
    <p:sldId id="275" r:id="rId20"/>
  </p:sldIdLst>
  <p:sldSz cx="12192000" cy="6858000"/>
  <p:notesSz cx="6858000" cy="9144000"/>
  <p:embeddedFontLst>
    <p:embeddedFont>
      <p:font typeface="Calibri" panose="020F0502020204030204" pitchFamily="34" charset="0"/>
      <p:regular r:id="rId23"/>
      <p:bold r:id="rId24"/>
      <p:italic r:id="rId25"/>
      <p:boldItalic r:id="rId26"/>
    </p:embeddedFont>
    <p:embeddedFont>
      <p:font typeface="Verdana" panose="020B0604030504040204" pitchFamily="34" charset="0"/>
      <p:regular r:id="rId27"/>
      <p:bold r:id="rId28"/>
      <p:italic r:id="rId29"/>
      <p:boldItalic r:id="rId30"/>
    </p:embeddedFont>
    <p:embeddedFont>
      <p:font typeface="IBM Plex Sans" panose="020B0604020202020204" charset="0"/>
      <p:regular r:id="rId31"/>
      <p:bold r:id="rId32"/>
      <p:italic r:id="rId33"/>
      <p:boldItalic r:id="rId34"/>
    </p:embeddedFont>
    <p:embeddedFont>
      <p:font typeface="Trebuchet MS" panose="020B0603020202020204" pitchFamily="34" charset="0"/>
      <p:regular r:id="rId35"/>
      <p:bold r:id="rId36"/>
      <p:italic r:id="rId37"/>
      <p:boldItalic r:id="rId38"/>
    </p:embeddedFont>
    <p:embeddedFont>
      <p:font typeface="Arial Black" panose="020B0A04020102020204" pitchFamily="34" charset="0"/>
      <p:bold r:id="rId39"/>
    </p:embeddedFont>
    <p:embeddedFont>
      <p:font typeface="Averta" panose="020B0604020202020204" charset="0"/>
      <p:regular r:id="rId40"/>
      <p:italic r:id="rId41"/>
    </p:embeddedFont>
    <p:embeddedFont>
      <p:font typeface="Averta Extrabold" panose="00000900000000000000" charset="0"/>
      <p:bold r:id="rId42"/>
      <p:boldItalic r:id="rId4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999"/>
    <a:srgbClr val="FF6699"/>
    <a:srgbClr val="66FFFF"/>
    <a:srgbClr val="FA9938"/>
    <a:srgbClr val="3DF599"/>
    <a:srgbClr val="000099"/>
    <a:srgbClr val="045AA5"/>
    <a:srgbClr val="FF6600"/>
    <a:srgbClr val="043D6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121A45E-CA1F-4E24-A3ED-7713A77CFF46}" v="4" dt="2022-08-22T12:34:52.11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vertBarState="minimized" horzBarState="maximized">
    <p:restoredLeft sz="0" autoAdjust="0"/>
    <p:restoredTop sz="93883" autoAdjust="0"/>
  </p:normalViewPr>
  <p:slideViewPr>
    <p:cSldViewPr snapToGrid="0">
      <p:cViewPr varScale="1">
        <p:scale>
          <a:sx n="68" d="100"/>
          <a:sy n="68" d="100"/>
        </p:scale>
        <p:origin x="996" y="32"/>
      </p:cViewPr>
      <p:guideLst/>
    </p:cSldViewPr>
  </p:slideViewPr>
  <p:notesTextViewPr>
    <p:cViewPr>
      <p:scale>
        <a:sx n="1" d="1"/>
        <a:sy n="1" d="1"/>
      </p:scale>
      <p:origin x="0" y="0"/>
    </p:cViewPr>
  </p:notesTextViewPr>
  <p:notesViewPr>
    <p:cSldViewPr snapToGrid="0" showGuides="1">
      <p:cViewPr varScale="1">
        <p:scale>
          <a:sx n="44" d="100"/>
          <a:sy n="44" d="100"/>
        </p:scale>
        <p:origin x="2844" y="5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font" Target="fonts/font4.fntdata"/><Relationship Id="rId39" Type="http://schemas.openxmlformats.org/officeDocument/2006/relationships/font" Target="fonts/font17.fntdata"/><Relationship Id="rId21" Type="http://schemas.openxmlformats.org/officeDocument/2006/relationships/notesMaster" Target="notesMasters/notesMaster1.xml"/><Relationship Id="rId34" Type="http://schemas.openxmlformats.org/officeDocument/2006/relationships/font" Target="fonts/font12.fntdata"/><Relationship Id="rId42" Type="http://schemas.openxmlformats.org/officeDocument/2006/relationships/font" Target="fonts/font20.fntdata"/><Relationship Id="rId47" Type="http://schemas.openxmlformats.org/officeDocument/2006/relationships/tableStyles" Target="tableStyles.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font" Target="fonts/font7.fntdata"/><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font" Target="fonts/font2.fntdata"/><Relationship Id="rId32" Type="http://schemas.openxmlformats.org/officeDocument/2006/relationships/font" Target="fonts/font10.fntdata"/><Relationship Id="rId37" Type="http://schemas.openxmlformats.org/officeDocument/2006/relationships/font" Target="fonts/font15.fntdata"/><Relationship Id="rId40" Type="http://schemas.openxmlformats.org/officeDocument/2006/relationships/font" Target="fonts/font18.fntdata"/><Relationship Id="rId45"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font" Target="fonts/font1.fntdata"/><Relationship Id="rId28" Type="http://schemas.openxmlformats.org/officeDocument/2006/relationships/font" Target="fonts/font6.fntdata"/><Relationship Id="rId36" Type="http://schemas.openxmlformats.org/officeDocument/2006/relationships/font" Target="fonts/font14.fntdata"/><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font" Target="fonts/font9.fntdata"/><Relationship Id="rId44"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handoutMaster" Target="handoutMasters/handoutMaster1.xml"/><Relationship Id="rId27" Type="http://schemas.openxmlformats.org/officeDocument/2006/relationships/font" Target="fonts/font5.fntdata"/><Relationship Id="rId30" Type="http://schemas.openxmlformats.org/officeDocument/2006/relationships/font" Target="fonts/font8.fntdata"/><Relationship Id="rId35" Type="http://schemas.openxmlformats.org/officeDocument/2006/relationships/font" Target="fonts/font13.fntdata"/><Relationship Id="rId43" Type="http://schemas.openxmlformats.org/officeDocument/2006/relationships/font" Target="fonts/font21.fntdata"/><Relationship Id="rId48" Type="http://schemas.microsoft.com/office/2015/10/relationships/revisionInfo" Target="revisionInfo.xml"/><Relationship Id="rId8" Type="http://schemas.openxmlformats.org/officeDocument/2006/relationships/slide" Target="slides/slide3.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font" Target="fonts/font3.fntdata"/><Relationship Id="rId33" Type="http://schemas.openxmlformats.org/officeDocument/2006/relationships/font" Target="fonts/font11.fntdata"/><Relationship Id="rId38" Type="http://schemas.openxmlformats.org/officeDocument/2006/relationships/font" Target="fonts/font16.fntdata"/><Relationship Id="rId46" Type="http://schemas.openxmlformats.org/officeDocument/2006/relationships/theme" Target="theme/theme1.xml"/><Relationship Id="rId20" Type="http://schemas.openxmlformats.org/officeDocument/2006/relationships/slide" Target="slides/slide15.xml"/><Relationship Id="rId41" Type="http://schemas.openxmlformats.org/officeDocument/2006/relationships/font" Target="fonts/font19.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2718D91-55E0-0270-DF96-D6016B47CB1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26661CBB-C85A-7591-D554-D4E4FF04D44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B0DC688-F00C-4568-9300-84D426A93695}" type="datetimeFigureOut">
              <a:rPr lang="en-US" smtClean="0"/>
              <a:t>5/13/2023</a:t>
            </a:fld>
            <a:endParaRPr lang="en-US"/>
          </a:p>
        </p:txBody>
      </p:sp>
      <p:sp>
        <p:nvSpPr>
          <p:cNvPr id="4" name="Footer Placeholder 3">
            <a:extLst>
              <a:ext uri="{FF2B5EF4-FFF2-40B4-BE49-F238E27FC236}">
                <a16:creationId xmlns:a16="http://schemas.microsoft.com/office/drawing/2014/main" id="{107F17BB-CAB0-2589-2848-7B9B26202E1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3487DDB6-0E0A-634B-6D1E-F10335CC063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DC285AE-6F96-4881-A3A9-74C7FEB7B0E5}" type="slidenum">
              <a:rPr lang="en-US" smtClean="0"/>
              <a:t>‹#›</a:t>
            </a:fld>
            <a:endParaRPr lang="en-US"/>
          </a:p>
        </p:txBody>
      </p:sp>
    </p:spTree>
    <p:extLst>
      <p:ext uri="{BB962C8B-B14F-4D97-AF65-F5344CB8AC3E}">
        <p14:creationId xmlns:p14="http://schemas.microsoft.com/office/powerpoint/2010/main" val="3153834643"/>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BBC8385-70D7-4640-BB8C-CFE760FB66FE}" type="datetimeFigureOut">
              <a:rPr lang="en-IN" smtClean="0"/>
              <a:t>13-05-2023</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B54FFED-C58A-42F1-943F-BE2A4E9E4F08}" type="slidenum">
              <a:rPr lang="en-IN" smtClean="0"/>
              <a:t>‹#›</a:t>
            </a:fld>
            <a:endParaRPr lang="en-IN"/>
          </a:p>
        </p:txBody>
      </p:sp>
    </p:spTree>
    <p:extLst>
      <p:ext uri="{BB962C8B-B14F-4D97-AF65-F5344CB8AC3E}">
        <p14:creationId xmlns:p14="http://schemas.microsoft.com/office/powerpoint/2010/main" val="2044127736"/>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smtClean="0"/>
              <a:t>Process Orchestration </a:t>
            </a:r>
            <a:endParaRPr lang="en-IN" dirty="0"/>
          </a:p>
        </p:txBody>
      </p:sp>
    </p:spTree>
    <p:extLst>
      <p:ext uri="{BB962C8B-B14F-4D97-AF65-F5344CB8AC3E}">
        <p14:creationId xmlns:p14="http://schemas.microsoft.com/office/powerpoint/2010/main" val="3974361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79349506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ctr"/>
          <a:lstStyle>
            <a:lvl1pPr algn="ctr">
              <a:defRPr sz="5400">
                <a:solidFill>
                  <a:schemeClr val="bg1"/>
                </a:solidFill>
              </a:defRPr>
            </a:lvl1pPr>
          </a:lstStyle>
          <a:p>
            <a:r>
              <a:rPr lang="en-US" dirty="0"/>
              <a:t>Click to edit Master title style</a:t>
            </a:r>
            <a:endParaRPr lang="en-IN" dirty="0"/>
          </a:p>
        </p:txBody>
      </p:sp>
      <p:sp>
        <p:nvSpPr>
          <p:cNvPr id="3" name="Subtitle 2"/>
          <p:cNvSpPr>
            <a:spLocks noGrp="1"/>
          </p:cNvSpPr>
          <p:nvPr>
            <p:ph type="subTitle" idx="1"/>
          </p:nvPr>
        </p:nvSpPr>
        <p:spPr>
          <a:xfrm>
            <a:off x="1524000" y="3602038"/>
            <a:ext cx="9144000" cy="1655762"/>
          </a:xfrm>
          <a:prstGeom prst="rect">
            <a:avLst/>
          </a:prstGeom>
        </p:spPr>
        <p:txBody>
          <a:bodyPr anchor="ctr"/>
          <a:lstStyle>
            <a:lvl1pPr marL="0" indent="0" algn="ctr">
              <a:buNone/>
              <a:defRPr sz="4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IN" dirty="0"/>
          </a:p>
        </p:txBody>
      </p:sp>
      <p:sp>
        <p:nvSpPr>
          <p:cNvPr id="6" name="Slide Number Placeholder 5"/>
          <p:cNvSpPr>
            <a:spLocks noGrp="1"/>
          </p:cNvSpPr>
          <p:nvPr>
            <p:ph type="sldNum" sz="quarter" idx="12"/>
          </p:nvPr>
        </p:nvSpPr>
        <p:spPr>
          <a:xfrm>
            <a:off x="10948306" y="6356350"/>
            <a:ext cx="405493" cy="365125"/>
          </a:xfrm>
          <a:prstGeom prst="rect">
            <a:avLst/>
          </a:prstGeom>
        </p:spPr>
        <p:txBody>
          <a:bodyPr/>
          <a:lstStyle>
            <a:lvl1pPr>
              <a:defRPr b="1">
                <a:solidFill>
                  <a:schemeClr val="bg1"/>
                </a:solidFill>
                <a:latin typeface="+mn-lt"/>
              </a:defRPr>
            </a:lvl1pPr>
          </a:lstStyle>
          <a:p>
            <a:fld id="{B1C1E5EA-C58D-4888-B408-FAEA08CC9828}" type="slidenum">
              <a:rPr lang="en-IN" smtClean="0"/>
              <a:pPr/>
              <a:t>‹#›</a:t>
            </a:fld>
            <a:endParaRPr lang="en-IN" dirty="0"/>
          </a:p>
        </p:txBody>
      </p:sp>
      <p:pic>
        <p:nvPicPr>
          <p:cNvPr id="5" name="Picture 4" descr="A picture containing text&#10;&#10;Description automatically generated">
            <a:extLst>
              <a:ext uri="{FF2B5EF4-FFF2-40B4-BE49-F238E27FC236}">
                <a16:creationId xmlns:a16="http://schemas.microsoft.com/office/drawing/2014/main" id="{123DC6B2-A59D-71F7-0E3C-6DE26E01D36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428"/>
            <a:ext cx="12192000" cy="6855144"/>
          </a:xfrm>
          <a:prstGeom prst="rect">
            <a:avLst/>
          </a:prstGeom>
        </p:spPr>
      </p:pic>
    </p:spTree>
    <p:extLst>
      <p:ext uri="{BB962C8B-B14F-4D97-AF65-F5344CB8AC3E}">
        <p14:creationId xmlns:p14="http://schemas.microsoft.com/office/powerpoint/2010/main" val="18862506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2610304"/>
            <a:ext cx="10515600" cy="1325563"/>
          </a:xfrm>
          <a:prstGeom prst="rect">
            <a:avLst/>
          </a:prstGeom>
        </p:spPr>
        <p:txBody>
          <a:bodyPr/>
          <a:lstStyle>
            <a:lvl1pPr>
              <a:defRPr>
                <a:latin typeface="Arial Black" panose="020B0A04020102020204" pitchFamily="34" charset="0"/>
              </a:defRPr>
            </a:lvl1pPr>
          </a:lstStyle>
          <a:p>
            <a:r>
              <a:rPr lang="en-US" dirty="0"/>
              <a:t>Click to edit Master title style</a:t>
            </a:r>
            <a:endParaRPr lang="en-IN" dirty="0"/>
          </a:p>
        </p:txBody>
      </p:sp>
      <p:sp>
        <p:nvSpPr>
          <p:cNvPr id="4" name="Slide Number Placeholder 5">
            <a:extLst>
              <a:ext uri="{FF2B5EF4-FFF2-40B4-BE49-F238E27FC236}">
                <a16:creationId xmlns:a16="http://schemas.microsoft.com/office/drawing/2014/main" id="{9B6BA805-500C-4AAF-0964-59DF773B15C2}"/>
              </a:ext>
            </a:extLst>
          </p:cNvPr>
          <p:cNvSpPr txBox="1">
            <a:spLocks/>
          </p:cNvSpPr>
          <p:nvPr userDrawn="1"/>
        </p:nvSpPr>
        <p:spPr>
          <a:xfrm>
            <a:off x="11502639" y="6535605"/>
            <a:ext cx="401653" cy="249757"/>
          </a:xfrm>
          <a:prstGeom prst="rect">
            <a:avLst/>
          </a:prstGeom>
          <a:solidFill>
            <a:schemeClr val="bg1"/>
          </a:solidFill>
        </p:spPr>
        <p:txBody>
          <a:bodyPr vert="horz" lIns="91440" tIns="45720" rIns="91440" bIns="45720" rtlCol="0" anchor="ctr"/>
          <a:lstStyle>
            <a:defPPr>
              <a:defRPr lang="en-US"/>
            </a:defPPr>
            <a:lvl1pPr marL="0" algn="r" defTabSz="914400" rtl="0" eaLnBrk="1" latinLnBrk="0" hangingPunct="1">
              <a:defRPr sz="1200" kern="1200">
                <a:solidFill>
                  <a:srgbClr val="00206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B1C1E5EA-C58D-4888-B408-FAEA08CC9828}" type="slidenum">
              <a:rPr lang="en-IN" b="1" smtClean="0">
                <a:latin typeface="Arial" panose="020B0604020202020204" pitchFamily="34" charset="0"/>
                <a:cs typeface="Arial" panose="020B0604020202020204" pitchFamily="34" charset="0"/>
              </a:rPr>
              <a:pPr algn="ctr"/>
              <a:t>‹#›</a:t>
            </a:fld>
            <a:endParaRPr lang="en-IN"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737494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pic>
        <p:nvPicPr>
          <p:cNvPr id="3" name="Picture 2" descr="Application&#10;&#10;Description automatically generated with low confidence">
            <a:extLst>
              <a:ext uri="{FF2B5EF4-FFF2-40B4-BE49-F238E27FC236}">
                <a16:creationId xmlns:a16="http://schemas.microsoft.com/office/drawing/2014/main" id="{B403CB97-E3C8-ED62-F566-D09207324DD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Slide Number Placeholder 5">
            <a:extLst>
              <a:ext uri="{FF2B5EF4-FFF2-40B4-BE49-F238E27FC236}">
                <a16:creationId xmlns:a16="http://schemas.microsoft.com/office/drawing/2014/main" id="{213F61FD-4460-DC7D-10FF-4677E3D0E6E0}"/>
              </a:ext>
            </a:extLst>
          </p:cNvPr>
          <p:cNvSpPr txBox="1">
            <a:spLocks/>
          </p:cNvSpPr>
          <p:nvPr userDrawn="1"/>
        </p:nvSpPr>
        <p:spPr>
          <a:xfrm>
            <a:off x="11502639" y="6535605"/>
            <a:ext cx="401653" cy="249757"/>
          </a:xfrm>
          <a:prstGeom prst="rect">
            <a:avLst/>
          </a:prstGeom>
          <a:solidFill>
            <a:schemeClr val="bg1"/>
          </a:solidFill>
        </p:spPr>
        <p:txBody>
          <a:bodyPr vert="horz" lIns="91440" tIns="45720" rIns="91440" bIns="45720" rtlCol="0" anchor="ctr"/>
          <a:lstStyle>
            <a:defPPr>
              <a:defRPr lang="en-US"/>
            </a:defPPr>
            <a:lvl1pPr marL="0" algn="r" defTabSz="914400" rtl="0" eaLnBrk="1" latinLnBrk="0" hangingPunct="1">
              <a:defRPr sz="1200" kern="1200">
                <a:solidFill>
                  <a:srgbClr val="00206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B1C1E5EA-C58D-4888-B408-FAEA08CC9828}" type="slidenum">
              <a:rPr lang="en-IN" b="1" smtClean="0">
                <a:latin typeface="Arial" panose="020B0604020202020204" pitchFamily="34" charset="0"/>
                <a:cs typeface="Arial" panose="020B0604020202020204" pitchFamily="34" charset="0"/>
              </a:rPr>
              <a:pPr algn="ctr"/>
              <a:t>‹#›</a:t>
            </a:fld>
            <a:endParaRPr lang="en-IN" b="1" dirty="0">
              <a:latin typeface="Arial" panose="020B0604020202020204" pitchFamily="34" charset="0"/>
              <a:cs typeface="Arial" panose="020B0604020202020204" pitchFamily="34" charset="0"/>
            </a:endParaRPr>
          </a:p>
        </p:txBody>
      </p:sp>
      <p:sp>
        <p:nvSpPr>
          <p:cNvPr id="5" name="Title 4">
            <a:extLst>
              <a:ext uri="{FF2B5EF4-FFF2-40B4-BE49-F238E27FC236}">
                <a16:creationId xmlns:a16="http://schemas.microsoft.com/office/drawing/2014/main" id="{E06500D7-464E-CA69-9EAF-28A9483BD275}"/>
              </a:ext>
            </a:extLst>
          </p:cNvPr>
          <p:cNvSpPr>
            <a:spLocks noGrp="1"/>
          </p:cNvSpPr>
          <p:nvPr>
            <p:ph type="title"/>
          </p:nvPr>
        </p:nvSpPr>
        <p:spPr>
          <a:xfrm>
            <a:off x="838200" y="563905"/>
            <a:ext cx="10515600" cy="432000"/>
          </a:xfrm>
          <a:prstGeom prst="rect">
            <a:avLst/>
          </a:prstGeom>
        </p:spPr>
        <p:txBody>
          <a:bodyPr/>
          <a:lstStyle>
            <a:lvl1pPr>
              <a:defRPr lang="en-US" sz="2800" b="1" kern="1200" smtClean="0">
                <a:solidFill>
                  <a:srgbClr val="043D6D"/>
                </a:solidFill>
                <a:latin typeface="Arial Black" panose="020B0A04020102020204" pitchFamily="34" charset="0"/>
                <a:ea typeface="+mn-ea"/>
                <a:cs typeface="+mn-cs"/>
              </a:defRPr>
            </a:lvl1pPr>
          </a:lstStyle>
          <a:p>
            <a:r>
              <a:rPr lang="en-US" dirty="0"/>
              <a:t>Click to edit Master title style</a:t>
            </a:r>
            <a:endParaRPr lang="en-IN" dirty="0"/>
          </a:p>
        </p:txBody>
      </p:sp>
      <p:sp>
        <p:nvSpPr>
          <p:cNvPr id="9" name="Content Placeholder 8">
            <a:extLst>
              <a:ext uri="{FF2B5EF4-FFF2-40B4-BE49-F238E27FC236}">
                <a16:creationId xmlns:a16="http://schemas.microsoft.com/office/drawing/2014/main" id="{3C5F3C77-89EE-30EF-1334-CC8CEF80B83C}"/>
              </a:ext>
            </a:extLst>
          </p:cNvPr>
          <p:cNvSpPr>
            <a:spLocks noGrp="1"/>
          </p:cNvSpPr>
          <p:nvPr>
            <p:ph sz="quarter" idx="10"/>
          </p:nvPr>
        </p:nvSpPr>
        <p:spPr>
          <a:xfrm>
            <a:off x="838200" y="1331913"/>
            <a:ext cx="10515600" cy="4403725"/>
          </a:xfrm>
          <a:prstGeom prst="rect">
            <a:avLst/>
          </a:prstGeo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21991337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10" name="Picture Placeholder 2">
            <a:extLst>
              <a:ext uri="{FF2B5EF4-FFF2-40B4-BE49-F238E27FC236}">
                <a16:creationId xmlns:a16="http://schemas.microsoft.com/office/drawing/2014/main" id="{39185C8E-6291-B1AE-E7CA-40F64DBFFB9E}"/>
              </a:ext>
            </a:extLst>
          </p:cNvPr>
          <p:cNvSpPr>
            <a:spLocks noGrp="1"/>
          </p:cNvSpPr>
          <p:nvPr>
            <p:ph type="pic" idx="1"/>
          </p:nvPr>
        </p:nvSpPr>
        <p:spPr>
          <a:xfrm>
            <a:off x="4808615" y="1218779"/>
            <a:ext cx="6172200" cy="4873625"/>
          </a:xfrm>
          <a:prstGeom prst="rect">
            <a:avLst/>
          </a:prstGeom>
        </p:spPr>
      </p:sp>
      <p:sp>
        <p:nvSpPr>
          <p:cNvPr id="13" name="Slide Number Placeholder 5">
            <a:extLst>
              <a:ext uri="{FF2B5EF4-FFF2-40B4-BE49-F238E27FC236}">
                <a16:creationId xmlns:a16="http://schemas.microsoft.com/office/drawing/2014/main" id="{0EE57B5C-7A23-F03E-185E-839E1D34AEC2}"/>
              </a:ext>
            </a:extLst>
          </p:cNvPr>
          <p:cNvSpPr txBox="1">
            <a:spLocks/>
          </p:cNvSpPr>
          <p:nvPr userDrawn="1"/>
        </p:nvSpPr>
        <p:spPr>
          <a:xfrm>
            <a:off x="11502639" y="6535605"/>
            <a:ext cx="401653" cy="249757"/>
          </a:xfrm>
          <a:prstGeom prst="rect">
            <a:avLst/>
          </a:prstGeom>
          <a:solidFill>
            <a:schemeClr val="bg1"/>
          </a:solidFill>
        </p:spPr>
        <p:txBody>
          <a:bodyPr vert="horz" lIns="91440" tIns="45720" rIns="91440" bIns="45720" rtlCol="0" anchor="ctr"/>
          <a:lstStyle>
            <a:defPPr>
              <a:defRPr lang="en-US"/>
            </a:defPPr>
            <a:lvl1pPr marL="0" algn="r" defTabSz="914400" rtl="0" eaLnBrk="1" latinLnBrk="0" hangingPunct="1">
              <a:defRPr sz="1200" kern="1200">
                <a:solidFill>
                  <a:srgbClr val="00206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B1C1E5EA-C58D-4888-B408-FAEA08CC9828}" type="slidenum">
              <a:rPr lang="en-IN" b="1" smtClean="0">
                <a:latin typeface="Arial" panose="020B0604020202020204" pitchFamily="34" charset="0"/>
                <a:cs typeface="Arial" panose="020B0604020202020204" pitchFamily="34" charset="0"/>
              </a:rPr>
              <a:pPr algn="ctr"/>
              <a:t>‹#›</a:t>
            </a:fld>
            <a:endParaRPr lang="en-IN"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380409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Picture with Caption">
    <p:spTree>
      <p:nvGrpSpPr>
        <p:cNvPr id="1" name=""/>
        <p:cNvGrpSpPr/>
        <p:nvPr/>
      </p:nvGrpSpPr>
      <p:grpSpPr>
        <a:xfrm>
          <a:off x="0" y="0"/>
          <a:ext cx="0" cy="0"/>
          <a:chOff x="0" y="0"/>
          <a:chExt cx="0" cy="0"/>
        </a:xfrm>
      </p:grpSpPr>
      <p:pic>
        <p:nvPicPr>
          <p:cNvPr id="6" name="Picture 5" descr="Background pattern&#10;&#10;Description automatically generated">
            <a:extLst>
              <a:ext uri="{FF2B5EF4-FFF2-40B4-BE49-F238E27FC236}">
                <a16:creationId xmlns:a16="http://schemas.microsoft.com/office/drawing/2014/main" id="{548318BA-7150-9DF5-9431-8080CA6958B6}"/>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8" name="Slide Number Placeholder 5">
            <a:extLst>
              <a:ext uri="{FF2B5EF4-FFF2-40B4-BE49-F238E27FC236}">
                <a16:creationId xmlns:a16="http://schemas.microsoft.com/office/drawing/2014/main" id="{620568A7-3416-580A-59C9-78B31D3CE502}"/>
              </a:ext>
            </a:extLst>
          </p:cNvPr>
          <p:cNvSpPr txBox="1">
            <a:spLocks/>
          </p:cNvSpPr>
          <p:nvPr userDrawn="1"/>
        </p:nvSpPr>
        <p:spPr>
          <a:xfrm>
            <a:off x="11502639" y="6535605"/>
            <a:ext cx="401653" cy="249757"/>
          </a:xfrm>
          <a:prstGeom prst="rect">
            <a:avLst/>
          </a:prstGeom>
          <a:solidFill>
            <a:schemeClr val="bg1"/>
          </a:solidFill>
        </p:spPr>
        <p:txBody>
          <a:bodyPr vert="horz" lIns="91440" tIns="45720" rIns="91440" bIns="45720" rtlCol="0" anchor="ctr"/>
          <a:lstStyle>
            <a:defPPr>
              <a:defRPr lang="en-US"/>
            </a:defPPr>
            <a:lvl1pPr marL="0" algn="r" defTabSz="914400" rtl="0" eaLnBrk="1" latinLnBrk="0" hangingPunct="1">
              <a:defRPr sz="1200" kern="1200">
                <a:solidFill>
                  <a:srgbClr val="00206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B1C1E5EA-C58D-4888-B408-FAEA08CC9828}" type="slidenum">
              <a:rPr lang="en-IN" b="1" smtClean="0">
                <a:latin typeface="Arial" panose="020B0604020202020204" pitchFamily="34" charset="0"/>
                <a:cs typeface="Arial" panose="020B0604020202020204" pitchFamily="34" charset="0"/>
              </a:rPr>
              <a:pPr algn="ctr"/>
              <a:t>‹#›</a:t>
            </a:fld>
            <a:endParaRPr lang="en-IN" b="1" dirty="0">
              <a:latin typeface="Arial" panose="020B0604020202020204" pitchFamily="34" charset="0"/>
              <a:cs typeface="Arial" panose="020B0604020202020204" pitchFamily="34" charset="0"/>
            </a:endParaRPr>
          </a:p>
        </p:txBody>
      </p:sp>
      <p:sp>
        <p:nvSpPr>
          <p:cNvPr id="9" name="Title Placeholder 1">
            <a:extLst>
              <a:ext uri="{FF2B5EF4-FFF2-40B4-BE49-F238E27FC236}">
                <a16:creationId xmlns:a16="http://schemas.microsoft.com/office/drawing/2014/main" id="{0D44839F-067A-03C7-6274-4DFBF4127455}"/>
              </a:ext>
            </a:extLst>
          </p:cNvPr>
          <p:cNvSpPr>
            <a:spLocks noGrp="1"/>
          </p:cNvSpPr>
          <p:nvPr>
            <p:ph type="title"/>
          </p:nvPr>
        </p:nvSpPr>
        <p:spPr>
          <a:xfrm>
            <a:off x="838200" y="2610304"/>
            <a:ext cx="10515600" cy="1325563"/>
          </a:xfrm>
          <a:prstGeom prst="rect">
            <a:avLst/>
          </a:prstGeom>
        </p:spPr>
        <p:txBody>
          <a:bodyPr vert="horz" lIns="91440" tIns="45720" rIns="91440" bIns="45720" rtlCol="0" anchor="ctr">
            <a:normAutofit/>
          </a:bodyPr>
          <a:lstStyle>
            <a:lvl1pPr>
              <a:defRPr>
                <a:latin typeface="+mj-lt"/>
              </a:defRPr>
            </a:lvl1pPr>
          </a:lstStyle>
          <a:p>
            <a:r>
              <a:rPr lang="en-US" dirty="0"/>
              <a:t>SEPARATER SLIDE</a:t>
            </a:r>
            <a:endParaRPr lang="en-IN" dirty="0"/>
          </a:p>
        </p:txBody>
      </p:sp>
      <p:sp>
        <p:nvSpPr>
          <p:cNvPr id="4" name="Rectangle: Rounded Corners 3">
            <a:extLst>
              <a:ext uri="{FF2B5EF4-FFF2-40B4-BE49-F238E27FC236}">
                <a16:creationId xmlns:a16="http://schemas.microsoft.com/office/drawing/2014/main" id="{D577A2B2-824B-C7BD-E27E-99DC642606BF}"/>
              </a:ext>
            </a:extLst>
          </p:cNvPr>
          <p:cNvSpPr/>
          <p:nvPr userDrawn="1"/>
        </p:nvSpPr>
        <p:spPr>
          <a:xfrm>
            <a:off x="5400942" y="6315342"/>
            <a:ext cx="1401510" cy="410198"/>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descr="A screenshot of a video game&#10;&#10;Description automatically generated with medium confidence">
            <a:extLst>
              <a:ext uri="{FF2B5EF4-FFF2-40B4-BE49-F238E27FC236}">
                <a16:creationId xmlns:a16="http://schemas.microsoft.com/office/drawing/2014/main" id="{175CC414-B375-6D2A-8895-4099723118F5}"/>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5545505" y="6427695"/>
            <a:ext cx="1100990" cy="236952"/>
          </a:xfrm>
          <a:prstGeom prst="rect">
            <a:avLst/>
          </a:prstGeom>
        </p:spPr>
      </p:pic>
    </p:spTree>
    <p:extLst>
      <p:ext uri="{BB962C8B-B14F-4D97-AF65-F5344CB8AC3E}">
        <p14:creationId xmlns:p14="http://schemas.microsoft.com/office/powerpoint/2010/main" val="27559851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pic>
        <p:nvPicPr>
          <p:cNvPr id="6" name="Picture 5" descr="A picture containing light, scene&#10;&#10;Description automatically generated">
            <a:extLst>
              <a:ext uri="{FF2B5EF4-FFF2-40B4-BE49-F238E27FC236}">
                <a16:creationId xmlns:a16="http://schemas.microsoft.com/office/drawing/2014/main" id="{DFE798A2-B1D2-4047-A1E5-5375BEA918F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Slide Number Placeholder 5">
            <a:extLst>
              <a:ext uri="{FF2B5EF4-FFF2-40B4-BE49-F238E27FC236}">
                <a16:creationId xmlns:a16="http://schemas.microsoft.com/office/drawing/2014/main" id="{88E78E67-4326-028F-2369-D456BCC495B8}"/>
              </a:ext>
            </a:extLst>
          </p:cNvPr>
          <p:cNvSpPr txBox="1">
            <a:spLocks/>
          </p:cNvSpPr>
          <p:nvPr userDrawn="1"/>
        </p:nvSpPr>
        <p:spPr>
          <a:xfrm>
            <a:off x="11502639" y="6535605"/>
            <a:ext cx="401653" cy="249757"/>
          </a:xfrm>
          <a:prstGeom prst="rect">
            <a:avLst/>
          </a:prstGeom>
          <a:solidFill>
            <a:schemeClr val="bg1"/>
          </a:solidFill>
        </p:spPr>
        <p:txBody>
          <a:bodyPr vert="horz" lIns="91440" tIns="45720" rIns="91440" bIns="45720" rtlCol="0" anchor="ctr"/>
          <a:lstStyle>
            <a:defPPr>
              <a:defRPr lang="en-US"/>
            </a:defPPr>
            <a:lvl1pPr marL="0" algn="r" defTabSz="914400" rtl="0" eaLnBrk="1" latinLnBrk="0" hangingPunct="1">
              <a:defRPr sz="1200" kern="1200">
                <a:solidFill>
                  <a:srgbClr val="00206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B1C1E5EA-C58D-4888-B408-FAEA08CC9828}" type="slidenum">
              <a:rPr lang="en-IN" b="1" smtClean="0">
                <a:latin typeface="Arial" panose="020B0604020202020204" pitchFamily="34" charset="0"/>
                <a:cs typeface="Arial" panose="020B0604020202020204" pitchFamily="34" charset="0"/>
              </a:rPr>
              <a:pPr algn="ctr"/>
              <a:t>‹#›</a:t>
            </a:fld>
            <a:endParaRPr lang="en-IN"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168973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obj">
  <p:cSld name="1_Blank">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144006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8" name="Picture 7" descr="A picture containing text, electronics&#10;&#10;Description automatically generated">
            <a:extLst>
              <a:ext uri="{FF2B5EF4-FFF2-40B4-BE49-F238E27FC236}">
                <a16:creationId xmlns:a16="http://schemas.microsoft.com/office/drawing/2014/main" id="{C83536EB-7875-4B23-AFDF-2E03F9ED7A1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9164694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8" name="Picture 7" descr="A picture containing fish, whale&#10;&#10;Description automatically generated">
            <a:extLst>
              <a:ext uri="{FF2B5EF4-FFF2-40B4-BE49-F238E27FC236}">
                <a16:creationId xmlns:a16="http://schemas.microsoft.com/office/drawing/2014/main" id="{0D94D0DA-724B-41C2-9C47-7047EA13CDB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8131346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5877450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Tree>
    <p:extLst>
      <p:ext uri="{BB962C8B-B14F-4D97-AF65-F5344CB8AC3E}">
        <p14:creationId xmlns:p14="http://schemas.microsoft.com/office/powerpoint/2010/main" val="28450618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9566194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lank 1">
  <p:cSld name="Blank 1">
    <p:bg>
      <p:bgPr>
        <a:solidFill>
          <a:srgbClr val="F7F7F7"/>
        </a:solidFill>
        <a:effectLst/>
      </p:bgPr>
    </p:bg>
    <p:spTree>
      <p:nvGrpSpPr>
        <p:cNvPr id="1" name="Shape 1066"/>
        <p:cNvGrpSpPr/>
        <p:nvPr/>
      </p:nvGrpSpPr>
      <p:grpSpPr>
        <a:xfrm>
          <a:off x="0" y="0"/>
          <a:ext cx="0" cy="0"/>
          <a:chOff x="0" y="0"/>
          <a:chExt cx="0" cy="0"/>
        </a:xfrm>
      </p:grpSpPr>
      <p:sp>
        <p:nvSpPr>
          <p:cNvPr id="1067" name="Google Shape;1067;p54"/>
          <p:cNvSpPr txBox="1">
            <a:spLocks noGrp="1"/>
          </p:cNvSpPr>
          <p:nvPr>
            <p:ph type="sldNum" idx="12"/>
          </p:nvPr>
        </p:nvSpPr>
        <p:spPr>
          <a:xfrm>
            <a:off x="11170571" y="6381747"/>
            <a:ext cx="731600" cy="216000"/>
          </a:xfrm>
          <a:prstGeom prst="rect">
            <a:avLst/>
          </a:prstGeom>
        </p:spPr>
        <p:txBody>
          <a:bodyPr spcFirstLastPara="1" wrap="square" lIns="0" tIns="0" rIns="0" bIns="0" anchor="b" anchorCtr="0">
            <a:normAutofit/>
          </a:bodyPr>
          <a:lstStyle>
            <a:lvl1pPr lvl="0" algn="r" rtl="0">
              <a:buNone/>
              <a:defRPr sz="667">
                <a:solidFill>
                  <a:schemeClr val="dk2"/>
                </a:solidFill>
                <a:latin typeface="IBM Plex Sans"/>
                <a:ea typeface="IBM Plex Sans"/>
                <a:cs typeface="IBM Plex Sans"/>
                <a:sym typeface="IBM Plex Sans"/>
              </a:defRPr>
            </a:lvl1pPr>
            <a:lvl2pPr lvl="1" algn="r" rtl="0">
              <a:buNone/>
              <a:defRPr sz="667">
                <a:solidFill>
                  <a:schemeClr val="dk2"/>
                </a:solidFill>
                <a:latin typeface="IBM Plex Sans"/>
                <a:ea typeface="IBM Plex Sans"/>
                <a:cs typeface="IBM Plex Sans"/>
                <a:sym typeface="IBM Plex Sans"/>
              </a:defRPr>
            </a:lvl2pPr>
            <a:lvl3pPr lvl="2" algn="r" rtl="0">
              <a:buNone/>
              <a:defRPr sz="667">
                <a:solidFill>
                  <a:schemeClr val="dk2"/>
                </a:solidFill>
                <a:latin typeface="IBM Plex Sans"/>
                <a:ea typeface="IBM Plex Sans"/>
                <a:cs typeface="IBM Plex Sans"/>
                <a:sym typeface="IBM Plex Sans"/>
              </a:defRPr>
            </a:lvl3pPr>
            <a:lvl4pPr lvl="3" algn="r" rtl="0">
              <a:buNone/>
              <a:defRPr sz="667">
                <a:solidFill>
                  <a:schemeClr val="dk2"/>
                </a:solidFill>
                <a:latin typeface="IBM Plex Sans"/>
                <a:ea typeface="IBM Plex Sans"/>
                <a:cs typeface="IBM Plex Sans"/>
                <a:sym typeface="IBM Plex Sans"/>
              </a:defRPr>
            </a:lvl4pPr>
            <a:lvl5pPr lvl="4" algn="r" rtl="0">
              <a:buNone/>
              <a:defRPr sz="667">
                <a:solidFill>
                  <a:schemeClr val="dk2"/>
                </a:solidFill>
                <a:latin typeface="IBM Plex Sans"/>
                <a:ea typeface="IBM Plex Sans"/>
                <a:cs typeface="IBM Plex Sans"/>
                <a:sym typeface="IBM Plex Sans"/>
              </a:defRPr>
            </a:lvl5pPr>
            <a:lvl6pPr lvl="5" algn="r" rtl="0">
              <a:buNone/>
              <a:defRPr sz="667">
                <a:solidFill>
                  <a:schemeClr val="dk2"/>
                </a:solidFill>
                <a:latin typeface="IBM Plex Sans"/>
                <a:ea typeface="IBM Plex Sans"/>
                <a:cs typeface="IBM Plex Sans"/>
                <a:sym typeface="IBM Plex Sans"/>
              </a:defRPr>
            </a:lvl6pPr>
            <a:lvl7pPr lvl="6" algn="r" rtl="0">
              <a:buNone/>
              <a:defRPr sz="667">
                <a:solidFill>
                  <a:schemeClr val="dk2"/>
                </a:solidFill>
                <a:latin typeface="IBM Plex Sans"/>
                <a:ea typeface="IBM Plex Sans"/>
                <a:cs typeface="IBM Plex Sans"/>
                <a:sym typeface="IBM Plex Sans"/>
              </a:defRPr>
            </a:lvl7pPr>
            <a:lvl8pPr lvl="7" algn="r" rtl="0">
              <a:buNone/>
              <a:defRPr sz="667">
                <a:solidFill>
                  <a:schemeClr val="dk2"/>
                </a:solidFill>
                <a:latin typeface="IBM Plex Sans"/>
                <a:ea typeface="IBM Plex Sans"/>
                <a:cs typeface="IBM Plex Sans"/>
                <a:sym typeface="IBM Plex Sans"/>
              </a:defRPr>
            </a:lvl8pPr>
            <a:lvl9pPr lvl="8" algn="r" rtl="0">
              <a:buNone/>
              <a:defRPr sz="667">
                <a:solidFill>
                  <a:schemeClr val="dk2"/>
                </a:solidFill>
                <a:latin typeface="IBM Plex Sans"/>
                <a:ea typeface="IBM Plex Sans"/>
                <a:cs typeface="IBM Plex Sans"/>
                <a:sym typeface="IBM Plex Sans"/>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55074768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Orange Background 2">
  <p:cSld name="Orange Background 2">
    <p:bg>
      <p:bgPr>
        <a:solidFill>
          <a:srgbClr val="FC5D0D"/>
        </a:solidFill>
        <a:effectLst/>
      </p:bgPr>
    </p:bg>
    <p:spTree>
      <p:nvGrpSpPr>
        <p:cNvPr id="1" name="Shape 1073"/>
        <p:cNvGrpSpPr/>
        <p:nvPr/>
      </p:nvGrpSpPr>
      <p:grpSpPr>
        <a:xfrm>
          <a:off x="0" y="0"/>
          <a:ext cx="0" cy="0"/>
          <a:chOff x="0" y="0"/>
          <a:chExt cx="0" cy="0"/>
        </a:xfrm>
      </p:grpSpPr>
      <p:sp>
        <p:nvSpPr>
          <p:cNvPr id="1074" name="Google Shape;1074;p56"/>
          <p:cNvSpPr/>
          <p:nvPr/>
        </p:nvSpPr>
        <p:spPr>
          <a:xfrm rot="-5400000">
            <a:off x="11387461" y="728972"/>
            <a:ext cx="771524" cy="266065"/>
          </a:xfrm>
          <a:custGeom>
            <a:avLst/>
            <a:gdLst/>
            <a:ahLst/>
            <a:cxnLst/>
            <a:rect l="l" t="t" r="r" b="b"/>
            <a:pathLst>
              <a:path w="1543049" h="532130" extrusionOk="0">
                <a:moveTo>
                  <a:pt x="172758" y="93332"/>
                </a:moveTo>
                <a:lnTo>
                  <a:pt x="167297" y="53708"/>
                </a:lnTo>
                <a:lnTo>
                  <a:pt x="150977" y="24422"/>
                </a:lnTo>
                <a:lnTo>
                  <a:pt x="123990" y="6248"/>
                </a:lnTo>
                <a:lnTo>
                  <a:pt x="86537" y="0"/>
                </a:lnTo>
                <a:lnTo>
                  <a:pt x="49072" y="6197"/>
                </a:lnTo>
                <a:lnTo>
                  <a:pt x="22059" y="24320"/>
                </a:lnTo>
                <a:lnTo>
                  <a:pt x="5689" y="53568"/>
                </a:lnTo>
                <a:lnTo>
                  <a:pt x="165" y="93179"/>
                </a:lnTo>
                <a:lnTo>
                  <a:pt x="0" y="286029"/>
                </a:lnTo>
                <a:lnTo>
                  <a:pt x="5461" y="325628"/>
                </a:lnTo>
                <a:lnTo>
                  <a:pt x="21780" y="354914"/>
                </a:lnTo>
                <a:lnTo>
                  <a:pt x="48768" y="373087"/>
                </a:lnTo>
                <a:lnTo>
                  <a:pt x="86220" y="379349"/>
                </a:lnTo>
                <a:lnTo>
                  <a:pt x="123685" y="373151"/>
                </a:lnTo>
                <a:lnTo>
                  <a:pt x="167081" y="325767"/>
                </a:lnTo>
                <a:lnTo>
                  <a:pt x="172605" y="286181"/>
                </a:lnTo>
                <a:lnTo>
                  <a:pt x="172643" y="236905"/>
                </a:lnTo>
                <a:lnTo>
                  <a:pt x="117919" y="236855"/>
                </a:lnTo>
                <a:lnTo>
                  <a:pt x="117868" y="289839"/>
                </a:lnTo>
                <a:lnTo>
                  <a:pt x="115760" y="306641"/>
                </a:lnTo>
                <a:lnTo>
                  <a:pt x="109753" y="317779"/>
                </a:lnTo>
                <a:lnTo>
                  <a:pt x="100304" y="323938"/>
                </a:lnTo>
                <a:lnTo>
                  <a:pt x="87845" y="325843"/>
                </a:lnTo>
                <a:lnTo>
                  <a:pt x="75387" y="323926"/>
                </a:lnTo>
                <a:lnTo>
                  <a:pt x="65951" y="317741"/>
                </a:lnTo>
                <a:lnTo>
                  <a:pt x="59969" y="306590"/>
                </a:lnTo>
                <a:lnTo>
                  <a:pt x="57886" y="289788"/>
                </a:lnTo>
                <a:lnTo>
                  <a:pt x="58051" y="89522"/>
                </a:lnTo>
                <a:lnTo>
                  <a:pt x="60159" y="72631"/>
                </a:lnTo>
                <a:lnTo>
                  <a:pt x="66167" y="61302"/>
                </a:lnTo>
                <a:lnTo>
                  <a:pt x="75615" y="54952"/>
                </a:lnTo>
                <a:lnTo>
                  <a:pt x="88074" y="52984"/>
                </a:lnTo>
                <a:lnTo>
                  <a:pt x="100520" y="54978"/>
                </a:lnTo>
                <a:lnTo>
                  <a:pt x="109969" y="61353"/>
                </a:lnTo>
                <a:lnTo>
                  <a:pt x="115951" y="72682"/>
                </a:lnTo>
                <a:lnTo>
                  <a:pt x="118033" y="89573"/>
                </a:lnTo>
                <a:lnTo>
                  <a:pt x="118008" y="129311"/>
                </a:lnTo>
                <a:lnTo>
                  <a:pt x="172732" y="129349"/>
                </a:lnTo>
                <a:lnTo>
                  <a:pt x="172758" y="93332"/>
                </a:lnTo>
                <a:close/>
              </a:path>
              <a:path w="1543049" h="532130" extrusionOk="0">
                <a:moveTo>
                  <a:pt x="395109" y="375361"/>
                </a:moveTo>
                <a:lnTo>
                  <a:pt x="384454" y="307962"/>
                </a:lnTo>
                <a:lnTo>
                  <a:pt x="376516" y="257683"/>
                </a:lnTo>
                <a:lnTo>
                  <a:pt x="346862" y="70104"/>
                </a:lnTo>
                <a:lnTo>
                  <a:pt x="336486" y="4445"/>
                </a:lnTo>
                <a:lnTo>
                  <a:pt x="318909" y="4432"/>
                </a:lnTo>
                <a:lnTo>
                  <a:pt x="318909" y="257683"/>
                </a:lnTo>
                <a:lnTo>
                  <a:pt x="263118" y="257632"/>
                </a:lnTo>
                <a:lnTo>
                  <a:pt x="291172" y="70104"/>
                </a:lnTo>
                <a:lnTo>
                  <a:pt x="318909" y="257683"/>
                </a:lnTo>
                <a:lnTo>
                  <a:pt x="318909" y="4432"/>
                </a:lnTo>
                <a:lnTo>
                  <a:pt x="251764" y="4381"/>
                </a:lnTo>
                <a:lnTo>
                  <a:pt x="192506" y="375183"/>
                </a:lnTo>
                <a:lnTo>
                  <a:pt x="245656" y="375234"/>
                </a:lnTo>
                <a:lnTo>
                  <a:pt x="255714" y="307962"/>
                </a:lnTo>
                <a:lnTo>
                  <a:pt x="326758" y="308025"/>
                </a:lnTo>
                <a:lnTo>
                  <a:pt x="336702" y="375310"/>
                </a:lnTo>
                <a:lnTo>
                  <a:pt x="395109" y="375361"/>
                </a:lnTo>
                <a:close/>
              </a:path>
              <a:path w="1543049" h="532130" extrusionOk="0">
                <a:moveTo>
                  <a:pt x="664845" y="4737"/>
                </a:moveTo>
                <a:lnTo>
                  <a:pt x="584339" y="4673"/>
                </a:lnTo>
                <a:lnTo>
                  <a:pt x="544652" y="267957"/>
                </a:lnTo>
                <a:lnTo>
                  <a:pt x="502246" y="4597"/>
                </a:lnTo>
                <a:lnTo>
                  <a:pt x="421728" y="4533"/>
                </a:lnTo>
                <a:lnTo>
                  <a:pt x="421424" y="375399"/>
                </a:lnTo>
                <a:lnTo>
                  <a:pt x="471932" y="375437"/>
                </a:lnTo>
                <a:lnTo>
                  <a:pt x="472160" y="113182"/>
                </a:lnTo>
                <a:lnTo>
                  <a:pt x="515086" y="375475"/>
                </a:lnTo>
                <a:lnTo>
                  <a:pt x="569810" y="375526"/>
                </a:lnTo>
                <a:lnTo>
                  <a:pt x="610031" y="109588"/>
                </a:lnTo>
                <a:lnTo>
                  <a:pt x="609815" y="375564"/>
                </a:lnTo>
                <a:lnTo>
                  <a:pt x="664540" y="375615"/>
                </a:lnTo>
                <a:lnTo>
                  <a:pt x="664845" y="4737"/>
                </a:lnTo>
                <a:close/>
              </a:path>
              <a:path w="1543049" h="532130" extrusionOk="0">
                <a:moveTo>
                  <a:pt x="876909" y="4914"/>
                </a:moveTo>
                <a:lnTo>
                  <a:pt x="822185" y="4864"/>
                </a:lnTo>
                <a:lnTo>
                  <a:pt x="821944" y="290969"/>
                </a:lnTo>
                <a:lnTo>
                  <a:pt x="819835" y="307771"/>
                </a:lnTo>
                <a:lnTo>
                  <a:pt x="813828" y="318909"/>
                </a:lnTo>
                <a:lnTo>
                  <a:pt x="804379" y="325081"/>
                </a:lnTo>
                <a:lnTo>
                  <a:pt x="791908" y="326974"/>
                </a:lnTo>
                <a:lnTo>
                  <a:pt x="779462" y="325056"/>
                </a:lnTo>
                <a:lnTo>
                  <a:pt x="770026" y="318871"/>
                </a:lnTo>
                <a:lnTo>
                  <a:pt x="764044" y="307721"/>
                </a:lnTo>
                <a:lnTo>
                  <a:pt x="761949" y="290918"/>
                </a:lnTo>
                <a:lnTo>
                  <a:pt x="762190" y="4813"/>
                </a:lnTo>
                <a:lnTo>
                  <a:pt x="704303" y="4775"/>
                </a:lnTo>
                <a:lnTo>
                  <a:pt x="704062" y="287159"/>
                </a:lnTo>
                <a:lnTo>
                  <a:pt x="709536" y="326771"/>
                </a:lnTo>
                <a:lnTo>
                  <a:pt x="752843" y="374218"/>
                </a:lnTo>
                <a:lnTo>
                  <a:pt x="790295" y="380479"/>
                </a:lnTo>
                <a:lnTo>
                  <a:pt x="827760" y="374281"/>
                </a:lnTo>
                <a:lnTo>
                  <a:pt x="854786" y="356158"/>
                </a:lnTo>
                <a:lnTo>
                  <a:pt x="871143" y="326910"/>
                </a:lnTo>
                <a:lnTo>
                  <a:pt x="876668" y="287312"/>
                </a:lnTo>
                <a:lnTo>
                  <a:pt x="876909" y="4914"/>
                </a:lnTo>
                <a:close/>
              </a:path>
              <a:path w="1543049" h="532130" extrusionOk="0">
                <a:moveTo>
                  <a:pt x="1099515" y="5105"/>
                </a:moveTo>
                <a:lnTo>
                  <a:pt x="1047940" y="5067"/>
                </a:lnTo>
                <a:lnTo>
                  <a:pt x="1047750" y="227063"/>
                </a:lnTo>
                <a:lnTo>
                  <a:pt x="988479" y="5016"/>
                </a:lnTo>
                <a:lnTo>
                  <a:pt x="915860" y="4953"/>
                </a:lnTo>
                <a:lnTo>
                  <a:pt x="915543" y="375818"/>
                </a:lnTo>
                <a:lnTo>
                  <a:pt x="967638" y="375856"/>
                </a:lnTo>
                <a:lnTo>
                  <a:pt x="967867" y="107251"/>
                </a:lnTo>
                <a:lnTo>
                  <a:pt x="1039736" y="375920"/>
                </a:lnTo>
                <a:lnTo>
                  <a:pt x="1099197" y="375983"/>
                </a:lnTo>
                <a:lnTo>
                  <a:pt x="1099515" y="5105"/>
                </a:lnTo>
                <a:close/>
              </a:path>
              <a:path w="1543049" h="532130" extrusionOk="0">
                <a:moveTo>
                  <a:pt x="1318869" y="96951"/>
                </a:moveTo>
                <a:lnTo>
                  <a:pt x="1313637" y="58178"/>
                </a:lnTo>
                <a:lnTo>
                  <a:pt x="1313561" y="57594"/>
                </a:lnTo>
                <a:lnTo>
                  <a:pt x="1297482" y="28854"/>
                </a:lnTo>
                <a:lnTo>
                  <a:pt x="1270546" y="11226"/>
                </a:lnTo>
                <a:lnTo>
                  <a:pt x="1260983" y="9715"/>
                </a:lnTo>
                <a:lnTo>
                  <a:pt x="1260983" y="94259"/>
                </a:lnTo>
                <a:lnTo>
                  <a:pt x="1260817" y="287108"/>
                </a:lnTo>
                <a:lnTo>
                  <a:pt x="1258785" y="303911"/>
                </a:lnTo>
                <a:lnTo>
                  <a:pt x="1252956" y="315048"/>
                </a:lnTo>
                <a:lnTo>
                  <a:pt x="1243685" y="321221"/>
                </a:lnTo>
                <a:lnTo>
                  <a:pt x="1231315" y="323113"/>
                </a:lnTo>
                <a:lnTo>
                  <a:pt x="1198689" y="323088"/>
                </a:lnTo>
                <a:lnTo>
                  <a:pt x="1198918" y="58178"/>
                </a:lnTo>
                <a:lnTo>
                  <a:pt x="1231544" y="58204"/>
                </a:lnTo>
                <a:lnTo>
                  <a:pt x="1243914" y="60109"/>
                </a:lnTo>
                <a:lnTo>
                  <a:pt x="1253172" y="66294"/>
                </a:lnTo>
                <a:lnTo>
                  <a:pt x="1258976" y="77444"/>
                </a:lnTo>
                <a:lnTo>
                  <a:pt x="1260983" y="94259"/>
                </a:lnTo>
                <a:lnTo>
                  <a:pt x="1260983" y="9715"/>
                </a:lnTo>
                <a:lnTo>
                  <a:pt x="1232649" y="5219"/>
                </a:lnTo>
                <a:lnTo>
                  <a:pt x="1141082" y="5143"/>
                </a:lnTo>
                <a:lnTo>
                  <a:pt x="1140764" y="376008"/>
                </a:lnTo>
                <a:lnTo>
                  <a:pt x="1232331" y="376085"/>
                </a:lnTo>
                <a:lnTo>
                  <a:pt x="1270228" y="370141"/>
                </a:lnTo>
                <a:lnTo>
                  <a:pt x="1297203" y="352564"/>
                </a:lnTo>
                <a:lnTo>
                  <a:pt x="1313319" y="323850"/>
                </a:lnTo>
                <a:lnTo>
                  <a:pt x="1313421" y="323113"/>
                </a:lnTo>
                <a:lnTo>
                  <a:pt x="1318704" y="284505"/>
                </a:lnTo>
                <a:lnTo>
                  <a:pt x="1318869" y="96951"/>
                </a:lnTo>
                <a:close/>
              </a:path>
              <a:path w="1543049" h="532130" extrusionOk="0">
                <a:moveTo>
                  <a:pt x="1542796" y="433819"/>
                </a:moveTo>
                <a:lnTo>
                  <a:pt x="0" y="433819"/>
                </a:lnTo>
                <a:lnTo>
                  <a:pt x="0" y="532066"/>
                </a:lnTo>
                <a:lnTo>
                  <a:pt x="1542796" y="532066"/>
                </a:lnTo>
                <a:lnTo>
                  <a:pt x="1542796" y="433819"/>
                </a:lnTo>
                <a:close/>
              </a:path>
              <a:path w="1543049" h="532130" extrusionOk="0">
                <a:moveTo>
                  <a:pt x="1542796" y="376364"/>
                </a:moveTo>
                <a:lnTo>
                  <a:pt x="1532140" y="308952"/>
                </a:lnTo>
                <a:lnTo>
                  <a:pt x="1524203" y="258673"/>
                </a:lnTo>
                <a:lnTo>
                  <a:pt x="1494548" y="71094"/>
                </a:lnTo>
                <a:lnTo>
                  <a:pt x="1484172" y="5448"/>
                </a:lnTo>
                <a:lnTo>
                  <a:pt x="1466596" y="5435"/>
                </a:lnTo>
                <a:lnTo>
                  <a:pt x="1466596" y="258673"/>
                </a:lnTo>
                <a:lnTo>
                  <a:pt x="1410804" y="258635"/>
                </a:lnTo>
                <a:lnTo>
                  <a:pt x="1438859" y="71094"/>
                </a:lnTo>
                <a:lnTo>
                  <a:pt x="1466596" y="258673"/>
                </a:lnTo>
                <a:lnTo>
                  <a:pt x="1466596" y="5435"/>
                </a:lnTo>
                <a:lnTo>
                  <a:pt x="1399438" y="5372"/>
                </a:lnTo>
                <a:lnTo>
                  <a:pt x="1340192" y="376186"/>
                </a:lnTo>
                <a:lnTo>
                  <a:pt x="1393342" y="376224"/>
                </a:lnTo>
                <a:lnTo>
                  <a:pt x="1403400" y="308952"/>
                </a:lnTo>
                <a:lnTo>
                  <a:pt x="1474431" y="309016"/>
                </a:lnTo>
                <a:lnTo>
                  <a:pt x="1484376" y="376313"/>
                </a:lnTo>
                <a:lnTo>
                  <a:pt x="1542796" y="376364"/>
                </a:lnTo>
                <a:close/>
              </a:path>
            </a:pathLst>
          </a:custGeom>
          <a:solidFill>
            <a:schemeClr val="lt1"/>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467"/>
          </a:p>
        </p:txBody>
      </p:sp>
      <p:sp>
        <p:nvSpPr>
          <p:cNvPr id="1075" name="Google Shape;1075;p56"/>
          <p:cNvSpPr/>
          <p:nvPr/>
        </p:nvSpPr>
        <p:spPr>
          <a:xfrm>
            <a:off x="680125" y="1435978"/>
            <a:ext cx="10814000" cy="5422000"/>
          </a:xfrm>
          <a:prstGeom prst="round2SameRect">
            <a:avLst>
              <a:gd name="adj1" fmla="val 8094"/>
              <a:gd name="adj2" fmla="val 0"/>
            </a:avLst>
          </a:prstGeom>
          <a:solidFill>
            <a:srgbClr val="FFFFFF"/>
          </a:solidFill>
          <a:ln>
            <a:noFill/>
          </a:ln>
        </p:spPr>
        <p:txBody>
          <a:bodyPr spcFirstLastPara="1" wrap="square" lIns="76200" tIns="76200" rIns="76200" bIns="762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15969637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theme" Target="../theme/theme2.xml"/><Relationship Id="rId3" Type="http://schemas.openxmlformats.org/officeDocument/2006/relationships/slideLayout" Target="../slideLayouts/slideLayout10.xml"/><Relationship Id="rId7" Type="http://schemas.openxmlformats.org/officeDocument/2006/relationships/slideLayout" Target="../slideLayouts/slideLayout14.xml"/><Relationship Id="rId2" Type="http://schemas.openxmlformats.org/officeDocument/2006/relationships/slideLayout" Target="../slideLayouts/slideLayout9.xml"/><Relationship Id="rId1" Type="http://schemas.openxmlformats.org/officeDocument/2006/relationships/slideLayout" Target="../slideLayouts/slideLayout8.xml"/><Relationship Id="rId6" Type="http://schemas.openxmlformats.org/officeDocument/2006/relationships/slideLayout" Target="../slideLayouts/slideLayout13.xml"/><Relationship Id="rId5" Type="http://schemas.openxmlformats.org/officeDocument/2006/relationships/slideLayout" Target="../slideLayouts/slideLayout12.xml"/><Relationship Id="rId4"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9F6BBDC7-33E7-E981-CB5A-93A33CBA9702}"/>
              </a:ext>
            </a:extLst>
          </p:cNvPr>
          <p:cNvSpPr txBox="1">
            <a:spLocks/>
          </p:cNvSpPr>
          <p:nvPr userDrawn="1"/>
        </p:nvSpPr>
        <p:spPr>
          <a:xfrm>
            <a:off x="11502639" y="6535605"/>
            <a:ext cx="401653" cy="249757"/>
          </a:xfrm>
          <a:prstGeom prst="rect">
            <a:avLst/>
          </a:prstGeom>
          <a:solidFill>
            <a:schemeClr val="bg1"/>
          </a:solidFill>
        </p:spPr>
        <p:txBody>
          <a:bodyPr vert="horz" lIns="91440" tIns="45720" rIns="91440" bIns="45720" rtlCol="0" anchor="ctr"/>
          <a:lstStyle>
            <a:defPPr>
              <a:defRPr lang="en-US"/>
            </a:defPPr>
            <a:lvl1pPr marL="0" algn="r" defTabSz="914400" rtl="0" eaLnBrk="1" latinLnBrk="0" hangingPunct="1">
              <a:defRPr sz="1200" kern="1200">
                <a:solidFill>
                  <a:srgbClr val="00206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B1C1E5EA-C58D-4888-B408-FAEA08CC9828}" type="slidenum">
              <a:rPr lang="en-IN" b="1" smtClean="0">
                <a:latin typeface="Averta" panose="00000500000000000000" pitchFamily="50" charset="0"/>
              </a:rPr>
              <a:pPr algn="ctr"/>
              <a:t>‹#›</a:t>
            </a:fld>
            <a:endParaRPr lang="en-IN" b="1" dirty="0">
              <a:latin typeface="Averta" panose="00000500000000000000" pitchFamily="50" charset="0"/>
            </a:endParaRPr>
          </a:p>
        </p:txBody>
      </p:sp>
    </p:spTree>
    <p:extLst>
      <p:ext uri="{BB962C8B-B14F-4D97-AF65-F5344CB8AC3E}">
        <p14:creationId xmlns:p14="http://schemas.microsoft.com/office/powerpoint/2010/main" val="74952894"/>
      </p:ext>
    </p:extLst>
  </p:cSld>
  <p:clrMap bg1="lt1" tx1="dk1" bg2="lt2" tx2="dk2" accent1="accent1" accent2="accent2" accent3="accent3" accent4="accent4" accent5="accent5" accent6="accent6" hlink="hlink" folHlink="folHlink"/>
  <p:sldLayoutIdLst>
    <p:sldLayoutId id="2147483660" r:id="rId1"/>
    <p:sldLayoutId id="2147483654" r:id="rId2"/>
    <p:sldLayoutId id="2147483655" r:id="rId3"/>
    <p:sldLayoutId id="2147483657" r:id="rId4"/>
    <p:sldLayoutId id="2147483658" r:id="rId5"/>
    <p:sldLayoutId id="2147483659" r:id="rId6"/>
    <p:sldLayoutId id="2147483661" r:id="rId7"/>
  </p:sldLayoutIdLst>
  <p:hf sldNum="0" hdr="0" ftr="0" dt="0"/>
  <p:txStyles>
    <p:titleStyle>
      <a:lvl1pPr algn="ctr" defTabSz="914400" rtl="0" eaLnBrk="1" latinLnBrk="0" hangingPunct="1">
        <a:lnSpc>
          <a:spcPct val="90000"/>
        </a:lnSpc>
        <a:spcBef>
          <a:spcPct val="0"/>
        </a:spcBef>
        <a:buNone/>
        <a:defRPr sz="6000" b="1" kern="1200">
          <a:solidFill>
            <a:srgbClr val="002060"/>
          </a:solidFill>
          <a:latin typeface="Averta Extrabold" panose="00000900000000000000" pitchFamily="50"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96216209"/>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Lst>
  <p:txStyles>
    <p:titleStyle>
      <a:lvl1pPr>
        <a:defRPr>
          <a:latin typeface="+mj-lt"/>
          <a:ea typeface="+mj-ea"/>
          <a:cs typeface="+mj-cs"/>
        </a:defRPr>
      </a:lvl1pPr>
    </p:titleStyle>
    <p:bodyStyle>
      <a:lvl1pPr marL="0">
        <a:defRPr>
          <a:latin typeface="+mn-lt"/>
          <a:ea typeface="+mn-ea"/>
          <a:cs typeface="+mn-cs"/>
        </a:defRPr>
      </a:lvl1pPr>
      <a:lvl2pPr marL="380985">
        <a:defRPr>
          <a:latin typeface="+mn-lt"/>
          <a:ea typeface="+mn-ea"/>
          <a:cs typeface="+mn-cs"/>
        </a:defRPr>
      </a:lvl2pPr>
      <a:lvl3pPr marL="761970">
        <a:defRPr>
          <a:latin typeface="+mn-lt"/>
          <a:ea typeface="+mn-ea"/>
          <a:cs typeface="+mn-cs"/>
        </a:defRPr>
      </a:lvl3pPr>
      <a:lvl4pPr marL="1142954">
        <a:defRPr>
          <a:latin typeface="+mn-lt"/>
          <a:ea typeface="+mn-ea"/>
          <a:cs typeface="+mn-cs"/>
        </a:defRPr>
      </a:lvl4pPr>
      <a:lvl5pPr marL="1523939">
        <a:defRPr>
          <a:latin typeface="+mn-lt"/>
          <a:ea typeface="+mn-ea"/>
          <a:cs typeface="+mn-cs"/>
        </a:defRPr>
      </a:lvl5pPr>
      <a:lvl6pPr marL="1904924">
        <a:defRPr>
          <a:latin typeface="+mn-lt"/>
          <a:ea typeface="+mn-ea"/>
          <a:cs typeface="+mn-cs"/>
        </a:defRPr>
      </a:lvl6pPr>
      <a:lvl7pPr marL="2285909">
        <a:defRPr>
          <a:latin typeface="+mn-lt"/>
          <a:ea typeface="+mn-ea"/>
          <a:cs typeface="+mn-cs"/>
        </a:defRPr>
      </a:lvl7pPr>
      <a:lvl8pPr marL="2666893">
        <a:defRPr>
          <a:latin typeface="+mn-lt"/>
          <a:ea typeface="+mn-ea"/>
          <a:cs typeface="+mn-cs"/>
        </a:defRPr>
      </a:lvl8pPr>
      <a:lvl9pPr marL="3047878">
        <a:defRPr>
          <a:latin typeface="+mn-lt"/>
          <a:ea typeface="+mn-ea"/>
          <a:cs typeface="+mn-cs"/>
        </a:defRPr>
      </a:lvl9pPr>
    </p:bodyStyle>
    <p:otherStyle>
      <a:lvl1pPr marL="0">
        <a:defRPr>
          <a:latin typeface="+mn-lt"/>
          <a:ea typeface="+mn-ea"/>
          <a:cs typeface="+mn-cs"/>
        </a:defRPr>
      </a:lvl1pPr>
      <a:lvl2pPr marL="380985">
        <a:defRPr>
          <a:latin typeface="+mn-lt"/>
          <a:ea typeface="+mn-ea"/>
          <a:cs typeface="+mn-cs"/>
        </a:defRPr>
      </a:lvl2pPr>
      <a:lvl3pPr marL="761970">
        <a:defRPr>
          <a:latin typeface="+mn-lt"/>
          <a:ea typeface="+mn-ea"/>
          <a:cs typeface="+mn-cs"/>
        </a:defRPr>
      </a:lvl3pPr>
      <a:lvl4pPr marL="1142954">
        <a:defRPr>
          <a:latin typeface="+mn-lt"/>
          <a:ea typeface="+mn-ea"/>
          <a:cs typeface="+mn-cs"/>
        </a:defRPr>
      </a:lvl4pPr>
      <a:lvl5pPr marL="1523939">
        <a:defRPr>
          <a:latin typeface="+mn-lt"/>
          <a:ea typeface="+mn-ea"/>
          <a:cs typeface="+mn-cs"/>
        </a:defRPr>
      </a:lvl5pPr>
      <a:lvl6pPr marL="1904924">
        <a:defRPr>
          <a:latin typeface="+mn-lt"/>
          <a:ea typeface="+mn-ea"/>
          <a:cs typeface="+mn-cs"/>
        </a:defRPr>
      </a:lvl6pPr>
      <a:lvl7pPr marL="2285909">
        <a:defRPr>
          <a:latin typeface="+mn-lt"/>
          <a:ea typeface="+mn-ea"/>
          <a:cs typeface="+mn-cs"/>
        </a:defRPr>
      </a:lvl7pPr>
      <a:lvl8pPr marL="2666893">
        <a:defRPr>
          <a:latin typeface="+mn-lt"/>
          <a:ea typeface="+mn-ea"/>
          <a:cs typeface="+mn-cs"/>
        </a:defRPr>
      </a:lvl8pPr>
      <a:lvl9pPr marL="3047878">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6.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 Id="rId4" Type="http://schemas.openxmlformats.org/officeDocument/2006/relationships/image" Target="../media/image15.emf"/></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8.png"/><Relationship Id="rId7" Type="http://schemas.openxmlformats.org/officeDocument/2006/relationships/image" Target="../media/image22.emf"/><Relationship Id="rId2" Type="http://schemas.openxmlformats.org/officeDocument/2006/relationships/image" Target="../media/image17.emf"/><Relationship Id="rId1" Type="http://schemas.openxmlformats.org/officeDocument/2006/relationships/slideLayout" Target="../slideLayouts/slideLayout7.xml"/><Relationship Id="rId6" Type="http://schemas.openxmlformats.org/officeDocument/2006/relationships/image" Target="../media/image21.emf"/><Relationship Id="rId11" Type="http://schemas.openxmlformats.org/officeDocument/2006/relationships/image" Target="../media/image26.emf"/><Relationship Id="rId5" Type="http://schemas.openxmlformats.org/officeDocument/2006/relationships/image" Target="../media/image20.png"/><Relationship Id="rId10" Type="http://schemas.openxmlformats.org/officeDocument/2006/relationships/image" Target="../media/image25.emf"/><Relationship Id="rId4" Type="http://schemas.openxmlformats.org/officeDocument/2006/relationships/image" Target="../media/image19.png"/><Relationship Id="rId9" Type="http://schemas.openxmlformats.org/officeDocument/2006/relationships/image" Target="../media/image24.emf"/></Relationships>
</file>

<file path=ppt/slides/_rels/slide14.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8.png"/><Relationship Id="rId7" Type="http://schemas.openxmlformats.org/officeDocument/2006/relationships/image" Target="../media/image22.emf"/><Relationship Id="rId2" Type="http://schemas.openxmlformats.org/officeDocument/2006/relationships/image" Target="../media/image17.emf"/><Relationship Id="rId1" Type="http://schemas.openxmlformats.org/officeDocument/2006/relationships/slideLayout" Target="../slideLayouts/slideLayout12.xml"/><Relationship Id="rId6" Type="http://schemas.openxmlformats.org/officeDocument/2006/relationships/image" Target="../media/image21.emf"/><Relationship Id="rId11" Type="http://schemas.openxmlformats.org/officeDocument/2006/relationships/image" Target="../media/image26.emf"/><Relationship Id="rId5" Type="http://schemas.openxmlformats.org/officeDocument/2006/relationships/image" Target="../media/image20.png"/><Relationship Id="rId10" Type="http://schemas.openxmlformats.org/officeDocument/2006/relationships/image" Target="../media/image25.emf"/><Relationship Id="rId4" Type="http://schemas.openxmlformats.org/officeDocument/2006/relationships/image" Target="../media/image19.png"/><Relationship Id="rId9" Type="http://schemas.openxmlformats.org/officeDocument/2006/relationships/image" Target="../media/image24.emf"/></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7.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CA575C7C-066E-1398-4125-63A2F141CCA3}"/>
              </a:ext>
            </a:extLst>
          </p:cNvPr>
          <p:cNvSpPr>
            <a:spLocks noGrp="1"/>
          </p:cNvSpPr>
          <p:nvPr>
            <p:ph type="ctrTitle"/>
          </p:nvPr>
        </p:nvSpPr>
        <p:spPr>
          <a:xfrm>
            <a:off x="311085" y="1886531"/>
            <a:ext cx="11057641" cy="1610814"/>
          </a:xfrm>
        </p:spPr>
        <p:txBody>
          <a:bodyPr lIns="91440" tIns="45720" rIns="91440" bIns="45720" anchor="ctr">
            <a:normAutofit/>
          </a:bodyPr>
          <a:lstStyle/>
          <a:p>
            <a:pPr marL="12700" marR="5080" algn="l">
              <a:lnSpc>
                <a:spcPts val="5170"/>
              </a:lnSpc>
              <a:spcBef>
                <a:spcPts val="660"/>
              </a:spcBef>
            </a:pPr>
            <a:r>
              <a:rPr lang="en-IN" sz="3600" spc="155" dirty="0" smtClean="0">
                <a:solidFill>
                  <a:srgbClr val="FFFFFF"/>
                </a:solidFill>
                <a:latin typeface="Trebuchet MS"/>
                <a:cs typeface="Trebuchet MS"/>
              </a:rPr>
              <a:t>Automating Report Solution </a:t>
            </a:r>
            <a:r>
              <a:rPr lang="en-IN" sz="3600" spc="155" dirty="0">
                <a:solidFill>
                  <a:srgbClr val="FFFFFF"/>
                </a:solidFill>
                <a:latin typeface="Trebuchet MS"/>
                <a:cs typeface="Trebuchet MS"/>
              </a:rPr>
              <a:t>f</a:t>
            </a:r>
            <a:r>
              <a:rPr lang="en-IN" sz="3600" spc="155" dirty="0" smtClean="0">
                <a:solidFill>
                  <a:srgbClr val="FFFFFF"/>
                </a:solidFill>
                <a:latin typeface="Trebuchet MS"/>
                <a:cs typeface="Trebuchet MS"/>
              </a:rPr>
              <a:t>or a Leading </a:t>
            </a:r>
            <a:r>
              <a:rPr lang="en-IN" sz="3600" spc="155" dirty="0" smtClean="0">
                <a:solidFill>
                  <a:srgbClr val="FFFFFF"/>
                </a:solidFill>
                <a:latin typeface="Trebuchet MS"/>
                <a:cs typeface="Trebuchet MS"/>
              </a:rPr>
              <a:t>Equipment Manufacturer</a:t>
            </a:r>
            <a:endParaRPr lang="en-IN" sz="3600" dirty="0">
              <a:latin typeface="Trebuchet MS"/>
              <a:cs typeface="Trebuchet MS"/>
            </a:endParaRPr>
          </a:p>
        </p:txBody>
      </p:sp>
      <p:sp>
        <p:nvSpPr>
          <p:cNvPr id="4" name="Rectangle 3"/>
          <p:cNvSpPr/>
          <p:nvPr/>
        </p:nvSpPr>
        <p:spPr>
          <a:xfrm>
            <a:off x="4927832" y="3989051"/>
            <a:ext cx="6895157" cy="369332"/>
          </a:xfrm>
          <a:prstGeom prst="rect">
            <a:avLst/>
          </a:prstGeom>
        </p:spPr>
        <p:txBody>
          <a:bodyPr wrap="none">
            <a:spAutoFit/>
          </a:bodyPr>
          <a:lstStyle/>
          <a:p>
            <a:r>
              <a:rPr lang="en-IN" spc="155" dirty="0">
                <a:solidFill>
                  <a:srgbClr val="FFFFFF"/>
                </a:solidFill>
                <a:latin typeface="Trebuchet MS"/>
                <a:cs typeface="Trebuchet MS"/>
              </a:rPr>
              <a:t>Our Success Story </a:t>
            </a:r>
            <a:r>
              <a:rPr lang="en-IN" spc="204" dirty="0" smtClean="0">
                <a:solidFill>
                  <a:srgbClr val="FFFFFF"/>
                </a:solidFill>
                <a:latin typeface="Verdana"/>
                <a:cs typeface="Verdana"/>
              </a:rPr>
              <a:t>W</a:t>
            </a:r>
            <a:r>
              <a:rPr lang="en-IN" spc="-125" dirty="0" smtClean="0">
                <a:solidFill>
                  <a:srgbClr val="FFFFFF"/>
                </a:solidFill>
                <a:latin typeface="Verdana"/>
                <a:cs typeface="Verdana"/>
              </a:rPr>
              <a:t>i</a:t>
            </a:r>
            <a:r>
              <a:rPr lang="en-IN" spc="-75" dirty="0" smtClean="0">
                <a:solidFill>
                  <a:srgbClr val="FFFFFF"/>
                </a:solidFill>
                <a:latin typeface="Verdana"/>
                <a:cs typeface="Verdana"/>
              </a:rPr>
              <a:t>t</a:t>
            </a:r>
            <a:r>
              <a:rPr lang="en-IN" spc="-40" dirty="0" smtClean="0">
                <a:solidFill>
                  <a:srgbClr val="FFFFFF"/>
                </a:solidFill>
                <a:latin typeface="Verdana"/>
                <a:cs typeface="Verdana"/>
              </a:rPr>
              <a:t>h</a:t>
            </a:r>
            <a:r>
              <a:rPr lang="en-IN" spc="-220" dirty="0" smtClean="0">
                <a:solidFill>
                  <a:srgbClr val="FFFFFF"/>
                </a:solidFill>
                <a:latin typeface="Verdana"/>
                <a:cs typeface="Verdana"/>
              </a:rPr>
              <a:t> </a:t>
            </a:r>
            <a:r>
              <a:rPr lang="en-IN" spc="50" dirty="0">
                <a:solidFill>
                  <a:srgbClr val="FFFFFF"/>
                </a:solidFill>
                <a:latin typeface="Verdana"/>
                <a:cs typeface="Verdana"/>
              </a:rPr>
              <a:t>Camunda Process Orchestration</a:t>
            </a:r>
            <a:endParaRPr lang="en-IN" dirty="0">
              <a:latin typeface="Verdana"/>
              <a:cs typeface="Verdana"/>
            </a:endParaRPr>
          </a:p>
        </p:txBody>
      </p:sp>
    </p:spTree>
    <p:extLst>
      <p:ext uri="{BB962C8B-B14F-4D97-AF65-F5344CB8AC3E}">
        <p14:creationId xmlns:p14="http://schemas.microsoft.com/office/powerpoint/2010/main" val="329572191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video game&#10;&#10;Description automatically generated with medium confidence">
            <a:extLst>
              <a:ext uri="{FF2B5EF4-FFF2-40B4-BE49-F238E27FC236}">
                <a16:creationId xmlns:a16="http://schemas.microsoft.com/office/drawing/2014/main" id="{6BACB2BC-2299-77BB-8916-0E2C46E35DA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414486" y="366553"/>
            <a:ext cx="2528138" cy="544099"/>
          </a:xfrm>
          <a:prstGeom prst="rect">
            <a:avLst/>
          </a:prstGeom>
        </p:spPr>
        <p:style>
          <a:lnRef idx="2">
            <a:schemeClr val="accent2"/>
          </a:lnRef>
          <a:fillRef idx="1">
            <a:schemeClr val="lt1"/>
          </a:fillRef>
          <a:effectRef idx="0">
            <a:schemeClr val="accent2"/>
          </a:effectRef>
          <a:fontRef idx="minor">
            <a:schemeClr val="dk1"/>
          </a:fontRef>
        </p:style>
      </p:pic>
      <p:sp>
        <p:nvSpPr>
          <p:cNvPr id="6" name="Google Shape;1205;p61"/>
          <p:cNvSpPr txBox="1">
            <a:spLocks/>
          </p:cNvSpPr>
          <p:nvPr/>
        </p:nvSpPr>
        <p:spPr>
          <a:xfrm>
            <a:off x="12679709" y="7745435"/>
            <a:ext cx="877920" cy="344640"/>
          </a:xfrm>
          <a:prstGeom prst="rect">
            <a:avLst/>
          </a:prstGeom>
        </p:spPr>
        <p:txBody>
          <a:bodyPr spcFirstLastPara="1" wrap="square" lIns="0" tIns="0" rIns="0" bIns="0" anchor="b"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en" sz="1280" b="0" i="0" u="none" strike="noStrike" kern="1200" cap="none" spc="0" normalizeH="0" baseline="0" noProof="0" smtClean="0">
                <a:ln>
                  <a:noFill/>
                </a:ln>
                <a:solidFill>
                  <a:prstClr val="white"/>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en" sz="1280" b="0" i="0" u="none" strike="noStrike" kern="1200" cap="none" spc="0" normalizeH="0" baseline="0" noProof="0">
              <a:ln>
                <a:noFill/>
              </a:ln>
              <a:solidFill>
                <a:prstClr val="white"/>
              </a:solidFill>
              <a:effectLst/>
              <a:uLnTx/>
              <a:uFillTx/>
              <a:latin typeface="Arial"/>
              <a:ea typeface="+mn-ea"/>
              <a:cs typeface="+mn-cs"/>
            </a:endParaRPr>
          </a:p>
        </p:txBody>
      </p:sp>
      <p:sp>
        <p:nvSpPr>
          <p:cNvPr id="7" name="Google Shape;1746;p75">
            <a:extLst>
              <a:ext uri="{FF2B5EF4-FFF2-40B4-BE49-F238E27FC236}">
                <a16:creationId xmlns:a16="http://schemas.microsoft.com/office/drawing/2014/main" id="{6AF2E104-58EF-8364-1BAA-47D74B56CF87}"/>
              </a:ext>
            </a:extLst>
          </p:cNvPr>
          <p:cNvSpPr/>
          <p:nvPr/>
        </p:nvSpPr>
        <p:spPr>
          <a:xfrm>
            <a:off x="969389" y="4852989"/>
            <a:ext cx="801600" cy="801600"/>
          </a:xfrm>
          <a:prstGeom prst="roundRect">
            <a:avLst>
              <a:gd name="adj" fmla="val 16667"/>
            </a:avLst>
          </a:prstGeom>
          <a:solidFill>
            <a:srgbClr val="F6D33C"/>
          </a:solidFill>
          <a:ln>
            <a:noFill/>
          </a:ln>
        </p:spPr>
        <p:txBody>
          <a:bodyPr spcFirstLastPara="1" wrap="square" lIns="146280" tIns="146280" rIns="146280" bIns="14628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880" b="0" i="0" u="none" strike="noStrike" kern="1200" cap="none" spc="0" normalizeH="0" baseline="0" noProof="0">
              <a:ln>
                <a:noFill/>
              </a:ln>
              <a:solidFill>
                <a:prstClr val="white"/>
              </a:solidFill>
              <a:effectLst/>
              <a:uLnTx/>
              <a:uFillTx/>
              <a:latin typeface="Arial"/>
              <a:ea typeface="+mn-ea"/>
              <a:cs typeface="+mn-cs"/>
            </a:endParaRPr>
          </a:p>
        </p:txBody>
      </p:sp>
      <p:sp>
        <p:nvSpPr>
          <p:cNvPr id="8" name="Google Shape;1747;p75">
            <a:extLst>
              <a:ext uri="{FF2B5EF4-FFF2-40B4-BE49-F238E27FC236}">
                <a16:creationId xmlns:a16="http://schemas.microsoft.com/office/drawing/2014/main" id="{A5CFEB39-CFEC-C1CB-3871-F2976ABEF3B7}"/>
              </a:ext>
            </a:extLst>
          </p:cNvPr>
          <p:cNvSpPr/>
          <p:nvPr/>
        </p:nvSpPr>
        <p:spPr>
          <a:xfrm>
            <a:off x="969389" y="3883020"/>
            <a:ext cx="801600" cy="801600"/>
          </a:xfrm>
          <a:prstGeom prst="roundRect">
            <a:avLst>
              <a:gd name="adj" fmla="val 16667"/>
            </a:avLst>
          </a:prstGeom>
          <a:solidFill>
            <a:srgbClr val="F6D33C"/>
          </a:solidFill>
          <a:ln>
            <a:noFill/>
          </a:ln>
        </p:spPr>
        <p:txBody>
          <a:bodyPr spcFirstLastPara="1" wrap="square" lIns="146280" tIns="146280" rIns="146280" bIns="14628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880" b="0" i="0" u="none" strike="noStrike" kern="1200" cap="none" spc="0" normalizeH="0" baseline="0" noProof="0">
              <a:ln>
                <a:noFill/>
              </a:ln>
              <a:solidFill>
                <a:prstClr val="white"/>
              </a:solidFill>
              <a:effectLst/>
              <a:uLnTx/>
              <a:uFillTx/>
              <a:latin typeface="Arial"/>
              <a:ea typeface="+mn-ea"/>
              <a:cs typeface="+mn-cs"/>
            </a:endParaRPr>
          </a:p>
        </p:txBody>
      </p:sp>
      <p:sp>
        <p:nvSpPr>
          <p:cNvPr id="9" name="Google Shape;1748;p75">
            <a:extLst>
              <a:ext uri="{FF2B5EF4-FFF2-40B4-BE49-F238E27FC236}">
                <a16:creationId xmlns:a16="http://schemas.microsoft.com/office/drawing/2014/main" id="{6E0EB79B-9058-17D6-D49F-A76D5852CA52}"/>
              </a:ext>
            </a:extLst>
          </p:cNvPr>
          <p:cNvSpPr/>
          <p:nvPr/>
        </p:nvSpPr>
        <p:spPr>
          <a:xfrm>
            <a:off x="968628" y="2938947"/>
            <a:ext cx="801600" cy="801600"/>
          </a:xfrm>
          <a:prstGeom prst="roundRect">
            <a:avLst>
              <a:gd name="adj" fmla="val 16667"/>
            </a:avLst>
          </a:prstGeom>
          <a:solidFill>
            <a:srgbClr val="F6D33C"/>
          </a:solidFill>
          <a:ln>
            <a:noFill/>
          </a:ln>
        </p:spPr>
        <p:txBody>
          <a:bodyPr spcFirstLastPara="1" wrap="square" lIns="146280" tIns="146280" rIns="146280" bIns="14628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880" b="0" i="0" u="none" strike="noStrike" kern="1200" cap="none" spc="0" normalizeH="0" baseline="0" noProof="0">
              <a:ln>
                <a:noFill/>
              </a:ln>
              <a:solidFill>
                <a:prstClr val="white"/>
              </a:solidFill>
              <a:effectLst/>
              <a:uLnTx/>
              <a:uFillTx/>
              <a:latin typeface="Arial"/>
              <a:ea typeface="+mn-ea"/>
              <a:cs typeface="+mn-cs"/>
            </a:endParaRPr>
          </a:p>
        </p:txBody>
      </p:sp>
      <p:sp>
        <p:nvSpPr>
          <p:cNvPr id="10" name="Google Shape;1749;p75">
            <a:extLst>
              <a:ext uri="{FF2B5EF4-FFF2-40B4-BE49-F238E27FC236}">
                <a16:creationId xmlns:a16="http://schemas.microsoft.com/office/drawing/2014/main" id="{785EA941-B657-66B0-C1C6-77E102BFA7EA}"/>
              </a:ext>
            </a:extLst>
          </p:cNvPr>
          <p:cNvSpPr/>
          <p:nvPr/>
        </p:nvSpPr>
        <p:spPr>
          <a:xfrm>
            <a:off x="969389" y="1943079"/>
            <a:ext cx="801600" cy="801600"/>
          </a:xfrm>
          <a:prstGeom prst="roundRect">
            <a:avLst>
              <a:gd name="adj" fmla="val 16667"/>
            </a:avLst>
          </a:prstGeom>
          <a:solidFill>
            <a:srgbClr val="F6D33C"/>
          </a:solidFill>
          <a:ln>
            <a:noFill/>
          </a:ln>
        </p:spPr>
        <p:txBody>
          <a:bodyPr spcFirstLastPara="1" wrap="square" lIns="146280" tIns="146280" rIns="146280" bIns="14628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880" b="0" i="0" u="none" strike="noStrike" kern="1200" cap="none" spc="0" normalizeH="0" baseline="0" noProof="0">
              <a:ln>
                <a:noFill/>
              </a:ln>
              <a:solidFill>
                <a:prstClr val="white"/>
              </a:solidFill>
              <a:effectLst/>
              <a:uLnTx/>
              <a:uFillTx/>
              <a:latin typeface="Arial"/>
              <a:ea typeface="+mn-ea"/>
              <a:cs typeface="+mn-cs"/>
            </a:endParaRPr>
          </a:p>
        </p:txBody>
      </p:sp>
      <p:grpSp>
        <p:nvGrpSpPr>
          <p:cNvPr id="11" name="Google Shape;1751;p75">
            <a:extLst>
              <a:ext uri="{FF2B5EF4-FFF2-40B4-BE49-F238E27FC236}">
                <a16:creationId xmlns:a16="http://schemas.microsoft.com/office/drawing/2014/main" id="{B79C42BC-EEA5-835E-05DB-C52E4DDAB39F}"/>
              </a:ext>
            </a:extLst>
          </p:cNvPr>
          <p:cNvGrpSpPr/>
          <p:nvPr/>
        </p:nvGrpSpPr>
        <p:grpSpPr>
          <a:xfrm>
            <a:off x="1126388" y="4112987"/>
            <a:ext cx="487602" cy="433906"/>
            <a:chOff x="5989150" y="3335800"/>
            <a:chExt cx="432700" cy="385050"/>
          </a:xfrm>
        </p:grpSpPr>
        <p:sp>
          <p:nvSpPr>
            <p:cNvPr id="12" name="Google Shape;1752;p75">
              <a:extLst>
                <a:ext uri="{FF2B5EF4-FFF2-40B4-BE49-F238E27FC236}">
                  <a16:creationId xmlns:a16="http://schemas.microsoft.com/office/drawing/2014/main" id="{B0CBD81E-81F8-825F-A8DC-3AC64A62EC4D}"/>
                </a:ext>
              </a:extLst>
            </p:cNvPr>
            <p:cNvSpPr/>
            <p:nvPr/>
          </p:nvSpPr>
          <p:spPr>
            <a:xfrm>
              <a:off x="5989150" y="3335800"/>
              <a:ext cx="157875" cy="269775"/>
            </a:xfrm>
            <a:custGeom>
              <a:avLst/>
              <a:gdLst/>
              <a:ahLst/>
              <a:cxnLst/>
              <a:rect l="l" t="t" r="r" b="b"/>
              <a:pathLst>
                <a:path w="6315" h="10791" extrusionOk="0">
                  <a:moveTo>
                    <a:pt x="3151" y="0"/>
                  </a:moveTo>
                  <a:lnTo>
                    <a:pt x="2880" y="14"/>
                  </a:lnTo>
                  <a:lnTo>
                    <a:pt x="2624" y="54"/>
                  </a:lnTo>
                  <a:lnTo>
                    <a:pt x="2380" y="122"/>
                  </a:lnTo>
                  <a:lnTo>
                    <a:pt x="2137" y="217"/>
                  </a:lnTo>
                  <a:lnTo>
                    <a:pt x="1907" y="325"/>
                  </a:lnTo>
                  <a:lnTo>
                    <a:pt x="1691" y="446"/>
                  </a:lnTo>
                  <a:lnTo>
                    <a:pt x="1488" y="609"/>
                  </a:lnTo>
                  <a:lnTo>
                    <a:pt x="1298" y="771"/>
                  </a:lnTo>
                  <a:lnTo>
                    <a:pt x="1136" y="960"/>
                  </a:lnTo>
                  <a:lnTo>
                    <a:pt x="974" y="1163"/>
                  </a:lnTo>
                  <a:lnTo>
                    <a:pt x="852" y="1379"/>
                  </a:lnTo>
                  <a:lnTo>
                    <a:pt x="744" y="1609"/>
                  </a:lnTo>
                  <a:lnTo>
                    <a:pt x="649" y="1853"/>
                  </a:lnTo>
                  <a:lnTo>
                    <a:pt x="582" y="2096"/>
                  </a:lnTo>
                  <a:lnTo>
                    <a:pt x="541" y="2366"/>
                  </a:lnTo>
                  <a:lnTo>
                    <a:pt x="528" y="2623"/>
                  </a:lnTo>
                  <a:lnTo>
                    <a:pt x="541" y="2894"/>
                  </a:lnTo>
                  <a:lnTo>
                    <a:pt x="582" y="3151"/>
                  </a:lnTo>
                  <a:lnTo>
                    <a:pt x="649" y="3408"/>
                  </a:lnTo>
                  <a:lnTo>
                    <a:pt x="744" y="3651"/>
                  </a:lnTo>
                  <a:lnTo>
                    <a:pt x="852" y="3881"/>
                  </a:lnTo>
                  <a:lnTo>
                    <a:pt x="974" y="4097"/>
                  </a:lnTo>
                  <a:lnTo>
                    <a:pt x="1136" y="4300"/>
                  </a:lnTo>
                  <a:lnTo>
                    <a:pt x="1298" y="4476"/>
                  </a:lnTo>
                  <a:lnTo>
                    <a:pt x="1488" y="4652"/>
                  </a:lnTo>
                  <a:lnTo>
                    <a:pt x="1691" y="4800"/>
                  </a:lnTo>
                  <a:lnTo>
                    <a:pt x="1907" y="4936"/>
                  </a:lnTo>
                  <a:lnTo>
                    <a:pt x="2137" y="5044"/>
                  </a:lnTo>
                  <a:lnTo>
                    <a:pt x="2380" y="5138"/>
                  </a:lnTo>
                  <a:lnTo>
                    <a:pt x="2624" y="5192"/>
                  </a:lnTo>
                  <a:lnTo>
                    <a:pt x="2880" y="5233"/>
                  </a:lnTo>
                  <a:lnTo>
                    <a:pt x="3151" y="5247"/>
                  </a:lnTo>
                  <a:lnTo>
                    <a:pt x="3421" y="5233"/>
                  </a:lnTo>
                  <a:lnTo>
                    <a:pt x="3678" y="5192"/>
                  </a:lnTo>
                  <a:lnTo>
                    <a:pt x="3935" y="5138"/>
                  </a:lnTo>
                  <a:lnTo>
                    <a:pt x="4179" y="5044"/>
                  </a:lnTo>
                  <a:lnTo>
                    <a:pt x="4408" y="4936"/>
                  </a:lnTo>
                  <a:lnTo>
                    <a:pt x="4625" y="4800"/>
                  </a:lnTo>
                  <a:lnTo>
                    <a:pt x="4828" y="4652"/>
                  </a:lnTo>
                  <a:lnTo>
                    <a:pt x="5003" y="4476"/>
                  </a:lnTo>
                  <a:lnTo>
                    <a:pt x="5179" y="4300"/>
                  </a:lnTo>
                  <a:lnTo>
                    <a:pt x="5328" y="4097"/>
                  </a:lnTo>
                  <a:lnTo>
                    <a:pt x="5463" y="3881"/>
                  </a:lnTo>
                  <a:lnTo>
                    <a:pt x="5571" y="3651"/>
                  </a:lnTo>
                  <a:lnTo>
                    <a:pt x="5666" y="3408"/>
                  </a:lnTo>
                  <a:lnTo>
                    <a:pt x="5720" y="3151"/>
                  </a:lnTo>
                  <a:lnTo>
                    <a:pt x="5761" y="2894"/>
                  </a:lnTo>
                  <a:lnTo>
                    <a:pt x="5774" y="2623"/>
                  </a:lnTo>
                  <a:lnTo>
                    <a:pt x="5761" y="2366"/>
                  </a:lnTo>
                  <a:lnTo>
                    <a:pt x="5720" y="2096"/>
                  </a:lnTo>
                  <a:lnTo>
                    <a:pt x="5666" y="1853"/>
                  </a:lnTo>
                  <a:lnTo>
                    <a:pt x="5571" y="1609"/>
                  </a:lnTo>
                  <a:lnTo>
                    <a:pt x="5463" y="1379"/>
                  </a:lnTo>
                  <a:lnTo>
                    <a:pt x="5328" y="1163"/>
                  </a:lnTo>
                  <a:lnTo>
                    <a:pt x="5179" y="960"/>
                  </a:lnTo>
                  <a:lnTo>
                    <a:pt x="5003" y="771"/>
                  </a:lnTo>
                  <a:lnTo>
                    <a:pt x="4828" y="609"/>
                  </a:lnTo>
                  <a:lnTo>
                    <a:pt x="4625" y="446"/>
                  </a:lnTo>
                  <a:lnTo>
                    <a:pt x="4408" y="325"/>
                  </a:lnTo>
                  <a:lnTo>
                    <a:pt x="4179" y="217"/>
                  </a:lnTo>
                  <a:lnTo>
                    <a:pt x="3935" y="122"/>
                  </a:lnTo>
                  <a:lnTo>
                    <a:pt x="3678" y="54"/>
                  </a:lnTo>
                  <a:lnTo>
                    <a:pt x="3421" y="14"/>
                  </a:lnTo>
                  <a:lnTo>
                    <a:pt x="3151" y="0"/>
                  </a:lnTo>
                  <a:close/>
                  <a:moveTo>
                    <a:pt x="785" y="6531"/>
                  </a:moveTo>
                  <a:lnTo>
                    <a:pt x="0" y="7613"/>
                  </a:lnTo>
                  <a:lnTo>
                    <a:pt x="0" y="10790"/>
                  </a:lnTo>
                  <a:lnTo>
                    <a:pt x="6315" y="10790"/>
                  </a:lnTo>
                  <a:lnTo>
                    <a:pt x="6315" y="7613"/>
                  </a:lnTo>
                  <a:lnTo>
                    <a:pt x="5517" y="6531"/>
                  </a:lnTo>
                  <a:close/>
                </a:path>
              </a:pathLst>
            </a:custGeom>
            <a:solidFill>
              <a:schemeClr val="lt1"/>
            </a:solidFill>
            <a:ln>
              <a:noFill/>
            </a:ln>
          </p:spPr>
          <p:txBody>
            <a:bodyPr spcFirstLastPara="1" wrap="square" lIns="146280" tIns="146280" rIns="146280" bIns="14628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880" b="0" i="0" u="none" strike="noStrike" kern="1200" cap="none" spc="0" normalizeH="0" baseline="0" noProof="0">
                <a:ln>
                  <a:noFill/>
                </a:ln>
                <a:solidFill>
                  <a:prstClr val="white"/>
                </a:solidFill>
                <a:effectLst/>
                <a:uLnTx/>
                <a:uFillTx/>
                <a:latin typeface="Arial"/>
                <a:ea typeface="+mn-ea"/>
                <a:cs typeface="+mn-cs"/>
              </a:endParaRPr>
            </a:p>
          </p:txBody>
        </p:sp>
        <p:sp>
          <p:nvSpPr>
            <p:cNvPr id="13" name="Google Shape;1753;p75">
              <a:extLst>
                <a:ext uri="{FF2B5EF4-FFF2-40B4-BE49-F238E27FC236}">
                  <a16:creationId xmlns:a16="http://schemas.microsoft.com/office/drawing/2014/main" id="{01EEC8D7-49B9-7F27-5C64-829CE48CB50B}"/>
                </a:ext>
              </a:extLst>
            </p:cNvPr>
            <p:cNvSpPr/>
            <p:nvPr/>
          </p:nvSpPr>
          <p:spPr>
            <a:xfrm>
              <a:off x="6263625" y="3449025"/>
              <a:ext cx="158225" cy="271825"/>
            </a:xfrm>
            <a:custGeom>
              <a:avLst/>
              <a:gdLst/>
              <a:ahLst/>
              <a:cxnLst/>
              <a:rect l="l" t="t" r="r" b="b"/>
              <a:pathLst>
                <a:path w="6329" h="10873" extrusionOk="0">
                  <a:moveTo>
                    <a:pt x="3165" y="1"/>
                  </a:moveTo>
                  <a:lnTo>
                    <a:pt x="2894" y="14"/>
                  </a:lnTo>
                  <a:lnTo>
                    <a:pt x="2638" y="55"/>
                  </a:lnTo>
                  <a:lnTo>
                    <a:pt x="2381" y="123"/>
                  </a:lnTo>
                  <a:lnTo>
                    <a:pt x="2137" y="217"/>
                  </a:lnTo>
                  <a:lnTo>
                    <a:pt x="1907" y="325"/>
                  </a:lnTo>
                  <a:lnTo>
                    <a:pt x="1691" y="447"/>
                  </a:lnTo>
                  <a:lnTo>
                    <a:pt x="1488" y="609"/>
                  </a:lnTo>
                  <a:lnTo>
                    <a:pt x="1312" y="772"/>
                  </a:lnTo>
                  <a:lnTo>
                    <a:pt x="1137" y="961"/>
                  </a:lnTo>
                  <a:lnTo>
                    <a:pt x="988" y="1164"/>
                  </a:lnTo>
                  <a:lnTo>
                    <a:pt x="853" y="1380"/>
                  </a:lnTo>
                  <a:lnTo>
                    <a:pt x="745" y="1610"/>
                  </a:lnTo>
                  <a:lnTo>
                    <a:pt x="663" y="1853"/>
                  </a:lnTo>
                  <a:lnTo>
                    <a:pt x="596" y="2097"/>
                  </a:lnTo>
                  <a:lnTo>
                    <a:pt x="555" y="2354"/>
                  </a:lnTo>
                  <a:lnTo>
                    <a:pt x="542" y="2624"/>
                  </a:lnTo>
                  <a:lnTo>
                    <a:pt x="555" y="2894"/>
                  </a:lnTo>
                  <a:lnTo>
                    <a:pt x="596" y="3151"/>
                  </a:lnTo>
                  <a:lnTo>
                    <a:pt x="663" y="3408"/>
                  </a:lnTo>
                  <a:lnTo>
                    <a:pt x="745" y="3652"/>
                  </a:lnTo>
                  <a:lnTo>
                    <a:pt x="853" y="3882"/>
                  </a:lnTo>
                  <a:lnTo>
                    <a:pt x="988" y="4098"/>
                  </a:lnTo>
                  <a:lnTo>
                    <a:pt x="1137" y="4301"/>
                  </a:lnTo>
                  <a:lnTo>
                    <a:pt x="1312" y="4476"/>
                  </a:lnTo>
                  <a:lnTo>
                    <a:pt x="1488" y="4652"/>
                  </a:lnTo>
                  <a:lnTo>
                    <a:pt x="1691" y="4801"/>
                  </a:lnTo>
                  <a:lnTo>
                    <a:pt x="1907" y="4936"/>
                  </a:lnTo>
                  <a:lnTo>
                    <a:pt x="2137" y="5044"/>
                  </a:lnTo>
                  <a:lnTo>
                    <a:pt x="2381" y="5139"/>
                  </a:lnTo>
                  <a:lnTo>
                    <a:pt x="2638" y="5193"/>
                  </a:lnTo>
                  <a:lnTo>
                    <a:pt x="2894" y="5234"/>
                  </a:lnTo>
                  <a:lnTo>
                    <a:pt x="3165" y="5247"/>
                  </a:lnTo>
                  <a:lnTo>
                    <a:pt x="3435" y="5234"/>
                  </a:lnTo>
                  <a:lnTo>
                    <a:pt x="3692" y="5193"/>
                  </a:lnTo>
                  <a:lnTo>
                    <a:pt x="3936" y="5139"/>
                  </a:lnTo>
                  <a:lnTo>
                    <a:pt x="4179" y="5044"/>
                  </a:lnTo>
                  <a:lnTo>
                    <a:pt x="4409" y="4936"/>
                  </a:lnTo>
                  <a:lnTo>
                    <a:pt x="4625" y="4801"/>
                  </a:lnTo>
                  <a:lnTo>
                    <a:pt x="4828" y="4652"/>
                  </a:lnTo>
                  <a:lnTo>
                    <a:pt x="5017" y="4476"/>
                  </a:lnTo>
                  <a:lnTo>
                    <a:pt x="5193" y="4301"/>
                  </a:lnTo>
                  <a:lnTo>
                    <a:pt x="5342" y="4098"/>
                  </a:lnTo>
                  <a:lnTo>
                    <a:pt x="5464" y="3882"/>
                  </a:lnTo>
                  <a:lnTo>
                    <a:pt x="5585" y="3652"/>
                  </a:lnTo>
                  <a:lnTo>
                    <a:pt x="5666" y="3408"/>
                  </a:lnTo>
                  <a:lnTo>
                    <a:pt x="5734" y="3151"/>
                  </a:lnTo>
                  <a:lnTo>
                    <a:pt x="5775" y="2894"/>
                  </a:lnTo>
                  <a:lnTo>
                    <a:pt x="5788" y="2624"/>
                  </a:lnTo>
                  <a:lnTo>
                    <a:pt x="5775" y="2354"/>
                  </a:lnTo>
                  <a:lnTo>
                    <a:pt x="5734" y="2097"/>
                  </a:lnTo>
                  <a:lnTo>
                    <a:pt x="5666" y="1853"/>
                  </a:lnTo>
                  <a:lnTo>
                    <a:pt x="5585" y="1610"/>
                  </a:lnTo>
                  <a:lnTo>
                    <a:pt x="5464" y="1380"/>
                  </a:lnTo>
                  <a:lnTo>
                    <a:pt x="5342" y="1164"/>
                  </a:lnTo>
                  <a:lnTo>
                    <a:pt x="5193" y="961"/>
                  </a:lnTo>
                  <a:lnTo>
                    <a:pt x="5017" y="772"/>
                  </a:lnTo>
                  <a:lnTo>
                    <a:pt x="4828" y="609"/>
                  </a:lnTo>
                  <a:lnTo>
                    <a:pt x="4625" y="447"/>
                  </a:lnTo>
                  <a:lnTo>
                    <a:pt x="4409" y="325"/>
                  </a:lnTo>
                  <a:lnTo>
                    <a:pt x="4179" y="217"/>
                  </a:lnTo>
                  <a:lnTo>
                    <a:pt x="3936" y="123"/>
                  </a:lnTo>
                  <a:lnTo>
                    <a:pt x="3692" y="55"/>
                  </a:lnTo>
                  <a:lnTo>
                    <a:pt x="3435" y="14"/>
                  </a:lnTo>
                  <a:lnTo>
                    <a:pt x="3165" y="1"/>
                  </a:lnTo>
                  <a:close/>
                  <a:moveTo>
                    <a:pt x="799" y="6532"/>
                  </a:moveTo>
                  <a:lnTo>
                    <a:pt x="1" y="7613"/>
                  </a:lnTo>
                  <a:lnTo>
                    <a:pt x="1" y="10872"/>
                  </a:lnTo>
                  <a:lnTo>
                    <a:pt x="6329" y="10872"/>
                  </a:lnTo>
                  <a:lnTo>
                    <a:pt x="6329" y="7613"/>
                  </a:lnTo>
                  <a:lnTo>
                    <a:pt x="5531" y="6532"/>
                  </a:lnTo>
                  <a:close/>
                </a:path>
              </a:pathLst>
            </a:custGeom>
            <a:solidFill>
              <a:schemeClr val="lt1"/>
            </a:solidFill>
            <a:ln>
              <a:noFill/>
            </a:ln>
          </p:spPr>
          <p:txBody>
            <a:bodyPr spcFirstLastPara="1" wrap="square" lIns="146280" tIns="146280" rIns="146280" bIns="14628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880" b="0" i="0" u="none" strike="noStrike" kern="1200" cap="none" spc="0" normalizeH="0" baseline="0" noProof="0">
                <a:ln>
                  <a:noFill/>
                </a:ln>
                <a:solidFill>
                  <a:prstClr val="white"/>
                </a:solidFill>
                <a:effectLst/>
                <a:uLnTx/>
                <a:uFillTx/>
                <a:latin typeface="Arial"/>
                <a:ea typeface="+mn-ea"/>
                <a:cs typeface="+mn-cs"/>
              </a:endParaRPr>
            </a:p>
          </p:txBody>
        </p:sp>
        <p:sp>
          <p:nvSpPr>
            <p:cNvPr id="14" name="Google Shape;1754;p75">
              <a:extLst>
                <a:ext uri="{FF2B5EF4-FFF2-40B4-BE49-F238E27FC236}">
                  <a16:creationId xmlns:a16="http://schemas.microsoft.com/office/drawing/2014/main" id="{62350678-7BAD-0BEF-6CFD-237CEDB7306C}"/>
                </a:ext>
              </a:extLst>
            </p:cNvPr>
            <p:cNvSpPr/>
            <p:nvPr/>
          </p:nvSpPr>
          <p:spPr>
            <a:xfrm>
              <a:off x="6081100" y="3362500"/>
              <a:ext cx="247450" cy="331625"/>
            </a:xfrm>
            <a:custGeom>
              <a:avLst/>
              <a:gdLst/>
              <a:ahLst/>
              <a:cxnLst/>
              <a:rect l="l" t="t" r="r" b="b"/>
              <a:pathLst>
                <a:path w="9898" h="13265" extrusionOk="0">
                  <a:moveTo>
                    <a:pt x="4976" y="0"/>
                  </a:moveTo>
                  <a:lnTo>
                    <a:pt x="4516" y="14"/>
                  </a:lnTo>
                  <a:lnTo>
                    <a:pt x="4057" y="68"/>
                  </a:lnTo>
                  <a:lnTo>
                    <a:pt x="3610" y="149"/>
                  </a:lnTo>
                  <a:lnTo>
                    <a:pt x="3178" y="244"/>
                  </a:lnTo>
                  <a:lnTo>
                    <a:pt x="3272" y="555"/>
                  </a:lnTo>
                  <a:lnTo>
                    <a:pt x="3354" y="879"/>
                  </a:lnTo>
                  <a:lnTo>
                    <a:pt x="3394" y="1204"/>
                  </a:lnTo>
                  <a:lnTo>
                    <a:pt x="3408" y="1542"/>
                  </a:lnTo>
                  <a:lnTo>
                    <a:pt x="3786" y="1447"/>
                  </a:lnTo>
                  <a:lnTo>
                    <a:pt x="4165" y="1366"/>
                  </a:lnTo>
                  <a:lnTo>
                    <a:pt x="4571" y="1326"/>
                  </a:lnTo>
                  <a:lnTo>
                    <a:pt x="4976" y="1312"/>
                  </a:lnTo>
                  <a:lnTo>
                    <a:pt x="5220" y="1312"/>
                  </a:lnTo>
                  <a:lnTo>
                    <a:pt x="5476" y="1339"/>
                  </a:lnTo>
                  <a:lnTo>
                    <a:pt x="5720" y="1366"/>
                  </a:lnTo>
                  <a:lnTo>
                    <a:pt x="5963" y="1407"/>
                  </a:lnTo>
                  <a:lnTo>
                    <a:pt x="6207" y="1461"/>
                  </a:lnTo>
                  <a:lnTo>
                    <a:pt x="6450" y="1515"/>
                  </a:lnTo>
                  <a:lnTo>
                    <a:pt x="6680" y="1596"/>
                  </a:lnTo>
                  <a:lnTo>
                    <a:pt x="6896" y="1677"/>
                  </a:lnTo>
                  <a:lnTo>
                    <a:pt x="7126" y="1772"/>
                  </a:lnTo>
                  <a:lnTo>
                    <a:pt x="7342" y="1866"/>
                  </a:lnTo>
                  <a:lnTo>
                    <a:pt x="7559" y="1988"/>
                  </a:lnTo>
                  <a:lnTo>
                    <a:pt x="7762" y="2110"/>
                  </a:lnTo>
                  <a:lnTo>
                    <a:pt x="7964" y="2231"/>
                  </a:lnTo>
                  <a:lnTo>
                    <a:pt x="8154" y="2367"/>
                  </a:lnTo>
                  <a:lnTo>
                    <a:pt x="8343" y="2515"/>
                  </a:lnTo>
                  <a:lnTo>
                    <a:pt x="8519" y="2678"/>
                  </a:lnTo>
                  <a:lnTo>
                    <a:pt x="8681" y="2583"/>
                  </a:lnTo>
                  <a:lnTo>
                    <a:pt x="8843" y="2502"/>
                  </a:lnTo>
                  <a:lnTo>
                    <a:pt x="9006" y="2434"/>
                  </a:lnTo>
                  <a:lnTo>
                    <a:pt x="9181" y="2367"/>
                  </a:lnTo>
                  <a:lnTo>
                    <a:pt x="9357" y="2313"/>
                  </a:lnTo>
                  <a:lnTo>
                    <a:pt x="9533" y="2272"/>
                  </a:lnTo>
                  <a:lnTo>
                    <a:pt x="9709" y="2231"/>
                  </a:lnTo>
                  <a:lnTo>
                    <a:pt x="9898" y="2204"/>
                  </a:lnTo>
                  <a:lnTo>
                    <a:pt x="9655" y="1948"/>
                  </a:lnTo>
                  <a:lnTo>
                    <a:pt x="9411" y="1718"/>
                  </a:lnTo>
                  <a:lnTo>
                    <a:pt x="9154" y="1501"/>
                  </a:lnTo>
                  <a:lnTo>
                    <a:pt x="8884" y="1285"/>
                  </a:lnTo>
                  <a:lnTo>
                    <a:pt x="8613" y="1096"/>
                  </a:lnTo>
                  <a:lnTo>
                    <a:pt x="8316" y="906"/>
                  </a:lnTo>
                  <a:lnTo>
                    <a:pt x="8019" y="744"/>
                  </a:lnTo>
                  <a:lnTo>
                    <a:pt x="7708" y="595"/>
                  </a:lnTo>
                  <a:lnTo>
                    <a:pt x="7397" y="460"/>
                  </a:lnTo>
                  <a:lnTo>
                    <a:pt x="7072" y="338"/>
                  </a:lnTo>
                  <a:lnTo>
                    <a:pt x="6734" y="244"/>
                  </a:lnTo>
                  <a:lnTo>
                    <a:pt x="6396" y="163"/>
                  </a:lnTo>
                  <a:lnTo>
                    <a:pt x="6044" y="95"/>
                  </a:lnTo>
                  <a:lnTo>
                    <a:pt x="5693" y="41"/>
                  </a:lnTo>
                  <a:lnTo>
                    <a:pt x="5328" y="14"/>
                  </a:lnTo>
                  <a:lnTo>
                    <a:pt x="4976" y="0"/>
                  </a:lnTo>
                  <a:close/>
                  <a:moveTo>
                    <a:pt x="0" y="11020"/>
                  </a:moveTo>
                  <a:lnTo>
                    <a:pt x="244" y="11277"/>
                  </a:lnTo>
                  <a:lnTo>
                    <a:pt x="487" y="11521"/>
                  </a:lnTo>
                  <a:lnTo>
                    <a:pt x="744" y="11737"/>
                  </a:lnTo>
                  <a:lnTo>
                    <a:pt x="1014" y="11953"/>
                  </a:lnTo>
                  <a:lnTo>
                    <a:pt x="1298" y="12156"/>
                  </a:lnTo>
                  <a:lnTo>
                    <a:pt x="1596" y="12345"/>
                  </a:lnTo>
                  <a:lnTo>
                    <a:pt x="1893" y="12508"/>
                  </a:lnTo>
                  <a:lnTo>
                    <a:pt x="2204" y="12656"/>
                  </a:lnTo>
                  <a:lnTo>
                    <a:pt x="2529" y="12805"/>
                  </a:lnTo>
                  <a:lnTo>
                    <a:pt x="2853" y="12927"/>
                  </a:lnTo>
                  <a:lnTo>
                    <a:pt x="3191" y="13022"/>
                  </a:lnTo>
                  <a:lnTo>
                    <a:pt x="3529" y="13116"/>
                  </a:lnTo>
                  <a:lnTo>
                    <a:pt x="3881" y="13184"/>
                  </a:lnTo>
                  <a:lnTo>
                    <a:pt x="4246" y="13224"/>
                  </a:lnTo>
                  <a:lnTo>
                    <a:pt x="4598" y="13251"/>
                  </a:lnTo>
                  <a:lnTo>
                    <a:pt x="4976" y="13265"/>
                  </a:lnTo>
                  <a:lnTo>
                    <a:pt x="5233" y="13265"/>
                  </a:lnTo>
                  <a:lnTo>
                    <a:pt x="5490" y="13251"/>
                  </a:lnTo>
                  <a:lnTo>
                    <a:pt x="5747" y="13224"/>
                  </a:lnTo>
                  <a:lnTo>
                    <a:pt x="5990" y="13184"/>
                  </a:lnTo>
                  <a:lnTo>
                    <a:pt x="5990" y="11859"/>
                  </a:lnTo>
                  <a:lnTo>
                    <a:pt x="5747" y="11899"/>
                  </a:lnTo>
                  <a:lnTo>
                    <a:pt x="5490" y="11940"/>
                  </a:lnTo>
                  <a:lnTo>
                    <a:pt x="5233" y="11953"/>
                  </a:lnTo>
                  <a:lnTo>
                    <a:pt x="4976" y="11953"/>
                  </a:lnTo>
                  <a:lnTo>
                    <a:pt x="4557" y="11940"/>
                  </a:lnTo>
                  <a:lnTo>
                    <a:pt x="4151" y="11899"/>
                  </a:lnTo>
                  <a:lnTo>
                    <a:pt x="3759" y="11818"/>
                  </a:lnTo>
                  <a:lnTo>
                    <a:pt x="3367" y="11710"/>
                  </a:lnTo>
                  <a:lnTo>
                    <a:pt x="3002" y="11575"/>
                  </a:lnTo>
                  <a:lnTo>
                    <a:pt x="2637" y="11426"/>
                  </a:lnTo>
                  <a:lnTo>
                    <a:pt x="2285" y="11237"/>
                  </a:lnTo>
                  <a:lnTo>
                    <a:pt x="1961" y="11020"/>
                  </a:lnTo>
                  <a:close/>
                </a:path>
              </a:pathLst>
            </a:custGeom>
            <a:solidFill>
              <a:schemeClr val="lt1"/>
            </a:solidFill>
            <a:ln>
              <a:noFill/>
            </a:ln>
          </p:spPr>
          <p:txBody>
            <a:bodyPr spcFirstLastPara="1" wrap="square" lIns="146280" tIns="146280" rIns="146280" bIns="14628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880" b="0" i="0" u="none" strike="noStrike" kern="1200" cap="none" spc="0" normalizeH="0" baseline="0" noProof="0">
                <a:ln>
                  <a:noFill/>
                </a:ln>
                <a:solidFill>
                  <a:prstClr val="white"/>
                </a:solidFill>
                <a:effectLst/>
                <a:uLnTx/>
                <a:uFillTx/>
                <a:latin typeface="Arial"/>
                <a:ea typeface="+mn-ea"/>
                <a:cs typeface="+mn-cs"/>
              </a:endParaRPr>
            </a:p>
          </p:txBody>
        </p:sp>
      </p:grpSp>
      <p:grpSp>
        <p:nvGrpSpPr>
          <p:cNvPr id="15" name="Google Shape;1755;p75">
            <a:extLst>
              <a:ext uri="{FF2B5EF4-FFF2-40B4-BE49-F238E27FC236}">
                <a16:creationId xmlns:a16="http://schemas.microsoft.com/office/drawing/2014/main" id="{0162BA64-B14D-6B21-C612-721A3701624C}"/>
              </a:ext>
            </a:extLst>
          </p:cNvPr>
          <p:cNvGrpSpPr/>
          <p:nvPr/>
        </p:nvGrpSpPr>
        <p:grpSpPr>
          <a:xfrm>
            <a:off x="1117395" y="3073036"/>
            <a:ext cx="485256" cy="483866"/>
            <a:chOff x="2815450" y="3022175"/>
            <a:chExt cx="349125" cy="348125"/>
          </a:xfrm>
        </p:grpSpPr>
        <p:sp>
          <p:nvSpPr>
            <p:cNvPr id="16" name="Google Shape;1756;p75">
              <a:extLst>
                <a:ext uri="{FF2B5EF4-FFF2-40B4-BE49-F238E27FC236}">
                  <a16:creationId xmlns:a16="http://schemas.microsoft.com/office/drawing/2014/main" id="{0FEA06E1-8EA5-EC7E-B2D2-AA15B1852AE0}"/>
                </a:ext>
              </a:extLst>
            </p:cNvPr>
            <p:cNvSpPr/>
            <p:nvPr/>
          </p:nvSpPr>
          <p:spPr>
            <a:xfrm>
              <a:off x="2815450" y="3022175"/>
              <a:ext cx="349125" cy="348125"/>
            </a:xfrm>
            <a:custGeom>
              <a:avLst/>
              <a:gdLst/>
              <a:ahLst/>
              <a:cxnLst/>
              <a:rect l="l" t="t" r="r" b="b"/>
              <a:pathLst>
                <a:path w="13965" h="13925" extrusionOk="0">
                  <a:moveTo>
                    <a:pt x="5517" y="1"/>
                  </a:moveTo>
                  <a:lnTo>
                    <a:pt x="5527" y="1555"/>
                  </a:lnTo>
                  <a:lnTo>
                    <a:pt x="5183" y="1663"/>
                  </a:lnTo>
                  <a:lnTo>
                    <a:pt x="4859" y="1781"/>
                  </a:lnTo>
                  <a:lnTo>
                    <a:pt x="4534" y="1928"/>
                  </a:lnTo>
                  <a:lnTo>
                    <a:pt x="4219" y="2086"/>
                  </a:lnTo>
                  <a:lnTo>
                    <a:pt x="3128" y="994"/>
                  </a:lnTo>
                  <a:lnTo>
                    <a:pt x="1043" y="3039"/>
                  </a:lnTo>
                  <a:lnTo>
                    <a:pt x="2135" y="4141"/>
                  </a:lnTo>
                  <a:lnTo>
                    <a:pt x="1968" y="4455"/>
                  </a:lnTo>
                  <a:lnTo>
                    <a:pt x="1820" y="4770"/>
                  </a:lnTo>
                  <a:lnTo>
                    <a:pt x="1751" y="4927"/>
                  </a:lnTo>
                  <a:lnTo>
                    <a:pt x="1692" y="5095"/>
                  </a:lnTo>
                  <a:lnTo>
                    <a:pt x="1584" y="5439"/>
                  </a:lnTo>
                  <a:lnTo>
                    <a:pt x="1" y="5429"/>
                  </a:lnTo>
                  <a:lnTo>
                    <a:pt x="1" y="8340"/>
                  </a:lnTo>
                  <a:lnTo>
                    <a:pt x="1564" y="8349"/>
                  </a:lnTo>
                  <a:lnTo>
                    <a:pt x="1672" y="8694"/>
                  </a:lnTo>
                  <a:lnTo>
                    <a:pt x="1790" y="9018"/>
                  </a:lnTo>
                  <a:lnTo>
                    <a:pt x="1938" y="9343"/>
                  </a:lnTo>
                  <a:lnTo>
                    <a:pt x="2105" y="9657"/>
                  </a:lnTo>
                  <a:lnTo>
                    <a:pt x="955" y="10788"/>
                  </a:lnTo>
                  <a:lnTo>
                    <a:pt x="3010" y="12863"/>
                  </a:lnTo>
                  <a:lnTo>
                    <a:pt x="4160" y="11732"/>
                  </a:lnTo>
                  <a:lnTo>
                    <a:pt x="4485" y="11899"/>
                  </a:lnTo>
                  <a:lnTo>
                    <a:pt x="4800" y="12047"/>
                  </a:lnTo>
                  <a:lnTo>
                    <a:pt x="5134" y="12175"/>
                  </a:lnTo>
                  <a:lnTo>
                    <a:pt x="5478" y="12273"/>
                  </a:lnTo>
                  <a:lnTo>
                    <a:pt x="5478" y="13925"/>
                  </a:lnTo>
                  <a:lnTo>
                    <a:pt x="8408" y="13925"/>
                  </a:lnTo>
                  <a:lnTo>
                    <a:pt x="8408" y="12293"/>
                  </a:lnTo>
                  <a:lnTo>
                    <a:pt x="8753" y="12184"/>
                  </a:lnTo>
                  <a:lnTo>
                    <a:pt x="9087" y="12066"/>
                  </a:lnTo>
                  <a:lnTo>
                    <a:pt x="9411" y="11919"/>
                  </a:lnTo>
                  <a:lnTo>
                    <a:pt x="9726" y="11752"/>
                  </a:lnTo>
                  <a:lnTo>
                    <a:pt x="8497" y="10513"/>
                  </a:lnTo>
                  <a:lnTo>
                    <a:pt x="8320" y="10582"/>
                  </a:lnTo>
                  <a:lnTo>
                    <a:pt x="8143" y="10641"/>
                  </a:lnTo>
                  <a:lnTo>
                    <a:pt x="7956" y="10700"/>
                  </a:lnTo>
                  <a:lnTo>
                    <a:pt x="7769" y="10739"/>
                  </a:lnTo>
                  <a:lnTo>
                    <a:pt x="7573" y="10778"/>
                  </a:lnTo>
                  <a:lnTo>
                    <a:pt x="7386" y="10798"/>
                  </a:lnTo>
                  <a:lnTo>
                    <a:pt x="7179" y="10818"/>
                  </a:lnTo>
                  <a:lnTo>
                    <a:pt x="6786" y="10818"/>
                  </a:lnTo>
                  <a:lnTo>
                    <a:pt x="6589" y="10798"/>
                  </a:lnTo>
                  <a:lnTo>
                    <a:pt x="6393" y="10778"/>
                  </a:lnTo>
                  <a:lnTo>
                    <a:pt x="6206" y="10739"/>
                  </a:lnTo>
                  <a:lnTo>
                    <a:pt x="6019" y="10700"/>
                  </a:lnTo>
                  <a:lnTo>
                    <a:pt x="5832" y="10650"/>
                  </a:lnTo>
                  <a:lnTo>
                    <a:pt x="5655" y="10582"/>
                  </a:lnTo>
                  <a:lnTo>
                    <a:pt x="5478" y="10513"/>
                  </a:lnTo>
                  <a:lnTo>
                    <a:pt x="5311" y="10444"/>
                  </a:lnTo>
                  <a:lnTo>
                    <a:pt x="5144" y="10355"/>
                  </a:lnTo>
                  <a:lnTo>
                    <a:pt x="4986" y="10257"/>
                  </a:lnTo>
                  <a:lnTo>
                    <a:pt x="4829" y="10159"/>
                  </a:lnTo>
                  <a:lnTo>
                    <a:pt x="4672" y="10051"/>
                  </a:lnTo>
                  <a:lnTo>
                    <a:pt x="4524" y="9942"/>
                  </a:lnTo>
                  <a:lnTo>
                    <a:pt x="4387" y="9815"/>
                  </a:lnTo>
                  <a:lnTo>
                    <a:pt x="4259" y="9687"/>
                  </a:lnTo>
                  <a:lnTo>
                    <a:pt x="4131" y="9559"/>
                  </a:lnTo>
                  <a:lnTo>
                    <a:pt x="4003" y="9411"/>
                  </a:lnTo>
                  <a:lnTo>
                    <a:pt x="3895" y="9274"/>
                  </a:lnTo>
                  <a:lnTo>
                    <a:pt x="3787" y="9116"/>
                  </a:lnTo>
                  <a:lnTo>
                    <a:pt x="3679" y="8959"/>
                  </a:lnTo>
                  <a:lnTo>
                    <a:pt x="3590" y="8802"/>
                  </a:lnTo>
                  <a:lnTo>
                    <a:pt x="3502" y="8635"/>
                  </a:lnTo>
                  <a:lnTo>
                    <a:pt x="3423" y="8467"/>
                  </a:lnTo>
                  <a:lnTo>
                    <a:pt x="3354" y="8290"/>
                  </a:lnTo>
                  <a:lnTo>
                    <a:pt x="3295" y="8113"/>
                  </a:lnTo>
                  <a:lnTo>
                    <a:pt x="3246" y="7927"/>
                  </a:lnTo>
                  <a:lnTo>
                    <a:pt x="3207" y="7740"/>
                  </a:lnTo>
                  <a:lnTo>
                    <a:pt x="3167" y="7553"/>
                  </a:lnTo>
                  <a:lnTo>
                    <a:pt x="3148" y="7356"/>
                  </a:lnTo>
                  <a:lnTo>
                    <a:pt x="3128" y="7160"/>
                  </a:lnTo>
                  <a:lnTo>
                    <a:pt x="3128" y="6963"/>
                  </a:lnTo>
                  <a:lnTo>
                    <a:pt x="3128" y="6766"/>
                  </a:lnTo>
                  <a:lnTo>
                    <a:pt x="3148" y="6570"/>
                  </a:lnTo>
                  <a:lnTo>
                    <a:pt x="3167" y="6373"/>
                  </a:lnTo>
                  <a:lnTo>
                    <a:pt x="3207" y="6186"/>
                  </a:lnTo>
                  <a:lnTo>
                    <a:pt x="3246" y="5999"/>
                  </a:lnTo>
                  <a:lnTo>
                    <a:pt x="3295" y="5812"/>
                  </a:lnTo>
                  <a:lnTo>
                    <a:pt x="3354" y="5635"/>
                  </a:lnTo>
                  <a:lnTo>
                    <a:pt x="3423" y="5458"/>
                  </a:lnTo>
                  <a:lnTo>
                    <a:pt x="3502" y="5291"/>
                  </a:lnTo>
                  <a:lnTo>
                    <a:pt x="3590" y="5124"/>
                  </a:lnTo>
                  <a:lnTo>
                    <a:pt x="3679" y="4957"/>
                  </a:lnTo>
                  <a:lnTo>
                    <a:pt x="3787" y="4800"/>
                  </a:lnTo>
                  <a:lnTo>
                    <a:pt x="3895" y="4652"/>
                  </a:lnTo>
                  <a:lnTo>
                    <a:pt x="4003" y="4505"/>
                  </a:lnTo>
                  <a:lnTo>
                    <a:pt x="4131" y="4367"/>
                  </a:lnTo>
                  <a:lnTo>
                    <a:pt x="4259" y="4229"/>
                  </a:lnTo>
                  <a:lnTo>
                    <a:pt x="4387" y="4101"/>
                  </a:lnTo>
                  <a:lnTo>
                    <a:pt x="4524" y="3983"/>
                  </a:lnTo>
                  <a:lnTo>
                    <a:pt x="4672" y="3865"/>
                  </a:lnTo>
                  <a:lnTo>
                    <a:pt x="4829" y="3757"/>
                  </a:lnTo>
                  <a:lnTo>
                    <a:pt x="4986" y="3659"/>
                  </a:lnTo>
                  <a:lnTo>
                    <a:pt x="5144" y="3570"/>
                  </a:lnTo>
                  <a:lnTo>
                    <a:pt x="5311" y="3482"/>
                  </a:lnTo>
                  <a:lnTo>
                    <a:pt x="5478" y="3403"/>
                  </a:lnTo>
                  <a:lnTo>
                    <a:pt x="5655" y="3334"/>
                  </a:lnTo>
                  <a:lnTo>
                    <a:pt x="5832" y="3275"/>
                  </a:lnTo>
                  <a:lnTo>
                    <a:pt x="6019" y="3226"/>
                  </a:lnTo>
                  <a:lnTo>
                    <a:pt x="6206" y="3177"/>
                  </a:lnTo>
                  <a:lnTo>
                    <a:pt x="6393" y="3148"/>
                  </a:lnTo>
                  <a:lnTo>
                    <a:pt x="6589" y="3118"/>
                  </a:lnTo>
                  <a:lnTo>
                    <a:pt x="6786" y="3108"/>
                  </a:lnTo>
                  <a:lnTo>
                    <a:pt x="6983" y="3098"/>
                  </a:lnTo>
                  <a:lnTo>
                    <a:pt x="7179" y="3108"/>
                  </a:lnTo>
                  <a:lnTo>
                    <a:pt x="7376" y="3118"/>
                  </a:lnTo>
                  <a:lnTo>
                    <a:pt x="7573" y="3148"/>
                  </a:lnTo>
                  <a:lnTo>
                    <a:pt x="7759" y="3177"/>
                  </a:lnTo>
                  <a:lnTo>
                    <a:pt x="7946" y="3226"/>
                  </a:lnTo>
                  <a:lnTo>
                    <a:pt x="8133" y="3275"/>
                  </a:lnTo>
                  <a:lnTo>
                    <a:pt x="8310" y="3334"/>
                  </a:lnTo>
                  <a:lnTo>
                    <a:pt x="8487" y="3403"/>
                  </a:lnTo>
                  <a:lnTo>
                    <a:pt x="8654" y="3482"/>
                  </a:lnTo>
                  <a:lnTo>
                    <a:pt x="8821" y="3570"/>
                  </a:lnTo>
                  <a:lnTo>
                    <a:pt x="8989" y="3659"/>
                  </a:lnTo>
                  <a:lnTo>
                    <a:pt x="9146" y="3757"/>
                  </a:lnTo>
                  <a:lnTo>
                    <a:pt x="9293" y="3865"/>
                  </a:lnTo>
                  <a:lnTo>
                    <a:pt x="9441" y="3983"/>
                  </a:lnTo>
                  <a:lnTo>
                    <a:pt x="9579" y="4101"/>
                  </a:lnTo>
                  <a:lnTo>
                    <a:pt x="9716" y="4229"/>
                  </a:lnTo>
                  <a:lnTo>
                    <a:pt x="9844" y="4367"/>
                  </a:lnTo>
                  <a:lnTo>
                    <a:pt x="9962" y="4505"/>
                  </a:lnTo>
                  <a:lnTo>
                    <a:pt x="10080" y="4652"/>
                  </a:lnTo>
                  <a:lnTo>
                    <a:pt x="10188" y="4800"/>
                  </a:lnTo>
                  <a:lnTo>
                    <a:pt x="10287" y="4957"/>
                  </a:lnTo>
                  <a:lnTo>
                    <a:pt x="10375" y="5124"/>
                  </a:lnTo>
                  <a:lnTo>
                    <a:pt x="10464" y="5291"/>
                  </a:lnTo>
                  <a:lnTo>
                    <a:pt x="10542" y="5458"/>
                  </a:lnTo>
                  <a:lnTo>
                    <a:pt x="10611" y="5635"/>
                  </a:lnTo>
                  <a:lnTo>
                    <a:pt x="10670" y="5812"/>
                  </a:lnTo>
                  <a:lnTo>
                    <a:pt x="10719" y="5999"/>
                  </a:lnTo>
                  <a:lnTo>
                    <a:pt x="10768" y="6186"/>
                  </a:lnTo>
                  <a:lnTo>
                    <a:pt x="10798" y="6373"/>
                  </a:lnTo>
                  <a:lnTo>
                    <a:pt x="10827" y="6570"/>
                  </a:lnTo>
                  <a:lnTo>
                    <a:pt x="10837" y="6766"/>
                  </a:lnTo>
                  <a:lnTo>
                    <a:pt x="10847" y="6963"/>
                  </a:lnTo>
                  <a:lnTo>
                    <a:pt x="10837" y="7160"/>
                  </a:lnTo>
                  <a:lnTo>
                    <a:pt x="10827" y="7346"/>
                  </a:lnTo>
                  <a:lnTo>
                    <a:pt x="10798" y="7533"/>
                  </a:lnTo>
                  <a:lnTo>
                    <a:pt x="10768" y="7720"/>
                  </a:lnTo>
                  <a:lnTo>
                    <a:pt x="10729" y="7907"/>
                  </a:lnTo>
                  <a:lnTo>
                    <a:pt x="10680" y="8084"/>
                  </a:lnTo>
                  <a:lnTo>
                    <a:pt x="10621" y="8261"/>
                  </a:lnTo>
                  <a:lnTo>
                    <a:pt x="10552" y="8438"/>
                  </a:lnTo>
                  <a:lnTo>
                    <a:pt x="11811" y="9697"/>
                  </a:lnTo>
                  <a:lnTo>
                    <a:pt x="11968" y="9392"/>
                  </a:lnTo>
                  <a:lnTo>
                    <a:pt x="12116" y="9077"/>
                  </a:lnTo>
                  <a:lnTo>
                    <a:pt x="12243" y="8743"/>
                  </a:lnTo>
                  <a:lnTo>
                    <a:pt x="12352" y="8408"/>
                  </a:lnTo>
                  <a:lnTo>
                    <a:pt x="13964" y="8418"/>
                  </a:lnTo>
                  <a:lnTo>
                    <a:pt x="13964" y="5498"/>
                  </a:lnTo>
                  <a:lnTo>
                    <a:pt x="12371" y="5498"/>
                  </a:lnTo>
                  <a:lnTo>
                    <a:pt x="12263" y="5154"/>
                  </a:lnTo>
                  <a:lnTo>
                    <a:pt x="12145" y="4829"/>
                  </a:lnTo>
                  <a:lnTo>
                    <a:pt x="11998" y="4505"/>
                  </a:lnTo>
                  <a:lnTo>
                    <a:pt x="11830" y="4190"/>
                  </a:lnTo>
                  <a:lnTo>
                    <a:pt x="12961" y="3079"/>
                  </a:lnTo>
                  <a:lnTo>
                    <a:pt x="10896" y="1004"/>
                  </a:lnTo>
                  <a:lnTo>
                    <a:pt x="9765" y="2115"/>
                  </a:lnTo>
                  <a:lnTo>
                    <a:pt x="9451" y="1948"/>
                  </a:lnTo>
                  <a:lnTo>
                    <a:pt x="9136" y="1800"/>
                  </a:lnTo>
                  <a:lnTo>
                    <a:pt x="8802" y="1682"/>
                  </a:lnTo>
                  <a:lnTo>
                    <a:pt x="8458" y="1574"/>
                  </a:lnTo>
                  <a:lnTo>
                    <a:pt x="8467" y="1"/>
                  </a:lnTo>
                  <a:close/>
                </a:path>
              </a:pathLst>
            </a:custGeom>
            <a:solidFill>
              <a:schemeClr val="lt1"/>
            </a:solidFill>
            <a:ln>
              <a:noFill/>
            </a:ln>
          </p:spPr>
          <p:txBody>
            <a:bodyPr spcFirstLastPara="1" wrap="square" lIns="146280" tIns="146280" rIns="146280" bIns="14628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880" b="0" i="0" u="none" strike="noStrike" kern="1200" cap="none" spc="0" normalizeH="0" baseline="0" noProof="0">
                <a:ln>
                  <a:noFill/>
                </a:ln>
                <a:solidFill>
                  <a:prstClr val="white"/>
                </a:solidFill>
                <a:effectLst/>
                <a:uLnTx/>
                <a:uFillTx/>
                <a:latin typeface="Arial"/>
                <a:ea typeface="+mn-ea"/>
                <a:cs typeface="+mn-cs"/>
              </a:endParaRPr>
            </a:p>
          </p:txBody>
        </p:sp>
        <p:sp>
          <p:nvSpPr>
            <p:cNvPr id="17" name="Google Shape;1757;p75">
              <a:extLst>
                <a:ext uri="{FF2B5EF4-FFF2-40B4-BE49-F238E27FC236}">
                  <a16:creationId xmlns:a16="http://schemas.microsoft.com/office/drawing/2014/main" id="{844F4D22-7F35-CAE4-95EA-EB292A7654DC}"/>
                </a:ext>
              </a:extLst>
            </p:cNvPr>
            <p:cNvSpPr/>
            <p:nvPr/>
          </p:nvSpPr>
          <p:spPr>
            <a:xfrm>
              <a:off x="2953625" y="3159125"/>
              <a:ext cx="203575" cy="203575"/>
            </a:xfrm>
            <a:custGeom>
              <a:avLst/>
              <a:gdLst/>
              <a:ahLst/>
              <a:cxnLst/>
              <a:rect l="l" t="t" r="r" b="b"/>
              <a:pathLst>
                <a:path w="8143" h="8143" extrusionOk="0">
                  <a:moveTo>
                    <a:pt x="1701" y="0"/>
                  </a:moveTo>
                  <a:lnTo>
                    <a:pt x="1524" y="10"/>
                  </a:lnTo>
                  <a:lnTo>
                    <a:pt x="1357" y="30"/>
                  </a:lnTo>
                  <a:lnTo>
                    <a:pt x="1190" y="69"/>
                  </a:lnTo>
                  <a:lnTo>
                    <a:pt x="1043" y="128"/>
                  </a:lnTo>
                  <a:lnTo>
                    <a:pt x="2203" y="1298"/>
                  </a:lnTo>
                  <a:lnTo>
                    <a:pt x="1279" y="2222"/>
                  </a:lnTo>
                  <a:lnTo>
                    <a:pt x="128" y="1072"/>
                  </a:lnTo>
                  <a:lnTo>
                    <a:pt x="69" y="1219"/>
                  </a:lnTo>
                  <a:lnTo>
                    <a:pt x="40" y="1367"/>
                  </a:lnTo>
                  <a:lnTo>
                    <a:pt x="10" y="1524"/>
                  </a:lnTo>
                  <a:lnTo>
                    <a:pt x="0" y="1691"/>
                  </a:lnTo>
                  <a:lnTo>
                    <a:pt x="10" y="1859"/>
                  </a:lnTo>
                  <a:lnTo>
                    <a:pt x="40" y="2036"/>
                  </a:lnTo>
                  <a:lnTo>
                    <a:pt x="79" y="2193"/>
                  </a:lnTo>
                  <a:lnTo>
                    <a:pt x="138" y="2350"/>
                  </a:lnTo>
                  <a:lnTo>
                    <a:pt x="207" y="2498"/>
                  </a:lnTo>
                  <a:lnTo>
                    <a:pt x="295" y="2635"/>
                  </a:lnTo>
                  <a:lnTo>
                    <a:pt x="394" y="2763"/>
                  </a:lnTo>
                  <a:lnTo>
                    <a:pt x="502" y="2891"/>
                  </a:lnTo>
                  <a:lnTo>
                    <a:pt x="620" y="2999"/>
                  </a:lnTo>
                  <a:lnTo>
                    <a:pt x="748" y="3098"/>
                  </a:lnTo>
                  <a:lnTo>
                    <a:pt x="895" y="3176"/>
                  </a:lnTo>
                  <a:lnTo>
                    <a:pt x="1043" y="3255"/>
                  </a:lnTo>
                  <a:lnTo>
                    <a:pt x="1190" y="3304"/>
                  </a:lnTo>
                  <a:lnTo>
                    <a:pt x="1357" y="3353"/>
                  </a:lnTo>
                  <a:lnTo>
                    <a:pt x="1524" y="3373"/>
                  </a:lnTo>
                  <a:lnTo>
                    <a:pt x="1701" y="3383"/>
                  </a:lnTo>
                  <a:lnTo>
                    <a:pt x="1859" y="3373"/>
                  </a:lnTo>
                  <a:lnTo>
                    <a:pt x="2016" y="3353"/>
                  </a:lnTo>
                  <a:lnTo>
                    <a:pt x="2164" y="3314"/>
                  </a:lnTo>
                  <a:lnTo>
                    <a:pt x="2311" y="3275"/>
                  </a:lnTo>
                  <a:lnTo>
                    <a:pt x="4868" y="5831"/>
                  </a:lnTo>
                  <a:lnTo>
                    <a:pt x="4828" y="5979"/>
                  </a:lnTo>
                  <a:lnTo>
                    <a:pt x="4789" y="6126"/>
                  </a:lnTo>
                  <a:lnTo>
                    <a:pt x="4769" y="6284"/>
                  </a:lnTo>
                  <a:lnTo>
                    <a:pt x="4760" y="6441"/>
                  </a:lnTo>
                  <a:lnTo>
                    <a:pt x="4769" y="6618"/>
                  </a:lnTo>
                  <a:lnTo>
                    <a:pt x="4789" y="6785"/>
                  </a:lnTo>
                  <a:lnTo>
                    <a:pt x="4838" y="6952"/>
                  </a:lnTo>
                  <a:lnTo>
                    <a:pt x="4887" y="7100"/>
                  </a:lnTo>
                  <a:lnTo>
                    <a:pt x="4966" y="7247"/>
                  </a:lnTo>
                  <a:lnTo>
                    <a:pt x="5045" y="7395"/>
                  </a:lnTo>
                  <a:lnTo>
                    <a:pt x="5143" y="7523"/>
                  </a:lnTo>
                  <a:lnTo>
                    <a:pt x="5251" y="7641"/>
                  </a:lnTo>
                  <a:lnTo>
                    <a:pt x="5379" y="7749"/>
                  </a:lnTo>
                  <a:lnTo>
                    <a:pt x="5507" y="7847"/>
                  </a:lnTo>
                  <a:lnTo>
                    <a:pt x="5645" y="7936"/>
                  </a:lnTo>
                  <a:lnTo>
                    <a:pt x="5792" y="8004"/>
                  </a:lnTo>
                  <a:lnTo>
                    <a:pt x="5949" y="8063"/>
                  </a:lnTo>
                  <a:lnTo>
                    <a:pt x="6107" y="8103"/>
                  </a:lnTo>
                  <a:lnTo>
                    <a:pt x="6274" y="8132"/>
                  </a:lnTo>
                  <a:lnTo>
                    <a:pt x="6451" y="8142"/>
                  </a:lnTo>
                  <a:lnTo>
                    <a:pt x="6628" y="8132"/>
                  </a:lnTo>
                  <a:lnTo>
                    <a:pt x="6795" y="8103"/>
                  </a:lnTo>
                  <a:lnTo>
                    <a:pt x="6952" y="8063"/>
                  </a:lnTo>
                  <a:lnTo>
                    <a:pt x="7110" y="8004"/>
                  </a:lnTo>
                  <a:lnTo>
                    <a:pt x="5949" y="6844"/>
                  </a:lnTo>
                  <a:lnTo>
                    <a:pt x="6874" y="5920"/>
                  </a:lnTo>
                  <a:lnTo>
                    <a:pt x="8024" y="7070"/>
                  </a:lnTo>
                  <a:lnTo>
                    <a:pt x="8073" y="6923"/>
                  </a:lnTo>
                  <a:lnTo>
                    <a:pt x="8113" y="6765"/>
                  </a:lnTo>
                  <a:lnTo>
                    <a:pt x="8132" y="6608"/>
                  </a:lnTo>
                  <a:lnTo>
                    <a:pt x="8142" y="6441"/>
                  </a:lnTo>
                  <a:lnTo>
                    <a:pt x="8132" y="6274"/>
                  </a:lnTo>
                  <a:lnTo>
                    <a:pt x="8113" y="6107"/>
                  </a:lnTo>
                  <a:lnTo>
                    <a:pt x="8073" y="5939"/>
                  </a:lnTo>
                  <a:lnTo>
                    <a:pt x="8014" y="5782"/>
                  </a:lnTo>
                  <a:lnTo>
                    <a:pt x="7936" y="5635"/>
                  </a:lnTo>
                  <a:lnTo>
                    <a:pt x="7857" y="5497"/>
                  </a:lnTo>
                  <a:lnTo>
                    <a:pt x="7759" y="5369"/>
                  </a:lnTo>
                  <a:lnTo>
                    <a:pt x="7651" y="5251"/>
                  </a:lnTo>
                  <a:lnTo>
                    <a:pt x="7533" y="5133"/>
                  </a:lnTo>
                  <a:lnTo>
                    <a:pt x="7395" y="5045"/>
                  </a:lnTo>
                  <a:lnTo>
                    <a:pt x="7257" y="4956"/>
                  </a:lnTo>
                  <a:lnTo>
                    <a:pt x="7110" y="4887"/>
                  </a:lnTo>
                  <a:lnTo>
                    <a:pt x="6952" y="4828"/>
                  </a:lnTo>
                  <a:lnTo>
                    <a:pt x="6795" y="4789"/>
                  </a:lnTo>
                  <a:lnTo>
                    <a:pt x="6628" y="4759"/>
                  </a:lnTo>
                  <a:lnTo>
                    <a:pt x="6451" y="4750"/>
                  </a:lnTo>
                  <a:lnTo>
                    <a:pt x="6294" y="4759"/>
                  </a:lnTo>
                  <a:lnTo>
                    <a:pt x="6136" y="4779"/>
                  </a:lnTo>
                  <a:lnTo>
                    <a:pt x="5979" y="4818"/>
                  </a:lnTo>
                  <a:lnTo>
                    <a:pt x="5831" y="4868"/>
                  </a:lnTo>
                  <a:lnTo>
                    <a:pt x="3275" y="2311"/>
                  </a:lnTo>
                  <a:lnTo>
                    <a:pt x="3324" y="2163"/>
                  </a:lnTo>
                  <a:lnTo>
                    <a:pt x="3363" y="2006"/>
                  </a:lnTo>
                  <a:lnTo>
                    <a:pt x="3383" y="1849"/>
                  </a:lnTo>
                  <a:lnTo>
                    <a:pt x="3393" y="1691"/>
                  </a:lnTo>
                  <a:lnTo>
                    <a:pt x="3383" y="1514"/>
                  </a:lnTo>
                  <a:lnTo>
                    <a:pt x="3353" y="1347"/>
                  </a:lnTo>
                  <a:lnTo>
                    <a:pt x="3314" y="1190"/>
                  </a:lnTo>
                  <a:lnTo>
                    <a:pt x="3255" y="1033"/>
                  </a:lnTo>
                  <a:lnTo>
                    <a:pt x="3186" y="885"/>
                  </a:lnTo>
                  <a:lnTo>
                    <a:pt x="3098" y="747"/>
                  </a:lnTo>
                  <a:lnTo>
                    <a:pt x="3009" y="610"/>
                  </a:lnTo>
                  <a:lnTo>
                    <a:pt x="2891" y="492"/>
                  </a:lnTo>
                  <a:lnTo>
                    <a:pt x="2773" y="384"/>
                  </a:lnTo>
                  <a:lnTo>
                    <a:pt x="2645" y="285"/>
                  </a:lnTo>
                  <a:lnTo>
                    <a:pt x="2508" y="197"/>
                  </a:lnTo>
                  <a:lnTo>
                    <a:pt x="2360" y="128"/>
                  </a:lnTo>
                  <a:lnTo>
                    <a:pt x="2203" y="69"/>
                  </a:lnTo>
                  <a:lnTo>
                    <a:pt x="2036" y="30"/>
                  </a:lnTo>
                  <a:lnTo>
                    <a:pt x="1869" y="10"/>
                  </a:lnTo>
                  <a:lnTo>
                    <a:pt x="1701" y="0"/>
                  </a:lnTo>
                  <a:close/>
                </a:path>
              </a:pathLst>
            </a:custGeom>
            <a:solidFill>
              <a:schemeClr val="lt1"/>
            </a:solidFill>
            <a:ln>
              <a:noFill/>
            </a:ln>
          </p:spPr>
          <p:txBody>
            <a:bodyPr spcFirstLastPara="1" wrap="square" lIns="146280" tIns="146280" rIns="146280" bIns="14628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880" b="0" i="0" u="none" strike="noStrike" kern="1200" cap="none" spc="0" normalizeH="0" baseline="0" noProof="0">
                <a:ln>
                  <a:noFill/>
                </a:ln>
                <a:solidFill>
                  <a:prstClr val="white"/>
                </a:solidFill>
                <a:effectLst/>
                <a:uLnTx/>
                <a:uFillTx/>
                <a:latin typeface="Arial"/>
                <a:ea typeface="+mn-ea"/>
                <a:cs typeface="+mn-cs"/>
              </a:endParaRPr>
            </a:p>
          </p:txBody>
        </p:sp>
      </p:grpSp>
      <p:sp>
        <p:nvSpPr>
          <p:cNvPr id="18" name="Google Shape;1767;p75">
            <a:extLst>
              <a:ext uri="{FF2B5EF4-FFF2-40B4-BE49-F238E27FC236}">
                <a16:creationId xmlns:a16="http://schemas.microsoft.com/office/drawing/2014/main" id="{165DD167-3A2A-FEC1-FC9A-74E5F4103335}"/>
              </a:ext>
            </a:extLst>
          </p:cNvPr>
          <p:cNvSpPr txBox="1">
            <a:spLocks/>
          </p:cNvSpPr>
          <p:nvPr/>
        </p:nvSpPr>
        <p:spPr>
          <a:xfrm>
            <a:off x="969389" y="459452"/>
            <a:ext cx="4117920" cy="902400"/>
          </a:xfrm>
          <a:prstGeom prst="rect">
            <a:avLst/>
          </a:prstGeom>
        </p:spPr>
        <p:txBody>
          <a:bodyPr spcFirstLastPara="1" wrap="square" lIns="0" tIns="0" rIns="0" bIns="0" anchor="b" anchorCtr="0">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0" marR="0" lvl="0" indent="0" algn="l" defTabSz="914400" rtl="0" eaLnBrk="1" fontAlgn="auto" latinLnBrk="0" hangingPunct="1">
              <a:lnSpc>
                <a:spcPct val="100000"/>
              </a:lnSpc>
              <a:spcBef>
                <a:spcPts val="0"/>
              </a:spcBef>
              <a:spcAft>
                <a:spcPts val="1920"/>
              </a:spcAft>
              <a:buClrTx/>
              <a:buSzTx/>
              <a:buFontTx/>
              <a:buNone/>
              <a:tabLst/>
              <a:defRPr/>
            </a:pPr>
            <a:r>
              <a:rPr kumimoji="0" lang="en-IN" sz="4000" b="0" i="0" u="none" strike="noStrike" kern="1200" cap="none" spc="0" normalizeH="0" baseline="0" noProof="0" dirty="0">
                <a:ln>
                  <a:noFill/>
                </a:ln>
                <a:solidFill>
                  <a:prstClr val="white"/>
                </a:solidFill>
                <a:effectLst/>
                <a:uLnTx/>
                <a:uFillTx/>
                <a:latin typeface="IBM Plex Sans"/>
                <a:ea typeface="+mn-ea"/>
                <a:cs typeface="IBM Plex Sans"/>
              </a:rPr>
              <a:t>Content</a:t>
            </a:r>
          </a:p>
        </p:txBody>
      </p:sp>
      <p:sp>
        <p:nvSpPr>
          <p:cNvPr id="19" name="Google Shape;1768;p75">
            <a:extLst>
              <a:ext uri="{FF2B5EF4-FFF2-40B4-BE49-F238E27FC236}">
                <a16:creationId xmlns:a16="http://schemas.microsoft.com/office/drawing/2014/main" id="{FDA55EAD-125E-8824-0A1F-DFE3C45E642A}"/>
              </a:ext>
            </a:extLst>
          </p:cNvPr>
          <p:cNvSpPr txBox="1"/>
          <p:nvPr/>
        </p:nvSpPr>
        <p:spPr>
          <a:xfrm>
            <a:off x="1994258" y="1954759"/>
            <a:ext cx="5717160" cy="738615"/>
          </a:xfrm>
          <a:prstGeom prst="rect">
            <a:avLst/>
          </a:prstGeom>
          <a:noFill/>
          <a:ln>
            <a:noFill/>
          </a:ln>
        </p:spPr>
        <p:txBody>
          <a:bodyPr spcFirstLastPara="1" wrap="square" lIns="146280" tIns="146280" rIns="146280" bIns="146280" anchor="t"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 sz="2880" b="0" i="0" u="none" strike="noStrike" kern="1200" cap="none" spc="0" normalizeH="0" baseline="0" noProof="0" dirty="0">
                <a:ln>
                  <a:noFill/>
                </a:ln>
                <a:solidFill>
                  <a:prstClr val="white"/>
                </a:solidFill>
                <a:effectLst/>
                <a:uLnTx/>
                <a:uFillTx/>
                <a:latin typeface="IBM Plex Sans"/>
                <a:ea typeface="IBM Plex Sans"/>
                <a:cs typeface="IBM Plex Sans"/>
                <a:sym typeface="IBM Plex Sans"/>
              </a:rPr>
              <a:t>About </a:t>
            </a:r>
            <a:r>
              <a:rPr kumimoji="0" lang="en" sz="2880" b="0" i="0" u="none" strike="noStrike" kern="1200" cap="none" spc="0" normalizeH="0" baseline="0" noProof="0" dirty="0" smtClean="0">
                <a:ln>
                  <a:noFill/>
                </a:ln>
                <a:solidFill>
                  <a:prstClr val="white"/>
                </a:solidFill>
                <a:effectLst/>
                <a:uLnTx/>
                <a:uFillTx/>
                <a:latin typeface="IBM Plex Sans"/>
                <a:ea typeface="IBM Plex Sans"/>
                <a:cs typeface="IBM Plex Sans"/>
                <a:sym typeface="IBM Plex Sans"/>
              </a:rPr>
              <a:t>SURGE</a:t>
            </a:r>
          </a:p>
        </p:txBody>
      </p:sp>
      <p:sp>
        <p:nvSpPr>
          <p:cNvPr id="20" name="Google Shape;1770;p75">
            <a:extLst>
              <a:ext uri="{FF2B5EF4-FFF2-40B4-BE49-F238E27FC236}">
                <a16:creationId xmlns:a16="http://schemas.microsoft.com/office/drawing/2014/main" id="{CFED3B54-7024-F3E0-7B2B-B1D431D34D78}"/>
              </a:ext>
            </a:extLst>
          </p:cNvPr>
          <p:cNvSpPr txBox="1"/>
          <p:nvPr/>
        </p:nvSpPr>
        <p:spPr>
          <a:xfrm>
            <a:off x="1994258" y="2945576"/>
            <a:ext cx="4321440" cy="738615"/>
          </a:xfrm>
          <a:prstGeom prst="rect">
            <a:avLst/>
          </a:prstGeom>
          <a:noFill/>
          <a:ln>
            <a:noFill/>
          </a:ln>
        </p:spPr>
        <p:txBody>
          <a:bodyPr spcFirstLastPara="1" wrap="square" lIns="146280" tIns="146280" rIns="146280" bIns="146280" anchor="t"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 sz="2880" b="0" i="0" u="none" strike="noStrike" kern="1200" cap="none" spc="0" normalizeH="0" baseline="0" noProof="0" dirty="0" smtClean="0">
                <a:ln>
                  <a:noFill/>
                </a:ln>
                <a:solidFill>
                  <a:prstClr val="white"/>
                </a:solidFill>
                <a:effectLst/>
                <a:uLnTx/>
                <a:uFillTx/>
                <a:latin typeface="IBM Plex Sans"/>
                <a:ea typeface="IBM Plex Sans"/>
                <a:cs typeface="IBM Plex Sans"/>
                <a:sym typeface="IBM Plex Sans"/>
              </a:rPr>
              <a:t>Success Story</a:t>
            </a:r>
            <a:endParaRPr kumimoji="0" sz="2880" b="0" i="0" u="none" strike="noStrike" kern="1200" cap="none" spc="0" normalizeH="0" baseline="0" noProof="0" dirty="0">
              <a:ln>
                <a:noFill/>
              </a:ln>
              <a:solidFill>
                <a:prstClr val="white"/>
              </a:solidFill>
              <a:effectLst/>
              <a:uLnTx/>
              <a:uFillTx/>
              <a:latin typeface="IBM Plex Sans"/>
              <a:ea typeface="IBM Plex Sans"/>
              <a:cs typeface="IBM Plex Sans"/>
              <a:sym typeface="IBM Plex Sans"/>
            </a:endParaRPr>
          </a:p>
        </p:txBody>
      </p:sp>
      <p:sp>
        <p:nvSpPr>
          <p:cNvPr id="22" name="Google Shape;1772;p75">
            <a:extLst>
              <a:ext uri="{FF2B5EF4-FFF2-40B4-BE49-F238E27FC236}">
                <a16:creationId xmlns:a16="http://schemas.microsoft.com/office/drawing/2014/main" id="{83F6D123-D741-68CA-0D88-1F30A7D71B8D}"/>
              </a:ext>
            </a:extLst>
          </p:cNvPr>
          <p:cNvSpPr txBox="1"/>
          <p:nvPr/>
        </p:nvSpPr>
        <p:spPr>
          <a:xfrm>
            <a:off x="1994258" y="4846492"/>
            <a:ext cx="4321440" cy="738615"/>
          </a:xfrm>
          <a:prstGeom prst="rect">
            <a:avLst/>
          </a:prstGeom>
          <a:noFill/>
          <a:ln>
            <a:noFill/>
          </a:ln>
        </p:spPr>
        <p:txBody>
          <a:bodyPr spcFirstLastPara="1" wrap="square" lIns="146280" tIns="146280" rIns="146280" bIns="146280" anchor="t"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 sz="2880" b="0" i="0" u="none" strike="noStrike" kern="1200" cap="none" spc="0" normalizeH="0" baseline="0" noProof="0" dirty="0">
                <a:ln>
                  <a:noFill/>
                </a:ln>
                <a:solidFill>
                  <a:prstClr val="white"/>
                </a:solidFill>
                <a:effectLst/>
                <a:uLnTx/>
                <a:uFillTx/>
                <a:latin typeface="IBM Plex Sans"/>
                <a:ea typeface="IBM Plex Sans"/>
                <a:cs typeface="IBM Plex Sans"/>
                <a:sym typeface="IBM Plex Sans"/>
              </a:rPr>
              <a:t>Demonstration</a:t>
            </a:r>
            <a:endParaRPr kumimoji="0" sz="2880" b="0" i="0" u="none" strike="noStrike" kern="1200" cap="none" spc="0" normalizeH="0" baseline="0" noProof="0" dirty="0">
              <a:ln>
                <a:noFill/>
              </a:ln>
              <a:solidFill>
                <a:prstClr val="white"/>
              </a:solidFill>
              <a:effectLst/>
              <a:uLnTx/>
              <a:uFillTx/>
              <a:latin typeface="IBM Plex Sans"/>
              <a:ea typeface="IBM Plex Sans"/>
              <a:cs typeface="IBM Plex Sans"/>
              <a:sym typeface="IBM Plex Sans"/>
            </a:endParaRPr>
          </a:p>
        </p:txBody>
      </p:sp>
      <p:pic>
        <p:nvPicPr>
          <p:cNvPr id="23" name="Google Shape;1001;p52">
            <a:extLst>
              <a:ext uri="{FF2B5EF4-FFF2-40B4-BE49-F238E27FC236}">
                <a16:creationId xmlns:a16="http://schemas.microsoft.com/office/drawing/2014/main" id="{23A29605-9EF1-EEC4-A10B-BDF6B227A462}"/>
              </a:ext>
            </a:extLst>
          </p:cNvPr>
          <p:cNvPicPr preferRelativeResize="0"/>
          <p:nvPr/>
        </p:nvPicPr>
        <p:blipFill>
          <a:blip r:embed="rId3">
            <a:alphaModFix/>
          </a:blip>
          <a:stretch>
            <a:fillRect/>
          </a:stretch>
        </p:blipFill>
        <p:spPr>
          <a:xfrm>
            <a:off x="902906" y="2027909"/>
            <a:ext cx="934566" cy="645781"/>
          </a:xfrm>
          <a:prstGeom prst="rect">
            <a:avLst/>
          </a:prstGeom>
          <a:noFill/>
          <a:ln>
            <a:noFill/>
          </a:ln>
        </p:spPr>
      </p:pic>
      <p:pic>
        <p:nvPicPr>
          <p:cNvPr id="24" name="Picture 23" descr="Icon&#10;&#10;Description automatically generated">
            <a:extLst>
              <a:ext uri="{FF2B5EF4-FFF2-40B4-BE49-F238E27FC236}">
                <a16:creationId xmlns:a16="http://schemas.microsoft.com/office/drawing/2014/main" id="{AB1D4877-E437-91B6-9080-00F996534EC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10064" y="4983725"/>
            <a:ext cx="568865" cy="568865"/>
          </a:xfrm>
          <a:prstGeom prst="rect">
            <a:avLst/>
          </a:prstGeom>
        </p:spPr>
      </p:pic>
      <p:sp>
        <p:nvSpPr>
          <p:cNvPr id="25" name="Google Shape;1745;p75">
            <a:extLst>
              <a:ext uri="{FF2B5EF4-FFF2-40B4-BE49-F238E27FC236}">
                <a16:creationId xmlns:a16="http://schemas.microsoft.com/office/drawing/2014/main" id="{20B38768-15A1-A8AD-FFCD-4219B148DE64}"/>
              </a:ext>
            </a:extLst>
          </p:cNvPr>
          <p:cNvSpPr/>
          <p:nvPr/>
        </p:nvSpPr>
        <p:spPr>
          <a:xfrm>
            <a:off x="969389" y="5804728"/>
            <a:ext cx="801600" cy="801600"/>
          </a:xfrm>
          <a:prstGeom prst="roundRect">
            <a:avLst>
              <a:gd name="adj" fmla="val 16667"/>
            </a:avLst>
          </a:prstGeom>
          <a:solidFill>
            <a:srgbClr val="F6D33C"/>
          </a:solidFill>
          <a:ln>
            <a:noFill/>
          </a:ln>
        </p:spPr>
        <p:txBody>
          <a:bodyPr spcFirstLastPara="1" wrap="square" lIns="146280" tIns="146280" rIns="146280" bIns="14628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880" b="0" i="0" u="none" strike="noStrike" kern="1200" cap="none" spc="0" normalizeH="0" baseline="0" noProof="0">
              <a:ln>
                <a:noFill/>
              </a:ln>
              <a:solidFill>
                <a:prstClr val="white"/>
              </a:solidFill>
              <a:effectLst/>
              <a:uLnTx/>
              <a:uFillTx/>
              <a:latin typeface="Arial"/>
              <a:ea typeface="+mn-ea"/>
              <a:cs typeface="+mn-cs"/>
            </a:endParaRPr>
          </a:p>
        </p:txBody>
      </p:sp>
      <p:sp>
        <p:nvSpPr>
          <p:cNvPr id="26" name="Google Shape;1758;p75">
            <a:extLst>
              <a:ext uri="{FF2B5EF4-FFF2-40B4-BE49-F238E27FC236}">
                <a16:creationId xmlns:a16="http://schemas.microsoft.com/office/drawing/2014/main" id="{969DD594-A694-053B-A97F-D363595178AA}"/>
              </a:ext>
            </a:extLst>
          </p:cNvPr>
          <p:cNvSpPr/>
          <p:nvPr/>
        </p:nvSpPr>
        <p:spPr>
          <a:xfrm>
            <a:off x="1293661" y="6045762"/>
            <a:ext cx="132725" cy="319542"/>
          </a:xfrm>
          <a:custGeom>
            <a:avLst/>
            <a:gdLst/>
            <a:ahLst/>
            <a:cxnLst/>
            <a:rect l="l" t="t" r="r" b="b"/>
            <a:pathLst>
              <a:path w="5902" h="14212" extrusionOk="0">
                <a:moveTo>
                  <a:pt x="2135" y="0"/>
                </a:moveTo>
                <a:lnTo>
                  <a:pt x="2135" y="930"/>
                </a:lnTo>
                <a:lnTo>
                  <a:pt x="1884" y="1002"/>
                </a:lnTo>
                <a:lnTo>
                  <a:pt x="1646" y="1085"/>
                </a:lnTo>
                <a:lnTo>
                  <a:pt x="1431" y="1193"/>
                </a:lnTo>
                <a:lnTo>
                  <a:pt x="1228" y="1312"/>
                </a:lnTo>
                <a:lnTo>
                  <a:pt x="1038" y="1443"/>
                </a:lnTo>
                <a:lnTo>
                  <a:pt x="871" y="1598"/>
                </a:lnTo>
                <a:lnTo>
                  <a:pt x="716" y="1765"/>
                </a:lnTo>
                <a:lnTo>
                  <a:pt x="573" y="1956"/>
                </a:lnTo>
                <a:lnTo>
                  <a:pt x="454" y="2158"/>
                </a:lnTo>
                <a:lnTo>
                  <a:pt x="346" y="2373"/>
                </a:lnTo>
                <a:lnTo>
                  <a:pt x="251" y="2611"/>
                </a:lnTo>
                <a:lnTo>
                  <a:pt x="179" y="2862"/>
                </a:lnTo>
                <a:lnTo>
                  <a:pt x="120" y="3124"/>
                </a:lnTo>
                <a:lnTo>
                  <a:pt x="84" y="3398"/>
                </a:lnTo>
                <a:lnTo>
                  <a:pt x="60" y="3696"/>
                </a:lnTo>
                <a:lnTo>
                  <a:pt x="48" y="4006"/>
                </a:lnTo>
                <a:lnTo>
                  <a:pt x="60" y="4328"/>
                </a:lnTo>
                <a:lnTo>
                  <a:pt x="96" y="4638"/>
                </a:lnTo>
                <a:lnTo>
                  <a:pt x="144" y="4936"/>
                </a:lnTo>
                <a:lnTo>
                  <a:pt x="215" y="5210"/>
                </a:lnTo>
                <a:lnTo>
                  <a:pt x="299" y="5461"/>
                </a:lnTo>
                <a:lnTo>
                  <a:pt x="406" y="5699"/>
                </a:lnTo>
                <a:lnTo>
                  <a:pt x="525" y="5926"/>
                </a:lnTo>
                <a:lnTo>
                  <a:pt x="656" y="6152"/>
                </a:lnTo>
                <a:lnTo>
                  <a:pt x="799" y="6355"/>
                </a:lnTo>
                <a:lnTo>
                  <a:pt x="942" y="6546"/>
                </a:lnTo>
                <a:lnTo>
                  <a:pt x="1109" y="6724"/>
                </a:lnTo>
                <a:lnTo>
                  <a:pt x="1276" y="6903"/>
                </a:lnTo>
                <a:lnTo>
                  <a:pt x="1443" y="7070"/>
                </a:lnTo>
                <a:lnTo>
                  <a:pt x="1622" y="7237"/>
                </a:lnTo>
                <a:lnTo>
                  <a:pt x="1980" y="7547"/>
                </a:lnTo>
                <a:lnTo>
                  <a:pt x="2337" y="7833"/>
                </a:lnTo>
                <a:lnTo>
                  <a:pt x="2695" y="8131"/>
                </a:lnTo>
                <a:lnTo>
                  <a:pt x="2862" y="8286"/>
                </a:lnTo>
                <a:lnTo>
                  <a:pt x="3017" y="8429"/>
                </a:lnTo>
                <a:lnTo>
                  <a:pt x="3172" y="8584"/>
                </a:lnTo>
                <a:lnTo>
                  <a:pt x="3315" y="8751"/>
                </a:lnTo>
                <a:lnTo>
                  <a:pt x="3446" y="8918"/>
                </a:lnTo>
                <a:lnTo>
                  <a:pt x="3553" y="9085"/>
                </a:lnTo>
                <a:lnTo>
                  <a:pt x="3661" y="9264"/>
                </a:lnTo>
                <a:lnTo>
                  <a:pt x="3744" y="9455"/>
                </a:lnTo>
                <a:lnTo>
                  <a:pt x="3816" y="9657"/>
                </a:lnTo>
                <a:lnTo>
                  <a:pt x="3875" y="9860"/>
                </a:lnTo>
                <a:lnTo>
                  <a:pt x="3899" y="10086"/>
                </a:lnTo>
                <a:lnTo>
                  <a:pt x="3911" y="10325"/>
                </a:lnTo>
                <a:lnTo>
                  <a:pt x="3911" y="10480"/>
                </a:lnTo>
                <a:lnTo>
                  <a:pt x="3899" y="10635"/>
                </a:lnTo>
                <a:lnTo>
                  <a:pt x="3875" y="10766"/>
                </a:lnTo>
                <a:lnTo>
                  <a:pt x="3839" y="10897"/>
                </a:lnTo>
                <a:lnTo>
                  <a:pt x="3804" y="11004"/>
                </a:lnTo>
                <a:lnTo>
                  <a:pt x="3756" y="11100"/>
                </a:lnTo>
                <a:lnTo>
                  <a:pt x="3708" y="11195"/>
                </a:lnTo>
                <a:lnTo>
                  <a:pt x="3637" y="11267"/>
                </a:lnTo>
                <a:lnTo>
                  <a:pt x="3577" y="11338"/>
                </a:lnTo>
                <a:lnTo>
                  <a:pt x="3494" y="11398"/>
                </a:lnTo>
                <a:lnTo>
                  <a:pt x="3410" y="11446"/>
                </a:lnTo>
                <a:lnTo>
                  <a:pt x="3315" y="11481"/>
                </a:lnTo>
                <a:lnTo>
                  <a:pt x="3219" y="11505"/>
                </a:lnTo>
                <a:lnTo>
                  <a:pt x="3124" y="11529"/>
                </a:lnTo>
                <a:lnTo>
                  <a:pt x="3005" y="11541"/>
                </a:lnTo>
                <a:lnTo>
                  <a:pt x="2778" y="11541"/>
                </a:lnTo>
                <a:lnTo>
                  <a:pt x="2671" y="11529"/>
                </a:lnTo>
                <a:lnTo>
                  <a:pt x="2564" y="11505"/>
                </a:lnTo>
                <a:lnTo>
                  <a:pt x="2468" y="11481"/>
                </a:lnTo>
                <a:lnTo>
                  <a:pt x="2373" y="11446"/>
                </a:lnTo>
                <a:lnTo>
                  <a:pt x="2290" y="11398"/>
                </a:lnTo>
                <a:lnTo>
                  <a:pt x="2218" y="11338"/>
                </a:lnTo>
                <a:lnTo>
                  <a:pt x="2146" y="11267"/>
                </a:lnTo>
                <a:lnTo>
                  <a:pt x="2087" y="11195"/>
                </a:lnTo>
                <a:lnTo>
                  <a:pt x="2027" y="11100"/>
                </a:lnTo>
                <a:lnTo>
                  <a:pt x="1980" y="11004"/>
                </a:lnTo>
                <a:lnTo>
                  <a:pt x="1944" y="10897"/>
                </a:lnTo>
                <a:lnTo>
                  <a:pt x="1908" y="10766"/>
                </a:lnTo>
                <a:lnTo>
                  <a:pt x="1884" y="10635"/>
                </a:lnTo>
                <a:lnTo>
                  <a:pt x="1872" y="10480"/>
                </a:lnTo>
                <a:lnTo>
                  <a:pt x="1872" y="10325"/>
                </a:lnTo>
                <a:lnTo>
                  <a:pt x="1872" y="9335"/>
                </a:lnTo>
                <a:lnTo>
                  <a:pt x="0" y="9335"/>
                </a:lnTo>
                <a:lnTo>
                  <a:pt x="0" y="10194"/>
                </a:lnTo>
                <a:lnTo>
                  <a:pt x="12" y="10516"/>
                </a:lnTo>
                <a:lnTo>
                  <a:pt x="36" y="10814"/>
                </a:lnTo>
                <a:lnTo>
                  <a:pt x="72" y="11088"/>
                </a:lnTo>
                <a:lnTo>
                  <a:pt x="132" y="11362"/>
                </a:lnTo>
                <a:lnTo>
                  <a:pt x="215" y="11612"/>
                </a:lnTo>
                <a:lnTo>
                  <a:pt x="299" y="11851"/>
                </a:lnTo>
                <a:lnTo>
                  <a:pt x="418" y="12077"/>
                </a:lnTo>
                <a:lnTo>
                  <a:pt x="537" y="12280"/>
                </a:lnTo>
                <a:lnTo>
                  <a:pt x="680" y="12471"/>
                </a:lnTo>
                <a:lnTo>
                  <a:pt x="835" y="12638"/>
                </a:lnTo>
                <a:lnTo>
                  <a:pt x="1014" y="12793"/>
                </a:lnTo>
                <a:lnTo>
                  <a:pt x="1205" y="12924"/>
                </a:lnTo>
                <a:lnTo>
                  <a:pt x="1419" y="13043"/>
                </a:lnTo>
                <a:lnTo>
                  <a:pt x="1646" y="13150"/>
                </a:lnTo>
                <a:lnTo>
                  <a:pt x="1884" y="13234"/>
                </a:lnTo>
                <a:lnTo>
                  <a:pt x="2146" y="13293"/>
                </a:lnTo>
                <a:lnTo>
                  <a:pt x="2146" y="14211"/>
                </a:lnTo>
                <a:lnTo>
                  <a:pt x="3756" y="14211"/>
                </a:lnTo>
                <a:lnTo>
                  <a:pt x="3756" y="13293"/>
                </a:lnTo>
                <a:lnTo>
                  <a:pt x="4018" y="13222"/>
                </a:lnTo>
                <a:lnTo>
                  <a:pt x="4257" y="13150"/>
                </a:lnTo>
                <a:lnTo>
                  <a:pt x="4471" y="13043"/>
                </a:lnTo>
                <a:lnTo>
                  <a:pt x="4686" y="12924"/>
                </a:lnTo>
                <a:lnTo>
                  <a:pt x="4877" y="12793"/>
                </a:lnTo>
                <a:lnTo>
                  <a:pt x="5055" y="12638"/>
                </a:lnTo>
                <a:lnTo>
                  <a:pt x="5210" y="12459"/>
                </a:lnTo>
                <a:lnTo>
                  <a:pt x="5354" y="12280"/>
                </a:lnTo>
                <a:lnTo>
                  <a:pt x="5485" y="12065"/>
                </a:lnTo>
                <a:lnTo>
                  <a:pt x="5592" y="11851"/>
                </a:lnTo>
                <a:lnTo>
                  <a:pt x="5687" y="11612"/>
                </a:lnTo>
                <a:lnTo>
                  <a:pt x="5759" y="11362"/>
                </a:lnTo>
                <a:lnTo>
                  <a:pt x="5818" y="11088"/>
                </a:lnTo>
                <a:lnTo>
                  <a:pt x="5866" y="10814"/>
                </a:lnTo>
                <a:lnTo>
                  <a:pt x="5890" y="10516"/>
                </a:lnTo>
                <a:lnTo>
                  <a:pt x="5902" y="10194"/>
                </a:lnTo>
                <a:lnTo>
                  <a:pt x="5890" y="9872"/>
                </a:lnTo>
                <a:lnTo>
                  <a:pt x="5854" y="9562"/>
                </a:lnTo>
                <a:lnTo>
                  <a:pt x="5807" y="9276"/>
                </a:lnTo>
                <a:lnTo>
                  <a:pt x="5735" y="9001"/>
                </a:lnTo>
                <a:lnTo>
                  <a:pt x="5652" y="8739"/>
                </a:lnTo>
                <a:lnTo>
                  <a:pt x="5544" y="8501"/>
                </a:lnTo>
                <a:lnTo>
                  <a:pt x="5425" y="8274"/>
                </a:lnTo>
                <a:lnTo>
                  <a:pt x="5294" y="8060"/>
                </a:lnTo>
                <a:lnTo>
                  <a:pt x="5151" y="7857"/>
                </a:lnTo>
                <a:lnTo>
                  <a:pt x="5008" y="7666"/>
                </a:lnTo>
                <a:lnTo>
                  <a:pt x="4841" y="7475"/>
                </a:lnTo>
                <a:lnTo>
                  <a:pt x="4674" y="7297"/>
                </a:lnTo>
                <a:lnTo>
                  <a:pt x="4507" y="7130"/>
                </a:lnTo>
                <a:lnTo>
                  <a:pt x="4328" y="6975"/>
                </a:lnTo>
                <a:lnTo>
                  <a:pt x="3971" y="6665"/>
                </a:lnTo>
                <a:lnTo>
                  <a:pt x="3601" y="6367"/>
                </a:lnTo>
                <a:lnTo>
                  <a:pt x="3255" y="6069"/>
                </a:lnTo>
                <a:lnTo>
                  <a:pt x="3088" y="5926"/>
                </a:lnTo>
                <a:lnTo>
                  <a:pt x="2933" y="5771"/>
                </a:lnTo>
                <a:lnTo>
                  <a:pt x="2778" y="5616"/>
                </a:lnTo>
                <a:lnTo>
                  <a:pt x="2635" y="5461"/>
                </a:lnTo>
                <a:lnTo>
                  <a:pt x="2504" y="5294"/>
                </a:lnTo>
                <a:lnTo>
                  <a:pt x="2385" y="5115"/>
                </a:lnTo>
                <a:lnTo>
                  <a:pt x="2290" y="4936"/>
                </a:lnTo>
                <a:lnTo>
                  <a:pt x="2194" y="4745"/>
                </a:lnTo>
                <a:lnTo>
                  <a:pt x="2123" y="4555"/>
                </a:lnTo>
                <a:lnTo>
                  <a:pt x="2075" y="4340"/>
                </a:lnTo>
                <a:lnTo>
                  <a:pt x="2039" y="4113"/>
                </a:lnTo>
                <a:lnTo>
                  <a:pt x="2027" y="3887"/>
                </a:lnTo>
                <a:lnTo>
                  <a:pt x="2039" y="3720"/>
                </a:lnTo>
                <a:lnTo>
                  <a:pt x="2051" y="3577"/>
                </a:lnTo>
                <a:lnTo>
                  <a:pt x="2075" y="3434"/>
                </a:lnTo>
                <a:lnTo>
                  <a:pt x="2099" y="3315"/>
                </a:lnTo>
                <a:lnTo>
                  <a:pt x="2135" y="3195"/>
                </a:lnTo>
                <a:lnTo>
                  <a:pt x="2182" y="3100"/>
                </a:lnTo>
                <a:lnTo>
                  <a:pt x="2230" y="3005"/>
                </a:lnTo>
                <a:lnTo>
                  <a:pt x="2290" y="2921"/>
                </a:lnTo>
                <a:lnTo>
                  <a:pt x="2361" y="2862"/>
                </a:lnTo>
                <a:lnTo>
                  <a:pt x="2433" y="2802"/>
                </a:lnTo>
                <a:lnTo>
                  <a:pt x="2516" y="2754"/>
                </a:lnTo>
                <a:lnTo>
                  <a:pt x="2600" y="2707"/>
                </a:lnTo>
                <a:lnTo>
                  <a:pt x="2695" y="2683"/>
                </a:lnTo>
                <a:lnTo>
                  <a:pt x="2802" y="2659"/>
                </a:lnTo>
                <a:lnTo>
                  <a:pt x="2909" y="2647"/>
                </a:lnTo>
                <a:lnTo>
                  <a:pt x="3136" y="2647"/>
                </a:lnTo>
                <a:lnTo>
                  <a:pt x="3243" y="2659"/>
                </a:lnTo>
                <a:lnTo>
                  <a:pt x="3339" y="2683"/>
                </a:lnTo>
                <a:lnTo>
                  <a:pt x="3434" y="2707"/>
                </a:lnTo>
                <a:lnTo>
                  <a:pt x="3529" y="2754"/>
                </a:lnTo>
                <a:lnTo>
                  <a:pt x="3613" y="2802"/>
                </a:lnTo>
                <a:lnTo>
                  <a:pt x="3684" y="2862"/>
                </a:lnTo>
                <a:lnTo>
                  <a:pt x="3744" y="2921"/>
                </a:lnTo>
                <a:lnTo>
                  <a:pt x="3804" y="3005"/>
                </a:lnTo>
                <a:lnTo>
                  <a:pt x="3863" y="3100"/>
                </a:lnTo>
                <a:lnTo>
                  <a:pt x="3899" y="3195"/>
                </a:lnTo>
                <a:lnTo>
                  <a:pt x="3947" y="3315"/>
                </a:lnTo>
                <a:lnTo>
                  <a:pt x="3971" y="3434"/>
                </a:lnTo>
                <a:lnTo>
                  <a:pt x="3994" y="3565"/>
                </a:lnTo>
                <a:lnTo>
                  <a:pt x="4006" y="3720"/>
                </a:lnTo>
                <a:lnTo>
                  <a:pt x="4006" y="3887"/>
                </a:lnTo>
                <a:lnTo>
                  <a:pt x="4006" y="4412"/>
                </a:lnTo>
                <a:lnTo>
                  <a:pt x="5878" y="4412"/>
                </a:lnTo>
                <a:lnTo>
                  <a:pt x="5878" y="4006"/>
                </a:lnTo>
                <a:lnTo>
                  <a:pt x="5866" y="3696"/>
                </a:lnTo>
                <a:lnTo>
                  <a:pt x="5842" y="3398"/>
                </a:lnTo>
                <a:lnTo>
                  <a:pt x="5795" y="3124"/>
                </a:lnTo>
                <a:lnTo>
                  <a:pt x="5747" y="2850"/>
                </a:lnTo>
                <a:lnTo>
                  <a:pt x="5664" y="2599"/>
                </a:lnTo>
                <a:lnTo>
                  <a:pt x="5580" y="2361"/>
                </a:lnTo>
                <a:lnTo>
                  <a:pt x="5461" y="2146"/>
                </a:lnTo>
                <a:lnTo>
                  <a:pt x="5342" y="1944"/>
                </a:lnTo>
                <a:lnTo>
                  <a:pt x="5199" y="1753"/>
                </a:lnTo>
                <a:lnTo>
                  <a:pt x="5044" y="1586"/>
                </a:lnTo>
                <a:lnTo>
                  <a:pt x="4865" y="1431"/>
                </a:lnTo>
                <a:lnTo>
                  <a:pt x="4674" y="1300"/>
                </a:lnTo>
                <a:lnTo>
                  <a:pt x="4471" y="1181"/>
                </a:lnTo>
                <a:lnTo>
                  <a:pt x="4245" y="1085"/>
                </a:lnTo>
                <a:lnTo>
                  <a:pt x="4006" y="1002"/>
                </a:lnTo>
                <a:lnTo>
                  <a:pt x="3756" y="930"/>
                </a:lnTo>
                <a:lnTo>
                  <a:pt x="3756" y="0"/>
                </a:lnTo>
                <a:close/>
              </a:path>
            </a:pathLst>
          </a:custGeom>
          <a:solidFill>
            <a:schemeClr val="lt1"/>
          </a:solidFill>
          <a:ln>
            <a:noFill/>
          </a:ln>
        </p:spPr>
        <p:txBody>
          <a:bodyPr spcFirstLastPara="1" wrap="square" lIns="146280" tIns="146280" rIns="146280" bIns="14628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880" b="0" i="0" u="none" strike="noStrike" kern="1200" cap="none" spc="0" normalizeH="0" baseline="0" noProof="0">
              <a:ln>
                <a:noFill/>
              </a:ln>
              <a:solidFill>
                <a:prstClr val="white"/>
              </a:solidFill>
              <a:effectLst/>
              <a:uLnTx/>
              <a:uFillTx/>
              <a:latin typeface="Arial"/>
              <a:ea typeface="+mn-ea"/>
              <a:cs typeface="+mn-cs"/>
            </a:endParaRPr>
          </a:p>
        </p:txBody>
      </p:sp>
    </p:spTree>
    <p:extLst>
      <p:ext uri="{BB962C8B-B14F-4D97-AF65-F5344CB8AC3E}">
        <p14:creationId xmlns:p14="http://schemas.microsoft.com/office/powerpoint/2010/main" val="420196079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video game&#10;&#10;Description automatically generated with medium confidence">
            <a:extLst>
              <a:ext uri="{FF2B5EF4-FFF2-40B4-BE49-F238E27FC236}">
                <a16:creationId xmlns:a16="http://schemas.microsoft.com/office/drawing/2014/main" id="{6BACB2BC-2299-77BB-8916-0E2C46E35DA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414486" y="366553"/>
            <a:ext cx="2528138" cy="544099"/>
          </a:xfrm>
          <a:prstGeom prst="rect">
            <a:avLst/>
          </a:prstGeom>
        </p:spPr>
        <p:style>
          <a:lnRef idx="2">
            <a:schemeClr val="accent2"/>
          </a:lnRef>
          <a:fillRef idx="1">
            <a:schemeClr val="lt1"/>
          </a:fillRef>
          <a:effectRef idx="0">
            <a:schemeClr val="accent2"/>
          </a:effectRef>
          <a:fontRef idx="minor">
            <a:schemeClr val="dk1"/>
          </a:fontRef>
        </p:style>
      </p:pic>
      <p:sp>
        <p:nvSpPr>
          <p:cNvPr id="75" name="Pentagon 74"/>
          <p:cNvSpPr/>
          <p:nvPr/>
        </p:nvSpPr>
        <p:spPr>
          <a:xfrm>
            <a:off x="508734" y="716436"/>
            <a:ext cx="4996206" cy="603316"/>
          </a:xfrm>
          <a:prstGeom prst="homePlate">
            <a:avLst/>
          </a:prstGeom>
          <a:solidFill>
            <a:srgbClr val="045AA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About Surge</a:t>
            </a:r>
            <a:endParaRPr lang="en-IN" dirty="0"/>
          </a:p>
        </p:txBody>
      </p:sp>
      <p:sp>
        <p:nvSpPr>
          <p:cNvPr id="76" name="Half Frame 75"/>
          <p:cNvSpPr/>
          <p:nvPr/>
        </p:nvSpPr>
        <p:spPr>
          <a:xfrm>
            <a:off x="179110" y="366553"/>
            <a:ext cx="1093510" cy="4463922"/>
          </a:xfrm>
          <a:prstGeom prst="halfFrame">
            <a:avLst/>
          </a:prstGeom>
          <a:solidFill>
            <a:srgbClr val="66FF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84" name="Vertical Scroll 83"/>
          <p:cNvSpPr/>
          <p:nvPr/>
        </p:nvSpPr>
        <p:spPr>
          <a:xfrm>
            <a:off x="367644" y="1749887"/>
            <a:ext cx="7484884" cy="3953329"/>
          </a:xfrm>
          <a:prstGeom prst="verticalScroll">
            <a:avLst/>
          </a:prstGeom>
          <a:solidFill>
            <a:srgbClr val="FF66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dirty="0" smtClean="0">
                <a:solidFill>
                  <a:schemeClr val="bg1"/>
                </a:solidFill>
              </a:rPr>
              <a:t>About Surge</a:t>
            </a:r>
            <a:endParaRPr lang="en-IN" sz="2400" dirty="0">
              <a:solidFill>
                <a:schemeClr val="bg1"/>
              </a:solidFill>
            </a:endParaRPr>
          </a:p>
        </p:txBody>
      </p:sp>
    </p:spTree>
    <p:extLst>
      <p:ext uri="{BB962C8B-B14F-4D97-AF65-F5344CB8AC3E}">
        <p14:creationId xmlns:p14="http://schemas.microsoft.com/office/powerpoint/2010/main" val="106724084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video game&#10;&#10;Description automatically generated with medium confidence">
            <a:extLst>
              <a:ext uri="{FF2B5EF4-FFF2-40B4-BE49-F238E27FC236}">
                <a16:creationId xmlns:a16="http://schemas.microsoft.com/office/drawing/2014/main" id="{6BACB2BC-2299-77BB-8916-0E2C46E35DA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414486" y="366553"/>
            <a:ext cx="2528138" cy="544099"/>
          </a:xfrm>
          <a:prstGeom prst="rect">
            <a:avLst/>
          </a:prstGeom>
        </p:spPr>
        <p:style>
          <a:lnRef idx="2">
            <a:schemeClr val="accent2"/>
          </a:lnRef>
          <a:fillRef idx="1">
            <a:schemeClr val="lt1"/>
          </a:fillRef>
          <a:effectRef idx="0">
            <a:schemeClr val="accent2"/>
          </a:effectRef>
          <a:fontRef idx="minor">
            <a:schemeClr val="dk1"/>
          </a:fontRef>
        </p:style>
      </p:pic>
      <p:sp>
        <p:nvSpPr>
          <p:cNvPr id="75" name="Pentagon 74"/>
          <p:cNvSpPr/>
          <p:nvPr/>
        </p:nvSpPr>
        <p:spPr>
          <a:xfrm>
            <a:off x="508734" y="716436"/>
            <a:ext cx="4996206" cy="603316"/>
          </a:xfrm>
          <a:prstGeom prst="homePlate">
            <a:avLst/>
          </a:prstGeom>
          <a:solidFill>
            <a:srgbClr val="045AA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About Customer/Success Stories</a:t>
            </a:r>
            <a:endParaRPr lang="en-IN" dirty="0"/>
          </a:p>
        </p:txBody>
      </p:sp>
      <p:sp>
        <p:nvSpPr>
          <p:cNvPr id="76" name="Half Frame 75"/>
          <p:cNvSpPr/>
          <p:nvPr/>
        </p:nvSpPr>
        <p:spPr>
          <a:xfrm>
            <a:off x="179110" y="366553"/>
            <a:ext cx="1093510" cy="4463922"/>
          </a:xfrm>
          <a:prstGeom prst="halfFrame">
            <a:avLst/>
          </a:prstGeom>
          <a:solidFill>
            <a:srgbClr val="66FF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84" name="Vertical Scroll 83"/>
          <p:cNvSpPr/>
          <p:nvPr/>
        </p:nvSpPr>
        <p:spPr>
          <a:xfrm>
            <a:off x="1823910" y="1868420"/>
            <a:ext cx="5567489" cy="3953329"/>
          </a:xfrm>
          <a:prstGeom prst="verticalScroll">
            <a:avLst/>
          </a:prstGeom>
          <a:solidFill>
            <a:srgbClr val="FF66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dirty="0">
                <a:solidFill>
                  <a:schemeClr val="bg1"/>
                </a:solidFill>
              </a:rPr>
              <a:t>A world’s largest manufacturer of construction equipment firm with headquarters in Irving,  Texas. The client's operations span around 50 countries in emerging  markets, with over 100 thousands employees from more than 50 different </a:t>
            </a:r>
            <a:r>
              <a:rPr lang="en-US" sz="1600" dirty="0" smtClean="0">
                <a:solidFill>
                  <a:schemeClr val="bg1"/>
                </a:solidFill>
              </a:rPr>
              <a:t>countries</a:t>
            </a:r>
            <a:endParaRPr lang="en-IN" sz="1600" dirty="0">
              <a:solidFill>
                <a:schemeClr val="bg1"/>
              </a:solidFill>
            </a:endParaRPr>
          </a:p>
        </p:txBody>
      </p:sp>
    </p:spTree>
    <p:extLst>
      <p:ext uri="{BB962C8B-B14F-4D97-AF65-F5344CB8AC3E}">
        <p14:creationId xmlns:p14="http://schemas.microsoft.com/office/powerpoint/2010/main" val="385271278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video game&#10;&#10;Description automatically generated with medium confidence">
            <a:extLst>
              <a:ext uri="{FF2B5EF4-FFF2-40B4-BE49-F238E27FC236}">
                <a16:creationId xmlns:a16="http://schemas.microsoft.com/office/drawing/2014/main" id="{6BACB2BC-2299-77BB-8916-0E2C46E35DA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414486" y="366553"/>
            <a:ext cx="2528138" cy="544099"/>
          </a:xfrm>
          <a:prstGeom prst="rect">
            <a:avLst/>
          </a:prstGeom>
        </p:spPr>
        <p:style>
          <a:lnRef idx="2">
            <a:schemeClr val="accent2"/>
          </a:lnRef>
          <a:fillRef idx="1">
            <a:schemeClr val="lt1"/>
          </a:fillRef>
          <a:effectRef idx="0">
            <a:schemeClr val="accent2"/>
          </a:effectRef>
          <a:fontRef idx="minor">
            <a:schemeClr val="dk1"/>
          </a:fontRef>
        </p:style>
      </p:pic>
      <p:sp>
        <p:nvSpPr>
          <p:cNvPr id="70" name="Google Shape;1749;p75">
            <a:extLst>
              <a:ext uri="{FF2B5EF4-FFF2-40B4-BE49-F238E27FC236}">
                <a16:creationId xmlns:a16="http://schemas.microsoft.com/office/drawing/2014/main" id="{785EA941-B657-66B0-C1C6-77E102BFA7EA}"/>
              </a:ext>
            </a:extLst>
          </p:cNvPr>
          <p:cNvSpPr/>
          <p:nvPr/>
        </p:nvSpPr>
        <p:spPr>
          <a:xfrm>
            <a:off x="1139072" y="2006792"/>
            <a:ext cx="5742496" cy="809548"/>
          </a:xfrm>
          <a:prstGeom prst="roundRect">
            <a:avLst>
              <a:gd name="adj" fmla="val 16667"/>
            </a:avLst>
          </a:prstGeom>
          <a:solidFill>
            <a:srgbClr val="F6D33C"/>
          </a:solidFill>
          <a:ln>
            <a:noFill/>
          </a:ln>
        </p:spPr>
        <p:txBody>
          <a:bodyPr spcFirstLastPara="1" wrap="square" lIns="146280" tIns="146280" rIns="146280" bIns="146280" anchor="ctr" anchorCtr="0">
            <a:noAutofit/>
          </a:bodyPr>
          <a:lstStyle/>
          <a:p>
            <a:pPr marL="285750" indent="-285750">
              <a:buFont typeface="Arial" panose="020B0604020202020204" pitchFamily="34" charset="0"/>
              <a:buChar char="•"/>
            </a:pPr>
            <a:r>
              <a:rPr lang="en-IN" sz="1200" dirty="0"/>
              <a:t>The customer finding difficulties to construct a centralized platform by using </a:t>
            </a:r>
            <a:r>
              <a:rPr lang="en-IN" sz="1200" dirty="0" err="1"/>
              <a:t>microservices</a:t>
            </a:r>
            <a:r>
              <a:rPr lang="en-IN" sz="1200" dirty="0"/>
              <a:t>-based business processes to collect data from more than 10 different end points for generating reports that is predominantly serving their business purpose.</a:t>
            </a:r>
          </a:p>
        </p:txBody>
      </p:sp>
      <p:sp>
        <p:nvSpPr>
          <p:cNvPr id="71" name="Google Shape;1749;p75">
            <a:extLst>
              <a:ext uri="{FF2B5EF4-FFF2-40B4-BE49-F238E27FC236}">
                <a16:creationId xmlns:a16="http://schemas.microsoft.com/office/drawing/2014/main" id="{785EA941-B657-66B0-C1C6-77E102BFA7EA}"/>
              </a:ext>
            </a:extLst>
          </p:cNvPr>
          <p:cNvSpPr/>
          <p:nvPr/>
        </p:nvSpPr>
        <p:spPr>
          <a:xfrm>
            <a:off x="1139072" y="3080972"/>
            <a:ext cx="5742496" cy="809548"/>
          </a:xfrm>
          <a:prstGeom prst="roundRect">
            <a:avLst>
              <a:gd name="adj" fmla="val 16667"/>
            </a:avLst>
          </a:prstGeom>
          <a:solidFill>
            <a:srgbClr val="F6D33C"/>
          </a:solidFill>
          <a:ln>
            <a:noFill/>
          </a:ln>
        </p:spPr>
        <p:txBody>
          <a:bodyPr spcFirstLastPara="1" wrap="square" lIns="146280" tIns="146280" rIns="146280" bIns="146280" anchor="ctr" anchorCtr="0">
            <a:noAutofit/>
          </a:bodyPr>
          <a:lstStyle/>
          <a:p>
            <a:pPr marL="285750" indent="-285750">
              <a:buFont typeface="Arial" panose="020B0604020202020204" pitchFamily="34" charset="0"/>
              <a:buChar char="•"/>
            </a:pPr>
            <a:r>
              <a:rPr lang="en-US" sz="1200" dirty="0"/>
              <a:t>Client's business looking for solution that can provide smooth collaboration between IT and non-technical stakeholders for designing , implementing and improving complex E2E business process</a:t>
            </a:r>
            <a:r>
              <a:rPr lang="en-US" sz="1200" dirty="0">
                <a:solidFill>
                  <a:schemeClr val="bg1"/>
                </a:solidFill>
              </a:rPr>
              <a:t>.</a:t>
            </a:r>
            <a:endParaRPr lang="en-IN" sz="1200" dirty="0">
              <a:solidFill>
                <a:schemeClr val="bg1"/>
              </a:solidFill>
            </a:endParaRPr>
          </a:p>
        </p:txBody>
      </p:sp>
      <p:sp>
        <p:nvSpPr>
          <p:cNvPr id="72" name="Google Shape;1749;p75">
            <a:extLst>
              <a:ext uri="{FF2B5EF4-FFF2-40B4-BE49-F238E27FC236}">
                <a16:creationId xmlns:a16="http://schemas.microsoft.com/office/drawing/2014/main" id="{785EA941-B657-66B0-C1C6-77E102BFA7EA}"/>
              </a:ext>
            </a:extLst>
          </p:cNvPr>
          <p:cNvSpPr/>
          <p:nvPr/>
        </p:nvSpPr>
        <p:spPr>
          <a:xfrm>
            <a:off x="1139072" y="4155152"/>
            <a:ext cx="5742496" cy="809548"/>
          </a:xfrm>
          <a:prstGeom prst="roundRect">
            <a:avLst>
              <a:gd name="adj" fmla="val 16667"/>
            </a:avLst>
          </a:prstGeom>
          <a:solidFill>
            <a:srgbClr val="F6D33C"/>
          </a:solidFill>
          <a:ln>
            <a:noFill/>
          </a:ln>
        </p:spPr>
        <p:txBody>
          <a:bodyPr spcFirstLastPara="1" wrap="square" lIns="146280" tIns="146280" rIns="146280" bIns="146280" anchor="ctr" anchorCtr="0">
            <a:noAutofit/>
          </a:bodyPr>
          <a:lstStyle/>
          <a:p>
            <a:pPr marL="285750" indent="-285750">
              <a:buFont typeface="Arial" panose="020B0604020202020204" pitchFamily="34" charset="0"/>
              <a:buChar char="•"/>
            </a:pPr>
            <a:r>
              <a:rPr lang="en-US" sz="1200" dirty="0"/>
              <a:t>Digital Transformation leads our customer to look for solution that can ensure scalability and resilience.</a:t>
            </a:r>
            <a:endParaRPr lang="en-IN" sz="1200" dirty="0"/>
          </a:p>
        </p:txBody>
      </p:sp>
      <p:sp>
        <p:nvSpPr>
          <p:cNvPr id="73" name="Google Shape;1749;p75">
            <a:extLst>
              <a:ext uri="{FF2B5EF4-FFF2-40B4-BE49-F238E27FC236}">
                <a16:creationId xmlns:a16="http://schemas.microsoft.com/office/drawing/2014/main" id="{785EA941-B657-66B0-C1C6-77E102BFA7EA}"/>
              </a:ext>
            </a:extLst>
          </p:cNvPr>
          <p:cNvSpPr/>
          <p:nvPr/>
        </p:nvSpPr>
        <p:spPr>
          <a:xfrm>
            <a:off x="1139072" y="5229332"/>
            <a:ext cx="5742496" cy="809548"/>
          </a:xfrm>
          <a:prstGeom prst="roundRect">
            <a:avLst>
              <a:gd name="adj" fmla="val 16667"/>
            </a:avLst>
          </a:prstGeom>
          <a:solidFill>
            <a:srgbClr val="F6D33C"/>
          </a:solidFill>
          <a:ln>
            <a:noFill/>
          </a:ln>
        </p:spPr>
        <p:txBody>
          <a:bodyPr spcFirstLastPara="1" wrap="square" lIns="146280" tIns="146280" rIns="146280" bIns="146280" anchor="ctr" anchorCtr="0">
            <a:noAutofit/>
          </a:bodyPr>
          <a:lstStyle/>
          <a:p>
            <a:pPr marL="285750" indent="-285750">
              <a:buFont typeface="Arial" panose="020B0604020202020204" pitchFamily="34" charset="0"/>
              <a:buChar char="•"/>
            </a:pPr>
            <a:r>
              <a:rPr lang="en-US" sz="1200" dirty="0"/>
              <a:t>Frequent Rule Condition/Configuration changes involves the customer to come across multiple </a:t>
            </a:r>
            <a:r>
              <a:rPr lang="en-US" sz="1200" dirty="0" err="1"/>
              <a:t>reduntant</a:t>
            </a:r>
            <a:r>
              <a:rPr lang="en-US" sz="1200" dirty="0"/>
              <a:t> deployment procedures and they were looking for solution which can be loosely coupled with the business rules</a:t>
            </a:r>
            <a:r>
              <a:rPr lang="en-US" sz="1200" dirty="0">
                <a:solidFill>
                  <a:schemeClr val="bg1"/>
                </a:solidFill>
              </a:rPr>
              <a:t>.</a:t>
            </a:r>
            <a:endParaRPr lang="en-IN" sz="1200" dirty="0">
              <a:solidFill>
                <a:schemeClr val="bg1"/>
              </a:solidFill>
            </a:endParaRPr>
          </a:p>
        </p:txBody>
      </p:sp>
      <p:sp>
        <p:nvSpPr>
          <p:cNvPr id="75" name="Pentagon 74"/>
          <p:cNvSpPr/>
          <p:nvPr/>
        </p:nvSpPr>
        <p:spPr>
          <a:xfrm>
            <a:off x="499621" y="707010"/>
            <a:ext cx="4996206" cy="603316"/>
          </a:xfrm>
          <a:prstGeom prst="homePlate">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Business Challenges</a:t>
            </a:r>
            <a:endParaRPr lang="en-IN" dirty="0"/>
          </a:p>
        </p:txBody>
      </p:sp>
      <p:sp>
        <p:nvSpPr>
          <p:cNvPr id="76" name="Half Frame 75"/>
          <p:cNvSpPr/>
          <p:nvPr/>
        </p:nvSpPr>
        <p:spPr>
          <a:xfrm>
            <a:off x="179110" y="366553"/>
            <a:ext cx="1093510" cy="4463922"/>
          </a:xfrm>
          <a:prstGeom prst="halfFrame">
            <a:avLst/>
          </a:prstGeom>
          <a:solidFill>
            <a:srgbClr val="66FF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Tree>
    <p:extLst>
      <p:ext uri="{BB962C8B-B14F-4D97-AF65-F5344CB8AC3E}">
        <p14:creationId xmlns:p14="http://schemas.microsoft.com/office/powerpoint/2010/main" val="84460143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video game&#10;&#10;Description automatically generated with medium confidence">
            <a:extLst>
              <a:ext uri="{FF2B5EF4-FFF2-40B4-BE49-F238E27FC236}">
                <a16:creationId xmlns:a16="http://schemas.microsoft.com/office/drawing/2014/main" id="{6BACB2BC-2299-77BB-8916-0E2C46E35DA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414486" y="366553"/>
            <a:ext cx="2528138" cy="544099"/>
          </a:xfrm>
          <a:prstGeom prst="rect">
            <a:avLst/>
          </a:prstGeom>
        </p:spPr>
        <p:style>
          <a:lnRef idx="2">
            <a:schemeClr val="accent2"/>
          </a:lnRef>
          <a:fillRef idx="1">
            <a:schemeClr val="lt1"/>
          </a:fillRef>
          <a:effectRef idx="0">
            <a:schemeClr val="accent2"/>
          </a:effectRef>
          <a:fontRef idx="minor">
            <a:schemeClr val="dk1"/>
          </a:fontRef>
        </p:style>
      </p:pic>
      <p:sp>
        <p:nvSpPr>
          <p:cNvPr id="70" name="Google Shape;1749;p75">
            <a:extLst>
              <a:ext uri="{FF2B5EF4-FFF2-40B4-BE49-F238E27FC236}">
                <a16:creationId xmlns:a16="http://schemas.microsoft.com/office/drawing/2014/main" id="{785EA941-B657-66B0-C1C6-77E102BFA7EA}"/>
              </a:ext>
            </a:extLst>
          </p:cNvPr>
          <p:cNvSpPr/>
          <p:nvPr/>
        </p:nvSpPr>
        <p:spPr>
          <a:xfrm>
            <a:off x="1139072" y="2006792"/>
            <a:ext cx="5742496" cy="809548"/>
          </a:xfrm>
          <a:prstGeom prst="roundRect">
            <a:avLst>
              <a:gd name="adj" fmla="val 16667"/>
            </a:avLst>
          </a:prstGeom>
          <a:solidFill>
            <a:srgbClr val="FA9938"/>
          </a:solidFill>
          <a:ln>
            <a:noFill/>
          </a:ln>
        </p:spPr>
        <p:txBody>
          <a:bodyPr spcFirstLastPara="1" wrap="square" lIns="146280" tIns="146280" rIns="146280" bIns="146280" anchor="ctr" anchorCtr="0">
            <a:noAutofit/>
          </a:bodyPr>
          <a:lstStyle/>
          <a:p>
            <a:pPr marL="285750" indent="-285750">
              <a:buFont typeface="Arial" panose="020B0604020202020204" pitchFamily="34" charset="0"/>
              <a:buChar char="•"/>
            </a:pPr>
            <a:r>
              <a:rPr lang="en-IN" sz="1200" dirty="0" smtClean="0"/>
              <a:t>Developer can build configurable process models and business team can change and implement based on the dynamic needs of the business</a:t>
            </a:r>
            <a:r>
              <a:rPr lang="en-IN" sz="1200" dirty="0" smtClean="0">
                <a:solidFill>
                  <a:schemeClr val="bg1"/>
                </a:solidFill>
              </a:rPr>
              <a:t>.</a:t>
            </a:r>
            <a:endParaRPr lang="en-IN" sz="1200" dirty="0">
              <a:solidFill>
                <a:schemeClr val="bg1"/>
              </a:solidFill>
            </a:endParaRPr>
          </a:p>
        </p:txBody>
      </p:sp>
      <p:sp>
        <p:nvSpPr>
          <p:cNvPr id="71" name="Google Shape;1749;p75">
            <a:extLst>
              <a:ext uri="{FF2B5EF4-FFF2-40B4-BE49-F238E27FC236}">
                <a16:creationId xmlns:a16="http://schemas.microsoft.com/office/drawing/2014/main" id="{785EA941-B657-66B0-C1C6-77E102BFA7EA}"/>
              </a:ext>
            </a:extLst>
          </p:cNvPr>
          <p:cNvSpPr/>
          <p:nvPr/>
        </p:nvSpPr>
        <p:spPr>
          <a:xfrm>
            <a:off x="1139072" y="3080972"/>
            <a:ext cx="5742496" cy="809548"/>
          </a:xfrm>
          <a:prstGeom prst="roundRect">
            <a:avLst>
              <a:gd name="adj" fmla="val 16667"/>
            </a:avLst>
          </a:prstGeom>
          <a:solidFill>
            <a:srgbClr val="FA9938"/>
          </a:solidFill>
          <a:ln>
            <a:noFill/>
          </a:ln>
        </p:spPr>
        <p:txBody>
          <a:bodyPr spcFirstLastPara="1" wrap="square" lIns="146280" tIns="146280" rIns="146280" bIns="146280" anchor="ctr" anchorCtr="0">
            <a:noAutofit/>
          </a:bodyPr>
          <a:lstStyle/>
          <a:p>
            <a:pPr marL="285750" indent="-285750">
              <a:buFont typeface="Arial" panose="020B0604020202020204" pitchFamily="34" charset="0"/>
              <a:buChar char="•"/>
            </a:pPr>
            <a:r>
              <a:rPr lang="en-IN" sz="1200" dirty="0"/>
              <a:t>Customer needs LOW-CODE platform to serve them for developing a new REPORT-GENERATION in quick turn-around time</a:t>
            </a:r>
            <a:r>
              <a:rPr lang="en-IN" sz="1200" dirty="0">
                <a:solidFill>
                  <a:schemeClr val="bg1"/>
                </a:solidFill>
              </a:rPr>
              <a:t>.</a:t>
            </a:r>
          </a:p>
        </p:txBody>
      </p:sp>
      <p:sp>
        <p:nvSpPr>
          <p:cNvPr id="72" name="Google Shape;1749;p75">
            <a:extLst>
              <a:ext uri="{FF2B5EF4-FFF2-40B4-BE49-F238E27FC236}">
                <a16:creationId xmlns:a16="http://schemas.microsoft.com/office/drawing/2014/main" id="{785EA941-B657-66B0-C1C6-77E102BFA7EA}"/>
              </a:ext>
            </a:extLst>
          </p:cNvPr>
          <p:cNvSpPr/>
          <p:nvPr/>
        </p:nvSpPr>
        <p:spPr>
          <a:xfrm>
            <a:off x="1139072" y="4155152"/>
            <a:ext cx="5742496" cy="809548"/>
          </a:xfrm>
          <a:prstGeom prst="roundRect">
            <a:avLst>
              <a:gd name="adj" fmla="val 16667"/>
            </a:avLst>
          </a:prstGeom>
          <a:solidFill>
            <a:srgbClr val="FA9938"/>
          </a:solidFill>
          <a:ln>
            <a:noFill/>
          </a:ln>
        </p:spPr>
        <p:txBody>
          <a:bodyPr spcFirstLastPara="1" wrap="square" lIns="146280" tIns="146280" rIns="146280" bIns="146280" anchor="ctr" anchorCtr="0">
            <a:noAutofit/>
          </a:bodyPr>
          <a:lstStyle/>
          <a:p>
            <a:pPr marL="285750" indent="-285750">
              <a:buFont typeface="Arial" panose="020B0604020202020204" pitchFamily="34" charset="0"/>
              <a:buChar char="•"/>
            </a:pPr>
            <a:r>
              <a:rPr lang="en-US" sz="1200" dirty="0"/>
              <a:t>Customer needs an OPEN-ARCHITECTURE platform that can provide Integration Framework for integrating easily with most common technical architectures and frameworks  </a:t>
            </a:r>
            <a:endParaRPr lang="en-IN" sz="1200" dirty="0"/>
          </a:p>
        </p:txBody>
      </p:sp>
      <p:sp>
        <p:nvSpPr>
          <p:cNvPr id="73" name="Google Shape;1749;p75">
            <a:extLst>
              <a:ext uri="{FF2B5EF4-FFF2-40B4-BE49-F238E27FC236}">
                <a16:creationId xmlns:a16="http://schemas.microsoft.com/office/drawing/2014/main" id="{785EA941-B657-66B0-C1C6-77E102BFA7EA}"/>
              </a:ext>
            </a:extLst>
          </p:cNvPr>
          <p:cNvSpPr/>
          <p:nvPr/>
        </p:nvSpPr>
        <p:spPr>
          <a:xfrm>
            <a:off x="1139072" y="5229332"/>
            <a:ext cx="5742496" cy="809548"/>
          </a:xfrm>
          <a:prstGeom prst="roundRect">
            <a:avLst>
              <a:gd name="adj" fmla="val 16667"/>
            </a:avLst>
          </a:prstGeom>
          <a:solidFill>
            <a:srgbClr val="FA9938"/>
          </a:solidFill>
          <a:ln>
            <a:noFill/>
          </a:ln>
        </p:spPr>
        <p:txBody>
          <a:bodyPr spcFirstLastPara="1" wrap="square" lIns="146280" tIns="146280" rIns="146280" bIns="146280" anchor="ctr" anchorCtr="0">
            <a:noAutofit/>
          </a:bodyPr>
          <a:lstStyle/>
          <a:p>
            <a:pPr marL="285750" indent="-285750">
              <a:buFont typeface="Arial" panose="020B0604020202020204" pitchFamily="34" charset="0"/>
              <a:buChar char="•"/>
            </a:pPr>
            <a:r>
              <a:rPr lang="en-IN" sz="1200" dirty="0"/>
              <a:t>Generating Report for nearly 160 thousands records in quick time is the predominant ask from the Client where their current solution failed to meet this requirement.  </a:t>
            </a:r>
          </a:p>
        </p:txBody>
      </p:sp>
      <p:sp>
        <p:nvSpPr>
          <p:cNvPr id="75" name="Pentagon 74"/>
          <p:cNvSpPr/>
          <p:nvPr/>
        </p:nvSpPr>
        <p:spPr>
          <a:xfrm>
            <a:off x="499621" y="707010"/>
            <a:ext cx="4996206" cy="603316"/>
          </a:xfrm>
          <a:prstGeom prst="homePlate">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Customer ASKs</a:t>
            </a:r>
            <a:endParaRPr lang="en-IN" dirty="0"/>
          </a:p>
        </p:txBody>
      </p:sp>
      <p:sp>
        <p:nvSpPr>
          <p:cNvPr id="76" name="Half Frame 75"/>
          <p:cNvSpPr/>
          <p:nvPr/>
        </p:nvSpPr>
        <p:spPr>
          <a:xfrm>
            <a:off x="179110" y="366553"/>
            <a:ext cx="1093510" cy="4463922"/>
          </a:xfrm>
          <a:prstGeom prst="halfFrame">
            <a:avLst/>
          </a:prstGeom>
          <a:solidFill>
            <a:srgbClr val="66FF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Tree>
    <p:extLst>
      <p:ext uri="{BB962C8B-B14F-4D97-AF65-F5344CB8AC3E}">
        <p14:creationId xmlns:p14="http://schemas.microsoft.com/office/powerpoint/2010/main" val="408113287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lowchart: Alternate Process 10"/>
          <p:cNvSpPr/>
          <p:nvPr/>
        </p:nvSpPr>
        <p:spPr>
          <a:xfrm>
            <a:off x="789365" y="1489872"/>
            <a:ext cx="6341534" cy="5215467"/>
          </a:xfrm>
          <a:prstGeom prst="flowChartAlternateProcess">
            <a:avLst/>
          </a:prstGeom>
          <a:solidFill>
            <a:srgbClr val="FF66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n-IN" sz="1100" dirty="0">
                <a:solidFill>
                  <a:schemeClr val="bg1"/>
                </a:solidFill>
              </a:rPr>
              <a:t>SURGE’s solution is implemented using BPM and SOA technologies to provide centralized BPM platform and improve agility.</a:t>
            </a:r>
          </a:p>
          <a:p>
            <a:pPr marL="171450" indent="-171450">
              <a:buFont typeface="Arial" panose="020B0604020202020204" pitchFamily="34" charset="0"/>
              <a:buChar char="•"/>
            </a:pPr>
            <a:endParaRPr lang="en-IN" sz="1100" dirty="0">
              <a:solidFill>
                <a:schemeClr val="bg1"/>
              </a:solidFill>
            </a:endParaRPr>
          </a:p>
          <a:p>
            <a:pPr marL="171450" indent="-171450">
              <a:buFont typeface="Arial" panose="020B0604020202020204" pitchFamily="34" charset="0"/>
              <a:buChar char="•"/>
            </a:pPr>
            <a:r>
              <a:rPr lang="en-IN" sz="1100" dirty="0">
                <a:solidFill>
                  <a:schemeClr val="bg1"/>
                </a:solidFill>
              </a:rPr>
              <a:t>Redesigned the solution with Camunda 8, DMN (Rule Engine), Customized Inbound/Outbound Connectors, Elastic Search</a:t>
            </a:r>
          </a:p>
          <a:p>
            <a:pPr marL="171450" indent="-171450">
              <a:buFont typeface="Arial" panose="020B0604020202020204" pitchFamily="34" charset="0"/>
              <a:buChar char="•"/>
            </a:pPr>
            <a:endParaRPr lang="en-IN" sz="1100" dirty="0">
              <a:solidFill>
                <a:schemeClr val="bg1"/>
              </a:solidFill>
            </a:endParaRPr>
          </a:p>
          <a:p>
            <a:pPr marL="171450" indent="-171450">
              <a:buFont typeface="Arial" panose="020B0604020202020204" pitchFamily="34" charset="0"/>
              <a:buChar char="•"/>
            </a:pPr>
            <a:r>
              <a:rPr lang="en-IN" sz="1100" dirty="0">
                <a:solidFill>
                  <a:schemeClr val="bg1"/>
                </a:solidFill>
              </a:rPr>
              <a:t>Used Camunda 8 as an overall process orchestration tool for collecting and aggregating the data that is required to generate more than 60 different report types in quick time.</a:t>
            </a:r>
          </a:p>
          <a:p>
            <a:pPr marL="171450" indent="-171450">
              <a:buFont typeface="Arial" panose="020B0604020202020204" pitchFamily="34" charset="0"/>
              <a:buChar char="•"/>
            </a:pPr>
            <a:endParaRPr lang="en-IN" sz="1100" dirty="0">
              <a:solidFill>
                <a:schemeClr val="bg1"/>
              </a:solidFill>
            </a:endParaRPr>
          </a:p>
          <a:p>
            <a:pPr marL="171450" indent="-171450">
              <a:buFont typeface="Arial" panose="020B0604020202020204" pitchFamily="34" charset="0"/>
              <a:buChar char="•"/>
            </a:pPr>
            <a:r>
              <a:rPr lang="en-IN" sz="1100" dirty="0">
                <a:solidFill>
                  <a:schemeClr val="bg1"/>
                </a:solidFill>
              </a:rPr>
              <a:t>Our solution brought in the Event Driven Mechanism to trigger the Report Generation Process. </a:t>
            </a:r>
          </a:p>
          <a:p>
            <a:pPr marL="171450" indent="-171450">
              <a:buFont typeface="Arial" panose="020B0604020202020204" pitchFamily="34" charset="0"/>
              <a:buChar char="•"/>
            </a:pPr>
            <a:endParaRPr lang="en-IN" sz="1100" dirty="0">
              <a:solidFill>
                <a:schemeClr val="bg1"/>
              </a:solidFill>
            </a:endParaRPr>
          </a:p>
          <a:p>
            <a:pPr marL="171450" indent="-171450">
              <a:buFont typeface="Arial" panose="020B0604020202020204" pitchFamily="34" charset="0"/>
              <a:buChar char="•"/>
            </a:pPr>
            <a:r>
              <a:rPr lang="en-IN" sz="1100" dirty="0">
                <a:solidFill>
                  <a:schemeClr val="bg1"/>
                </a:solidFill>
              </a:rPr>
              <a:t>The solution built in with customized inbound web-hook connector to integrate the Amazon SQS with </a:t>
            </a:r>
            <a:r>
              <a:rPr lang="en-IN" sz="1100" dirty="0" err="1">
                <a:solidFill>
                  <a:schemeClr val="bg1"/>
                </a:solidFill>
              </a:rPr>
              <a:t>Zeebe</a:t>
            </a:r>
            <a:r>
              <a:rPr lang="en-IN" sz="1100" dirty="0">
                <a:solidFill>
                  <a:schemeClr val="bg1"/>
                </a:solidFill>
              </a:rPr>
              <a:t> Engine.</a:t>
            </a:r>
          </a:p>
          <a:p>
            <a:pPr marL="171450" indent="-171450">
              <a:buFont typeface="Arial" panose="020B0604020202020204" pitchFamily="34" charset="0"/>
              <a:buChar char="•"/>
            </a:pPr>
            <a:endParaRPr lang="en-IN" sz="1100" dirty="0">
              <a:solidFill>
                <a:schemeClr val="bg1"/>
              </a:solidFill>
            </a:endParaRPr>
          </a:p>
          <a:p>
            <a:pPr marL="171450" indent="-171450">
              <a:buFont typeface="Arial" panose="020B0604020202020204" pitchFamily="34" charset="0"/>
              <a:buChar char="•"/>
            </a:pPr>
            <a:r>
              <a:rPr lang="en-IN" sz="1100" dirty="0">
                <a:solidFill>
                  <a:schemeClr val="bg1"/>
                </a:solidFill>
              </a:rPr>
              <a:t>With the help of SOA mechanism, the solution exposed DMN Rule Engine as a CENTRALIZED SERVICE PLATFORM where the rule definitions re-used across the business process. </a:t>
            </a:r>
            <a:endParaRPr lang="en-IN" sz="1100" dirty="0" smtClean="0">
              <a:solidFill>
                <a:schemeClr val="bg1"/>
              </a:solidFill>
            </a:endParaRPr>
          </a:p>
          <a:p>
            <a:pPr marL="171450" indent="-171450">
              <a:buFont typeface="Arial" panose="020B0604020202020204" pitchFamily="34" charset="0"/>
              <a:buChar char="•"/>
            </a:pPr>
            <a:endParaRPr lang="en-IN" sz="1100" dirty="0" smtClean="0">
              <a:solidFill>
                <a:schemeClr val="bg1"/>
              </a:solidFill>
            </a:endParaRPr>
          </a:p>
          <a:p>
            <a:pPr marL="171450" indent="-171450">
              <a:buFont typeface="Arial" panose="020B0604020202020204" pitchFamily="34" charset="0"/>
              <a:buChar char="•"/>
            </a:pPr>
            <a:r>
              <a:rPr lang="en-IN" sz="1100" dirty="0" smtClean="0">
                <a:solidFill>
                  <a:schemeClr val="bg1"/>
                </a:solidFill>
              </a:rPr>
              <a:t>We built nearly 7 to 8 customized CONNECTORS which serve the purpose to define workflow templates where the business team can configure for their needs. </a:t>
            </a:r>
            <a:endParaRPr lang="en-IN" sz="1100" dirty="0">
              <a:solidFill>
                <a:schemeClr val="bg1"/>
              </a:solidFill>
            </a:endParaRPr>
          </a:p>
          <a:p>
            <a:pPr marL="171450" indent="-171450">
              <a:buFont typeface="Arial" panose="020B0604020202020204" pitchFamily="34" charset="0"/>
              <a:buChar char="•"/>
            </a:pPr>
            <a:endParaRPr lang="en-IN" sz="1100" dirty="0">
              <a:solidFill>
                <a:schemeClr val="bg1"/>
              </a:solidFill>
            </a:endParaRPr>
          </a:p>
          <a:p>
            <a:pPr marL="171450" indent="-171450">
              <a:buFont typeface="Arial" panose="020B0604020202020204" pitchFamily="34" charset="0"/>
              <a:buChar char="•"/>
            </a:pPr>
            <a:r>
              <a:rPr lang="en-IN" sz="1100" dirty="0">
                <a:solidFill>
                  <a:schemeClr val="bg1"/>
                </a:solidFill>
              </a:rPr>
              <a:t>Elastic Search added more value to our solution which serves the primary purpose to store the huge report data(get the size from </a:t>
            </a:r>
            <a:r>
              <a:rPr lang="en-IN" sz="1100" dirty="0" err="1">
                <a:solidFill>
                  <a:schemeClr val="bg1"/>
                </a:solidFill>
              </a:rPr>
              <a:t>joel</a:t>
            </a:r>
            <a:r>
              <a:rPr lang="en-IN" sz="1100" dirty="0">
                <a:solidFill>
                  <a:schemeClr val="bg1"/>
                </a:solidFill>
              </a:rPr>
              <a:t>) temporarily as </a:t>
            </a:r>
            <a:r>
              <a:rPr lang="en-IN" sz="1100" dirty="0" err="1">
                <a:solidFill>
                  <a:schemeClr val="bg1"/>
                </a:solidFill>
              </a:rPr>
              <a:t>zeebe</a:t>
            </a:r>
            <a:r>
              <a:rPr lang="en-IN" sz="1100" dirty="0">
                <a:solidFill>
                  <a:schemeClr val="bg1"/>
                </a:solidFill>
              </a:rPr>
              <a:t> can handle data size max 4 MB.</a:t>
            </a:r>
          </a:p>
          <a:p>
            <a:pPr marL="171450" indent="-171450">
              <a:buFont typeface="Arial" panose="020B0604020202020204" pitchFamily="34" charset="0"/>
              <a:buChar char="•"/>
            </a:pPr>
            <a:endParaRPr lang="en-IN" sz="1100" dirty="0">
              <a:solidFill>
                <a:schemeClr val="bg1"/>
              </a:solidFill>
            </a:endParaRPr>
          </a:p>
          <a:p>
            <a:pPr marL="171450" indent="-171450">
              <a:buFont typeface="Arial" panose="020B0604020202020204" pitchFamily="34" charset="0"/>
              <a:buChar char="•"/>
            </a:pPr>
            <a:r>
              <a:rPr lang="en-IN" sz="1100" dirty="0">
                <a:solidFill>
                  <a:schemeClr val="bg1"/>
                </a:solidFill>
              </a:rPr>
              <a:t>The solution get deployed in AWS EKS platform to meet customer's need in terms of SCALABILITY, FLEXIBILITY.</a:t>
            </a:r>
          </a:p>
        </p:txBody>
      </p:sp>
      <p:pic>
        <p:nvPicPr>
          <p:cNvPr id="3" name="Picture 2" descr="A screenshot of a video game&#10;&#10;Description automatically generated with medium confidence">
            <a:extLst>
              <a:ext uri="{FF2B5EF4-FFF2-40B4-BE49-F238E27FC236}">
                <a16:creationId xmlns:a16="http://schemas.microsoft.com/office/drawing/2014/main" id="{6BACB2BC-2299-77BB-8916-0E2C46E35DA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414486" y="366553"/>
            <a:ext cx="2528138" cy="544099"/>
          </a:xfrm>
          <a:prstGeom prst="rect">
            <a:avLst/>
          </a:prstGeom>
        </p:spPr>
        <p:style>
          <a:lnRef idx="2">
            <a:schemeClr val="accent2"/>
          </a:lnRef>
          <a:fillRef idx="1">
            <a:schemeClr val="lt1"/>
          </a:fillRef>
          <a:effectRef idx="0">
            <a:schemeClr val="accent2"/>
          </a:effectRef>
          <a:fontRef idx="minor">
            <a:schemeClr val="dk1"/>
          </a:fontRef>
        </p:style>
      </p:pic>
      <p:sp>
        <p:nvSpPr>
          <p:cNvPr id="75" name="Pentagon 74"/>
          <p:cNvSpPr/>
          <p:nvPr/>
        </p:nvSpPr>
        <p:spPr>
          <a:xfrm>
            <a:off x="499621" y="707010"/>
            <a:ext cx="4996206" cy="603316"/>
          </a:xfrm>
          <a:prstGeom prst="homePlate">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SURGE Solution</a:t>
            </a:r>
            <a:endParaRPr lang="en-IN" dirty="0"/>
          </a:p>
        </p:txBody>
      </p:sp>
      <p:sp>
        <p:nvSpPr>
          <p:cNvPr id="76" name="Half Frame 75"/>
          <p:cNvSpPr/>
          <p:nvPr/>
        </p:nvSpPr>
        <p:spPr>
          <a:xfrm>
            <a:off x="179110" y="366553"/>
            <a:ext cx="1093510" cy="4463922"/>
          </a:xfrm>
          <a:prstGeom prst="halfFrame">
            <a:avLst/>
          </a:prstGeom>
          <a:solidFill>
            <a:srgbClr val="66FF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pic>
        <p:nvPicPr>
          <p:cNvPr id="2" name="Picture 1"/>
          <p:cNvPicPr>
            <a:picLocks noChangeAspect="1"/>
          </p:cNvPicPr>
          <p:nvPr/>
        </p:nvPicPr>
        <p:blipFill>
          <a:blip r:embed="rId3"/>
          <a:stretch>
            <a:fillRect/>
          </a:stretch>
        </p:blipFill>
        <p:spPr>
          <a:xfrm>
            <a:off x="7741154" y="1650783"/>
            <a:ext cx="4357027" cy="3779848"/>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411809906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video game&#10;&#10;Description automatically generated with medium confidence">
            <a:extLst>
              <a:ext uri="{FF2B5EF4-FFF2-40B4-BE49-F238E27FC236}">
                <a16:creationId xmlns:a16="http://schemas.microsoft.com/office/drawing/2014/main" id="{6BACB2BC-2299-77BB-8916-0E2C46E35DA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414486" y="366553"/>
            <a:ext cx="2528138" cy="544099"/>
          </a:xfrm>
          <a:prstGeom prst="rect">
            <a:avLst/>
          </a:prstGeom>
        </p:spPr>
        <p:style>
          <a:lnRef idx="2">
            <a:schemeClr val="accent2"/>
          </a:lnRef>
          <a:fillRef idx="1">
            <a:schemeClr val="lt1"/>
          </a:fillRef>
          <a:effectRef idx="0">
            <a:schemeClr val="accent2"/>
          </a:effectRef>
          <a:fontRef idx="minor">
            <a:schemeClr val="dk1"/>
          </a:fontRef>
        </p:style>
      </p:pic>
      <p:sp>
        <p:nvSpPr>
          <p:cNvPr id="75" name="Pentagon 74"/>
          <p:cNvSpPr/>
          <p:nvPr/>
        </p:nvSpPr>
        <p:spPr>
          <a:xfrm>
            <a:off x="499621" y="707010"/>
            <a:ext cx="4996206" cy="603316"/>
          </a:xfrm>
          <a:prstGeom prst="homePlate">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Business Impact</a:t>
            </a:r>
            <a:endParaRPr lang="en-IN" dirty="0"/>
          </a:p>
        </p:txBody>
      </p:sp>
      <p:sp>
        <p:nvSpPr>
          <p:cNvPr id="76" name="Half Frame 75"/>
          <p:cNvSpPr/>
          <p:nvPr/>
        </p:nvSpPr>
        <p:spPr>
          <a:xfrm>
            <a:off x="179110" y="366553"/>
            <a:ext cx="1093510" cy="4463922"/>
          </a:xfrm>
          <a:prstGeom prst="halfFrame">
            <a:avLst/>
          </a:prstGeom>
          <a:solidFill>
            <a:srgbClr val="66FF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5" name="Flowchart: Alternate Process 4"/>
          <p:cNvSpPr/>
          <p:nvPr/>
        </p:nvSpPr>
        <p:spPr>
          <a:xfrm>
            <a:off x="616453" y="1532466"/>
            <a:ext cx="6561667" cy="4224867"/>
          </a:xfrm>
          <a:prstGeom prst="flowChartAlternateProcess">
            <a:avLst/>
          </a:prstGeom>
          <a:solidFill>
            <a:srgbClr val="FF66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3"/>
          <p:cNvSpPr/>
          <p:nvPr/>
        </p:nvSpPr>
        <p:spPr>
          <a:xfrm>
            <a:off x="849287" y="1650783"/>
            <a:ext cx="6096000" cy="3754874"/>
          </a:xfrm>
          <a:prstGeom prst="rect">
            <a:avLst/>
          </a:prstGeom>
        </p:spPr>
        <p:txBody>
          <a:bodyPr>
            <a:spAutoFit/>
          </a:bodyPr>
          <a:lstStyle/>
          <a:p>
            <a:r>
              <a:rPr lang="en-IN" sz="1400" b="1" dirty="0">
                <a:solidFill>
                  <a:schemeClr val="bg1"/>
                </a:solidFill>
              </a:rPr>
              <a:t>Reduced Development time: </a:t>
            </a:r>
          </a:p>
          <a:p>
            <a:endParaRPr lang="en-IN" sz="1400" dirty="0">
              <a:solidFill>
                <a:schemeClr val="bg1"/>
              </a:solidFill>
            </a:endParaRPr>
          </a:p>
          <a:p>
            <a:r>
              <a:rPr lang="en-IN" sz="1400" dirty="0">
                <a:solidFill>
                  <a:schemeClr val="bg1"/>
                </a:solidFill>
              </a:rPr>
              <a:t>Nearly 40% of logic has been moved as reusable components (Connectors) that can be used across the report generation and reduced the development cycle time from 70 hrs to &lt; 30 hrs per report development.</a:t>
            </a:r>
          </a:p>
          <a:p>
            <a:endParaRPr lang="en-IN" sz="1400" dirty="0">
              <a:solidFill>
                <a:schemeClr val="bg1"/>
              </a:solidFill>
            </a:endParaRPr>
          </a:p>
          <a:p>
            <a:r>
              <a:rPr lang="en-IN" sz="1400" b="1" dirty="0">
                <a:solidFill>
                  <a:schemeClr val="bg1"/>
                </a:solidFill>
              </a:rPr>
              <a:t>Flexibility:</a:t>
            </a:r>
          </a:p>
          <a:p>
            <a:endParaRPr lang="en-IN" sz="1400" dirty="0">
              <a:solidFill>
                <a:schemeClr val="bg1"/>
              </a:solidFill>
            </a:endParaRPr>
          </a:p>
          <a:p>
            <a:r>
              <a:rPr lang="en-IN" sz="1400" dirty="0">
                <a:solidFill>
                  <a:schemeClr val="bg1"/>
                </a:solidFill>
              </a:rPr>
              <a:t>BUSINESS RULES AS SERVICE facilitate the Business Users to update the business rules without re-deploying the complex workflows again and again.</a:t>
            </a:r>
          </a:p>
          <a:p>
            <a:endParaRPr lang="en-IN" sz="1400" dirty="0">
              <a:solidFill>
                <a:schemeClr val="bg1"/>
              </a:solidFill>
            </a:endParaRPr>
          </a:p>
          <a:p>
            <a:r>
              <a:rPr lang="en-IN" sz="1400" b="1" dirty="0">
                <a:solidFill>
                  <a:schemeClr val="bg1"/>
                </a:solidFill>
              </a:rPr>
              <a:t>Handling Huge Data:</a:t>
            </a:r>
          </a:p>
          <a:p>
            <a:endParaRPr lang="en-IN" sz="1400" dirty="0">
              <a:solidFill>
                <a:schemeClr val="bg1"/>
              </a:solidFill>
            </a:endParaRPr>
          </a:p>
          <a:p>
            <a:r>
              <a:rPr lang="en-IN" sz="1400" dirty="0">
                <a:solidFill>
                  <a:schemeClr val="bg1"/>
                </a:solidFill>
              </a:rPr>
              <a:t>Around 160 thousands records were processed , formatted and report get generated in quick time made the customer to add the ON-DEMAND report generation feasible.</a:t>
            </a:r>
          </a:p>
        </p:txBody>
      </p:sp>
    </p:spTree>
    <p:extLst>
      <p:ext uri="{BB962C8B-B14F-4D97-AF65-F5344CB8AC3E}">
        <p14:creationId xmlns:p14="http://schemas.microsoft.com/office/powerpoint/2010/main" val="150861569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video game&#10;&#10;Description automatically generated with medium confidence">
            <a:extLst>
              <a:ext uri="{FF2B5EF4-FFF2-40B4-BE49-F238E27FC236}">
                <a16:creationId xmlns:a16="http://schemas.microsoft.com/office/drawing/2014/main" id="{6BACB2BC-2299-77BB-8916-0E2C46E35DA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414486" y="366553"/>
            <a:ext cx="2528138" cy="544099"/>
          </a:xfrm>
          <a:prstGeom prst="rect">
            <a:avLst/>
          </a:prstGeom>
        </p:spPr>
        <p:style>
          <a:lnRef idx="2">
            <a:schemeClr val="accent2"/>
          </a:lnRef>
          <a:fillRef idx="1">
            <a:schemeClr val="lt1"/>
          </a:fillRef>
          <a:effectRef idx="0">
            <a:schemeClr val="accent2"/>
          </a:effectRef>
          <a:fontRef idx="minor">
            <a:schemeClr val="dk1"/>
          </a:fontRef>
        </p:style>
      </p:pic>
      <p:sp>
        <p:nvSpPr>
          <p:cNvPr id="75" name="Pentagon 74"/>
          <p:cNvSpPr/>
          <p:nvPr/>
        </p:nvSpPr>
        <p:spPr>
          <a:xfrm>
            <a:off x="499621" y="707010"/>
            <a:ext cx="4996206" cy="603316"/>
          </a:xfrm>
          <a:prstGeom prst="homePlate">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Product Use Case – Incomplete (</a:t>
            </a:r>
            <a:r>
              <a:rPr lang="en-IN" dirty="0" err="1" smtClean="0"/>
              <a:t>Duy</a:t>
            </a:r>
            <a:r>
              <a:rPr lang="en-IN" dirty="0" smtClean="0"/>
              <a:t> </a:t>
            </a:r>
            <a:r>
              <a:rPr lang="en-IN" dirty="0" err="1" smtClean="0"/>
              <a:t>Trong</a:t>
            </a:r>
            <a:r>
              <a:rPr lang="en-IN" dirty="0" smtClean="0"/>
              <a:t>)</a:t>
            </a:r>
            <a:endParaRPr lang="en-IN" dirty="0"/>
          </a:p>
        </p:txBody>
      </p:sp>
      <p:sp>
        <p:nvSpPr>
          <p:cNvPr id="76" name="Half Frame 75"/>
          <p:cNvSpPr/>
          <p:nvPr/>
        </p:nvSpPr>
        <p:spPr>
          <a:xfrm>
            <a:off x="179110" y="366553"/>
            <a:ext cx="1093510" cy="4463922"/>
          </a:xfrm>
          <a:prstGeom prst="halfFrame">
            <a:avLst/>
          </a:prstGeom>
          <a:solidFill>
            <a:srgbClr val="66FF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2" name="Rectangle 1"/>
          <p:cNvSpPr/>
          <p:nvPr/>
        </p:nvSpPr>
        <p:spPr>
          <a:xfrm>
            <a:off x="336224" y="4783347"/>
            <a:ext cx="6096000" cy="200054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a:spAutoFit/>
          </a:bodyPr>
          <a:lstStyle/>
          <a:p>
            <a:r>
              <a:rPr lang="en-IN" sz="1200" dirty="0">
                <a:solidFill>
                  <a:schemeClr val="bg1"/>
                </a:solidFill>
              </a:rPr>
              <a:t>ASSET USAGE SINGLE ASSET REPORT:</a:t>
            </a:r>
          </a:p>
          <a:p>
            <a:endParaRPr lang="en-IN" sz="1200" dirty="0">
              <a:solidFill>
                <a:schemeClr val="bg1"/>
              </a:solidFill>
            </a:endParaRPr>
          </a:p>
          <a:p>
            <a:pPr marL="342900" indent="-342900">
              <a:buFont typeface="Arial" panose="020B0604020202020204" pitchFamily="34" charset="0"/>
              <a:buChar char="•"/>
            </a:pPr>
            <a:r>
              <a:rPr lang="en-IN" sz="2000" dirty="0">
                <a:solidFill>
                  <a:schemeClr val="bg1"/>
                </a:solidFill>
              </a:rPr>
              <a:t>Description about the Use Case: (if possible use case diagram)</a:t>
            </a:r>
          </a:p>
          <a:p>
            <a:pPr marL="342900" indent="-342900">
              <a:buFont typeface="Arial" panose="020B0604020202020204" pitchFamily="34" charset="0"/>
              <a:buChar char="•"/>
            </a:pPr>
            <a:r>
              <a:rPr lang="en-IN" sz="2000" dirty="0">
                <a:solidFill>
                  <a:schemeClr val="bg1"/>
                </a:solidFill>
              </a:rPr>
              <a:t>Description about the </a:t>
            </a:r>
            <a:r>
              <a:rPr lang="en-IN" sz="2000" dirty="0" smtClean="0">
                <a:solidFill>
                  <a:schemeClr val="bg1"/>
                </a:solidFill>
              </a:rPr>
              <a:t>architecture</a:t>
            </a:r>
          </a:p>
          <a:p>
            <a:pPr marL="342900" indent="-342900">
              <a:buFont typeface="Arial" panose="020B0604020202020204" pitchFamily="34" charset="0"/>
              <a:buChar char="•"/>
            </a:pPr>
            <a:r>
              <a:rPr lang="en-IN" sz="2000" dirty="0" smtClean="0">
                <a:solidFill>
                  <a:schemeClr val="bg1"/>
                </a:solidFill>
              </a:rPr>
              <a:t>Workflow diagram</a:t>
            </a:r>
            <a:endParaRPr lang="en-IN" sz="2000" dirty="0">
              <a:solidFill>
                <a:schemeClr val="bg1"/>
              </a:solidFill>
            </a:endParaRPr>
          </a:p>
          <a:p>
            <a:pPr marL="342900" indent="-342900">
              <a:buFont typeface="Arial" panose="020B0604020202020204" pitchFamily="34" charset="0"/>
              <a:buChar char="•"/>
            </a:pPr>
            <a:r>
              <a:rPr lang="en-IN" sz="2000" dirty="0">
                <a:solidFill>
                  <a:schemeClr val="bg1"/>
                </a:solidFill>
              </a:rPr>
              <a:t>High Level </a:t>
            </a:r>
            <a:r>
              <a:rPr lang="en-IN" sz="2000" dirty="0" err="1">
                <a:solidFill>
                  <a:schemeClr val="bg1"/>
                </a:solidFill>
              </a:rPr>
              <a:t>Seq</a:t>
            </a:r>
            <a:r>
              <a:rPr lang="en-IN" sz="2000" dirty="0">
                <a:solidFill>
                  <a:schemeClr val="bg1"/>
                </a:solidFill>
              </a:rPr>
              <a:t> Diagram</a:t>
            </a:r>
          </a:p>
        </p:txBody>
      </p:sp>
      <p:pic>
        <p:nvPicPr>
          <p:cNvPr id="4" name="Picture 3"/>
          <p:cNvPicPr>
            <a:picLocks noChangeAspect="1"/>
          </p:cNvPicPr>
          <p:nvPr/>
        </p:nvPicPr>
        <p:blipFill>
          <a:blip r:embed="rId3"/>
          <a:stretch>
            <a:fillRect/>
          </a:stretch>
        </p:blipFill>
        <p:spPr>
          <a:xfrm>
            <a:off x="7508624" y="1008668"/>
            <a:ext cx="4036471" cy="5783283"/>
          </a:xfrm>
          <a:prstGeom prst="rect">
            <a:avLst/>
          </a:prstGeom>
        </p:spPr>
        <p:style>
          <a:lnRef idx="2">
            <a:schemeClr val="dk1"/>
          </a:lnRef>
          <a:fillRef idx="1">
            <a:schemeClr val="lt1"/>
          </a:fillRef>
          <a:effectRef idx="0">
            <a:schemeClr val="dk1"/>
          </a:effectRef>
          <a:fontRef idx="minor">
            <a:schemeClr val="dk1"/>
          </a:fontRef>
        </p:style>
      </p:pic>
      <p:sp>
        <p:nvSpPr>
          <p:cNvPr id="8" name="Oval 7">
            <a:extLst>
              <a:ext uri="{FF2B5EF4-FFF2-40B4-BE49-F238E27FC236}">
                <a16:creationId xmlns:a16="http://schemas.microsoft.com/office/drawing/2014/main" id="{AA1592C2-5F0D-0362-E93D-7694B0FE082C}"/>
              </a:ext>
            </a:extLst>
          </p:cNvPr>
          <p:cNvSpPr/>
          <p:nvPr/>
        </p:nvSpPr>
        <p:spPr>
          <a:xfrm>
            <a:off x="8256812" y="1147948"/>
            <a:ext cx="495301" cy="495300"/>
          </a:xfrm>
          <a:prstGeom prst="ellipse">
            <a:avLst/>
          </a:prstGeom>
          <a:solidFill>
            <a:srgbClr val="F6D33C"/>
          </a:solidFill>
          <a:ln>
            <a:solidFill>
              <a:srgbClr val="F6D33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9" name="Straight Arrow Connector 8">
            <a:extLst>
              <a:ext uri="{FF2B5EF4-FFF2-40B4-BE49-F238E27FC236}">
                <a16:creationId xmlns:a16="http://schemas.microsoft.com/office/drawing/2014/main" id="{9C80B489-D498-48BE-B1DD-D1C4F8BFECA8}"/>
              </a:ext>
            </a:extLst>
          </p:cNvPr>
          <p:cNvCxnSpPr>
            <a:cxnSpLocks/>
          </p:cNvCxnSpPr>
          <p:nvPr/>
        </p:nvCxnSpPr>
        <p:spPr>
          <a:xfrm>
            <a:off x="8800239" y="1395598"/>
            <a:ext cx="495301"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0" name="Oval 9">
            <a:extLst>
              <a:ext uri="{FF2B5EF4-FFF2-40B4-BE49-F238E27FC236}">
                <a16:creationId xmlns:a16="http://schemas.microsoft.com/office/drawing/2014/main" id="{277CA886-FE19-9F7F-4B75-295FA5FE14D9}"/>
              </a:ext>
            </a:extLst>
          </p:cNvPr>
          <p:cNvSpPr/>
          <p:nvPr/>
        </p:nvSpPr>
        <p:spPr>
          <a:xfrm>
            <a:off x="10578935" y="6008914"/>
            <a:ext cx="495301" cy="4953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1" name="Straight Arrow Connector 10">
            <a:extLst>
              <a:ext uri="{FF2B5EF4-FFF2-40B4-BE49-F238E27FC236}">
                <a16:creationId xmlns:a16="http://schemas.microsoft.com/office/drawing/2014/main" id="{9A7A2764-7835-E697-27A4-07B1B61BC608}"/>
              </a:ext>
            </a:extLst>
          </p:cNvPr>
          <p:cNvCxnSpPr>
            <a:cxnSpLocks/>
          </p:cNvCxnSpPr>
          <p:nvPr/>
        </p:nvCxnSpPr>
        <p:spPr>
          <a:xfrm>
            <a:off x="10064335" y="6237514"/>
            <a:ext cx="495301"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6" name="Rectangle 5"/>
          <p:cNvSpPr/>
          <p:nvPr/>
        </p:nvSpPr>
        <p:spPr>
          <a:xfrm>
            <a:off x="1090759" y="1733038"/>
            <a:ext cx="3869393" cy="369332"/>
          </a:xfrm>
          <a:prstGeom prst="rect">
            <a:avLst/>
          </a:prstGeom>
        </p:spPr>
        <p:txBody>
          <a:bodyPr wrap="none">
            <a:spAutoFit/>
          </a:bodyPr>
          <a:lstStyle/>
          <a:p>
            <a:r>
              <a:rPr lang="en-IN" b="1" dirty="0">
                <a:solidFill>
                  <a:srgbClr val="FFFF00"/>
                </a:solidFill>
              </a:rPr>
              <a:t>CAMUNDA SOLUTION USE CASE</a:t>
            </a:r>
          </a:p>
        </p:txBody>
      </p:sp>
      <p:sp>
        <p:nvSpPr>
          <p:cNvPr id="7" name="Rectangle 6"/>
          <p:cNvSpPr/>
          <p:nvPr/>
        </p:nvSpPr>
        <p:spPr>
          <a:xfrm>
            <a:off x="1919720" y="2245410"/>
            <a:ext cx="2929007" cy="369332"/>
          </a:xfrm>
          <a:prstGeom prst="rect">
            <a:avLst/>
          </a:prstGeom>
        </p:spPr>
        <p:txBody>
          <a:bodyPr wrap="none">
            <a:spAutoFit/>
          </a:bodyPr>
          <a:lstStyle/>
          <a:p>
            <a:r>
              <a:rPr lang="en-IN" dirty="0">
                <a:solidFill>
                  <a:srgbClr val="FFFF00"/>
                </a:solidFill>
              </a:rPr>
              <a:t>Asset Management Report</a:t>
            </a:r>
          </a:p>
        </p:txBody>
      </p:sp>
    </p:spTree>
    <p:extLst>
      <p:ext uri="{BB962C8B-B14F-4D97-AF65-F5344CB8AC3E}">
        <p14:creationId xmlns:p14="http://schemas.microsoft.com/office/powerpoint/2010/main" val="367013455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63333026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Group 14"/>
          <p:cNvGrpSpPr/>
          <p:nvPr/>
        </p:nvGrpSpPr>
        <p:grpSpPr>
          <a:xfrm>
            <a:off x="3253399" y="1145260"/>
            <a:ext cx="5303520" cy="4320820"/>
            <a:chOff x="3253399" y="1145260"/>
            <a:chExt cx="5303520" cy="4320820"/>
          </a:xfrm>
        </p:grpSpPr>
        <p:sp>
          <p:nvSpPr>
            <p:cNvPr id="13" name="Rounded Rectangle 12"/>
            <p:cNvSpPr/>
            <p:nvPr/>
          </p:nvSpPr>
          <p:spPr>
            <a:xfrm>
              <a:off x="3253399" y="1145260"/>
              <a:ext cx="5303520" cy="2844800"/>
            </a:xfrm>
            <a:prstGeom prst="round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12" name="Group 11"/>
            <p:cNvGrpSpPr/>
            <p:nvPr/>
          </p:nvGrpSpPr>
          <p:grpSpPr>
            <a:xfrm>
              <a:off x="3476412" y="1290320"/>
              <a:ext cx="4886963" cy="4175760"/>
              <a:chOff x="2887132" y="-342628"/>
              <a:chExt cx="4886963" cy="4233908"/>
            </a:xfrm>
          </p:grpSpPr>
          <p:sp>
            <p:nvSpPr>
              <p:cNvPr id="10" name="Rounded Rectangle 9"/>
              <p:cNvSpPr/>
              <p:nvPr/>
            </p:nvSpPr>
            <p:spPr>
              <a:xfrm>
                <a:off x="4318000" y="1524000"/>
                <a:ext cx="1778000" cy="698500"/>
              </a:xfrm>
              <a:prstGeom prst="roundRect">
                <a:avLst/>
              </a:prstGeom>
            </p:spPr>
            <p:style>
              <a:lnRef idx="0">
                <a:schemeClr val="accent2"/>
              </a:lnRef>
              <a:fillRef idx="3">
                <a:schemeClr val="accent2"/>
              </a:fillRef>
              <a:effectRef idx="3">
                <a:schemeClr val="accent2"/>
              </a:effectRef>
              <a:fontRef idx="minor">
                <a:schemeClr val="lt1"/>
              </a:fontRef>
            </p:style>
            <p:txBody>
              <a:bodyPr rot="0" spcFirstLastPara="0" vertOverflow="overflow" horzOverflow="overflow" vert="horz" wrap="square" lIns="76200" tIns="38100" rIns="76200" bIns="38100" numCol="1" spcCol="0" rtlCol="0" fromWordArt="0" anchor="ctr" anchorCtr="0" forceAA="0" compatLnSpc="1">
                <a:prstTxWarp prst="textNoShape">
                  <a:avLst/>
                </a:prstTxWarp>
                <a:noAutofit/>
              </a:bodyPr>
              <a:lstStyle/>
              <a:p>
                <a:pPr algn="ctr"/>
                <a:r>
                  <a:rPr lang="en-IN" sz="1500" dirty="0"/>
                  <a:t>REPORT MANAGER</a:t>
                </a:r>
              </a:p>
            </p:txBody>
          </p:sp>
          <p:cxnSp>
            <p:nvCxnSpPr>
              <p:cNvPr id="16" name="Elbow Connector 15"/>
              <p:cNvCxnSpPr>
                <a:stCxn id="11" idx="2"/>
                <a:endCxn id="10" idx="1"/>
              </p:cNvCxnSpPr>
              <p:nvPr/>
            </p:nvCxnSpPr>
            <p:spPr>
              <a:xfrm rot="16200000" flipH="1">
                <a:off x="3651250" y="1206500"/>
                <a:ext cx="920750" cy="412750"/>
              </a:xfrm>
              <a:prstGeom prst="bentConnector2">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0" name="Elbow Connector 19"/>
              <p:cNvCxnSpPr>
                <a:stCxn id="33" idx="2"/>
                <a:endCxn id="10" idx="3"/>
              </p:cNvCxnSpPr>
              <p:nvPr/>
            </p:nvCxnSpPr>
            <p:spPr>
              <a:xfrm rot="5400000">
                <a:off x="5905500" y="1143000"/>
                <a:ext cx="920750" cy="539750"/>
              </a:xfrm>
              <a:prstGeom prst="bentConnector2">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2887132" y="-339326"/>
                <a:ext cx="1990090" cy="271934"/>
              </a:xfrm>
              <a:prstGeom prst="rect">
                <a:avLst/>
              </a:prstGeom>
            </p:spPr>
            <p:style>
              <a:lnRef idx="0">
                <a:schemeClr val="accent4"/>
              </a:lnRef>
              <a:fillRef idx="3">
                <a:schemeClr val="accent4"/>
              </a:fillRef>
              <a:effectRef idx="3">
                <a:schemeClr val="accent4"/>
              </a:effectRef>
              <a:fontRef idx="minor">
                <a:schemeClr val="lt1"/>
              </a:fontRef>
            </p:style>
            <p:txBody>
              <a:bodyPr wrap="square" rtlCol="0">
                <a:spAutoFit/>
              </a:bodyPr>
              <a:lstStyle/>
              <a:p>
                <a:r>
                  <a:rPr lang="en-IN" sz="1167" b="1" dirty="0">
                    <a:solidFill>
                      <a:schemeClr val="tx1"/>
                    </a:solidFill>
                  </a:rPr>
                  <a:t>ON-DEMAND REQUEST</a:t>
                </a:r>
              </a:p>
            </p:txBody>
          </p:sp>
          <p:sp>
            <p:nvSpPr>
              <p:cNvPr id="35" name="TextBox 34"/>
              <p:cNvSpPr txBox="1"/>
              <p:nvPr/>
            </p:nvSpPr>
            <p:spPr>
              <a:xfrm>
                <a:off x="5909735" y="-342628"/>
                <a:ext cx="1864360" cy="271934"/>
              </a:xfrm>
              <a:prstGeom prst="rect">
                <a:avLst/>
              </a:prstGeom>
              <a:ln/>
            </p:spPr>
            <p:style>
              <a:lnRef idx="0">
                <a:schemeClr val="accent4"/>
              </a:lnRef>
              <a:fillRef idx="3">
                <a:schemeClr val="accent4"/>
              </a:fillRef>
              <a:effectRef idx="3">
                <a:schemeClr val="accent4"/>
              </a:effectRef>
              <a:fontRef idx="minor">
                <a:schemeClr val="lt1"/>
              </a:fontRef>
            </p:style>
            <p:txBody>
              <a:bodyPr wrap="square" rtlCol="0">
                <a:spAutoFit/>
              </a:bodyPr>
              <a:lstStyle/>
              <a:p>
                <a:r>
                  <a:rPr lang="en-IN" sz="1167" b="1" dirty="0">
                    <a:solidFill>
                      <a:schemeClr val="tx1"/>
                    </a:solidFill>
                  </a:rPr>
                  <a:t>SCHEDULED REQUEST</a:t>
                </a:r>
              </a:p>
            </p:txBody>
          </p:sp>
          <p:pic>
            <p:nvPicPr>
              <p:cNvPr id="4" name="Picture 3"/>
              <p:cNvPicPr>
                <a:picLocks noChangeAspect="1"/>
              </p:cNvPicPr>
              <p:nvPr/>
            </p:nvPicPr>
            <p:blipFill>
              <a:blip r:embed="rId2"/>
              <a:stretch>
                <a:fillRect/>
              </a:stretch>
            </p:blipFill>
            <p:spPr>
              <a:xfrm>
                <a:off x="4504264" y="2543175"/>
                <a:ext cx="1405471" cy="1348105"/>
              </a:xfrm>
              <a:prstGeom prst="rect">
                <a:avLst/>
              </a:prstGeom>
            </p:spPr>
          </p:pic>
          <p:pic>
            <p:nvPicPr>
              <p:cNvPr id="5" name="Picture 4"/>
              <p:cNvPicPr>
                <a:picLocks noChangeAspect="1"/>
              </p:cNvPicPr>
              <p:nvPr/>
            </p:nvPicPr>
            <p:blipFill>
              <a:blip r:embed="rId3"/>
              <a:stretch>
                <a:fillRect/>
              </a:stretch>
            </p:blipFill>
            <p:spPr>
              <a:xfrm>
                <a:off x="5909735" y="-123689"/>
                <a:ext cx="1428750" cy="1428750"/>
              </a:xfrm>
              <a:prstGeom prst="rect">
                <a:avLst/>
              </a:prstGeom>
            </p:spPr>
          </p:pic>
          <p:pic>
            <p:nvPicPr>
              <p:cNvPr id="6" name="Picture 5"/>
              <p:cNvPicPr>
                <a:picLocks noChangeAspect="1"/>
              </p:cNvPicPr>
              <p:nvPr/>
            </p:nvPicPr>
            <p:blipFill>
              <a:blip r:embed="rId4"/>
              <a:stretch>
                <a:fillRect/>
              </a:stretch>
            </p:blipFill>
            <p:spPr>
              <a:xfrm>
                <a:off x="3456940" y="83283"/>
                <a:ext cx="850475" cy="99435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cxnSp>
            <p:nvCxnSpPr>
              <p:cNvPr id="8" name="Straight Arrow Connector 7"/>
              <p:cNvCxnSpPr>
                <a:stCxn id="10" idx="2"/>
              </p:cNvCxnSpPr>
              <p:nvPr/>
            </p:nvCxnSpPr>
            <p:spPr>
              <a:xfrm flipH="1">
                <a:off x="5206999" y="2222500"/>
                <a:ext cx="1" cy="41910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408007641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p:cNvGrpSpPr/>
          <p:nvPr/>
        </p:nvGrpSpPr>
        <p:grpSpPr>
          <a:xfrm>
            <a:off x="4767262" y="1723052"/>
            <a:ext cx="1948498" cy="2351108"/>
            <a:chOff x="4472622" y="1763692"/>
            <a:chExt cx="1249680" cy="1300480"/>
          </a:xfrm>
        </p:grpSpPr>
        <p:sp>
          <p:nvSpPr>
            <p:cNvPr id="7" name="Rounded Rectangle 6"/>
            <p:cNvSpPr/>
            <p:nvPr/>
          </p:nvSpPr>
          <p:spPr>
            <a:xfrm>
              <a:off x="4472622" y="1763692"/>
              <a:ext cx="1249680" cy="130048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6" name="Picture 5"/>
            <p:cNvPicPr>
              <a:picLocks noChangeAspect="1"/>
            </p:cNvPicPr>
            <p:nvPr/>
          </p:nvPicPr>
          <p:blipFill>
            <a:blip r:embed="rId2"/>
            <a:stretch>
              <a:fillRect/>
            </a:stretch>
          </p:blipFill>
          <p:spPr>
            <a:xfrm>
              <a:off x="4657725" y="1966914"/>
              <a:ext cx="879475" cy="894036"/>
            </a:xfrm>
            <a:prstGeom prst="rect">
              <a:avLst/>
            </a:prstGeom>
            <a:ln>
              <a:solidFill>
                <a:schemeClr val="accent3"/>
              </a:solidFill>
            </a:ln>
            <a:effectLst>
              <a:outerShdw blurRad="292100" dist="139700" dir="2700000" algn="tl" rotWithShape="0">
                <a:srgbClr val="333333">
                  <a:alpha val="65000"/>
                </a:srgbClr>
              </a:outerShdw>
            </a:effectLst>
          </p:spPr>
        </p:pic>
      </p:grpSp>
    </p:spTree>
    <p:extLst>
      <p:ext uri="{BB962C8B-B14F-4D97-AF65-F5344CB8AC3E}">
        <p14:creationId xmlns:p14="http://schemas.microsoft.com/office/powerpoint/2010/main" val="28691577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4" name="Group 43"/>
          <p:cNvGrpSpPr/>
          <p:nvPr/>
        </p:nvGrpSpPr>
        <p:grpSpPr>
          <a:xfrm>
            <a:off x="8795874" y="1797459"/>
            <a:ext cx="4699000" cy="3485853"/>
            <a:chOff x="6400800" y="1684376"/>
            <a:chExt cx="5638800" cy="4183023"/>
          </a:xfrm>
        </p:grpSpPr>
        <p:sp>
          <p:nvSpPr>
            <p:cNvPr id="45" name="Rectangle 44"/>
            <p:cNvSpPr/>
            <p:nvPr/>
          </p:nvSpPr>
          <p:spPr>
            <a:xfrm>
              <a:off x="6400800" y="1684376"/>
              <a:ext cx="5638800" cy="4183023"/>
            </a:xfrm>
            <a:prstGeom prst="rect">
              <a:avLst/>
            </a:prstGeom>
            <a:solidFill>
              <a:schemeClr val="tx2">
                <a:lumMod val="20000"/>
                <a:lumOff val="80000"/>
              </a:schemeClr>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761970"/>
              <a:endParaRPr lang="en-IN" sz="1500">
                <a:solidFill>
                  <a:prstClr val="white"/>
                </a:solidFill>
                <a:latin typeface="Calibri"/>
              </a:endParaRPr>
            </a:p>
          </p:txBody>
        </p:sp>
        <p:sp>
          <p:nvSpPr>
            <p:cNvPr id="46" name="Rounded Rectangle 45"/>
            <p:cNvSpPr/>
            <p:nvPr/>
          </p:nvSpPr>
          <p:spPr>
            <a:xfrm>
              <a:off x="7113270" y="2084070"/>
              <a:ext cx="4495800" cy="3429000"/>
            </a:xfrm>
            <a:prstGeom prst="roundRect">
              <a:avLst/>
            </a:prstGeom>
            <a:ln>
              <a:prstDash val="dash"/>
            </a:ln>
          </p:spPr>
          <p:style>
            <a:lnRef idx="2">
              <a:schemeClr val="accent1"/>
            </a:lnRef>
            <a:fillRef idx="1">
              <a:schemeClr val="lt1"/>
            </a:fillRef>
            <a:effectRef idx="0">
              <a:schemeClr val="accent1"/>
            </a:effectRef>
            <a:fontRef idx="minor">
              <a:schemeClr val="dk1"/>
            </a:fontRef>
          </p:style>
          <p:txBody>
            <a:bodyPr rtlCol="0" anchor="ctr"/>
            <a:lstStyle/>
            <a:p>
              <a:pPr algn="ctr" defTabSz="761970"/>
              <a:endParaRPr lang="en-IN" sz="1500">
                <a:solidFill>
                  <a:prstClr val="black"/>
                </a:solidFill>
                <a:latin typeface="Calibri"/>
              </a:endParaRPr>
            </a:p>
          </p:txBody>
        </p:sp>
        <p:sp>
          <p:nvSpPr>
            <p:cNvPr id="47" name="Rounded Rectangle 46"/>
            <p:cNvSpPr/>
            <p:nvPr/>
          </p:nvSpPr>
          <p:spPr>
            <a:xfrm>
              <a:off x="8534400" y="2415540"/>
              <a:ext cx="1295400" cy="609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761970"/>
              <a:r>
                <a:rPr lang="en-IN" sz="1500" dirty="0">
                  <a:solidFill>
                    <a:prstClr val="white"/>
                  </a:solidFill>
                  <a:latin typeface="Calibri"/>
                </a:rPr>
                <a:t>BROKER</a:t>
              </a:r>
            </a:p>
          </p:txBody>
        </p:sp>
        <p:sp>
          <p:nvSpPr>
            <p:cNvPr id="48" name="Rounded Rectangle 47"/>
            <p:cNvSpPr/>
            <p:nvPr/>
          </p:nvSpPr>
          <p:spPr>
            <a:xfrm rot="5400000">
              <a:off x="6057900" y="3543300"/>
              <a:ext cx="1447800" cy="609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761970"/>
              <a:r>
                <a:rPr lang="en-IN" sz="1500" dirty="0">
                  <a:solidFill>
                    <a:prstClr val="white"/>
                  </a:solidFill>
                  <a:latin typeface="Calibri"/>
                </a:rPr>
                <a:t>GATEWAY</a:t>
              </a:r>
            </a:p>
          </p:txBody>
        </p:sp>
        <p:sp>
          <p:nvSpPr>
            <p:cNvPr id="49" name="Rounded Rectangle 48"/>
            <p:cNvSpPr/>
            <p:nvPr/>
          </p:nvSpPr>
          <p:spPr>
            <a:xfrm>
              <a:off x="10058400" y="3493770"/>
              <a:ext cx="1356360" cy="609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761970"/>
              <a:r>
                <a:rPr lang="en-IN" sz="1500" dirty="0">
                  <a:solidFill>
                    <a:prstClr val="white"/>
                  </a:solidFill>
                  <a:latin typeface="Calibri"/>
                </a:rPr>
                <a:t>BROKER</a:t>
              </a:r>
            </a:p>
          </p:txBody>
        </p:sp>
        <p:sp>
          <p:nvSpPr>
            <p:cNvPr id="50" name="Rounded Rectangle 49"/>
            <p:cNvSpPr/>
            <p:nvPr/>
          </p:nvSpPr>
          <p:spPr>
            <a:xfrm>
              <a:off x="8534400" y="4572000"/>
              <a:ext cx="1295400" cy="609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761970"/>
              <a:r>
                <a:rPr lang="en-IN" sz="1500" dirty="0">
                  <a:solidFill>
                    <a:prstClr val="white"/>
                  </a:solidFill>
                  <a:latin typeface="Calibri"/>
                </a:rPr>
                <a:t>BROKER</a:t>
              </a:r>
            </a:p>
          </p:txBody>
        </p:sp>
        <p:pic>
          <p:nvPicPr>
            <p:cNvPr id="51" name="Picture 50"/>
            <p:cNvPicPr>
              <a:picLocks noChangeAspect="1"/>
            </p:cNvPicPr>
            <p:nvPr/>
          </p:nvPicPr>
          <p:blipFill>
            <a:blip r:embed="rId2"/>
            <a:stretch>
              <a:fillRect/>
            </a:stretch>
          </p:blipFill>
          <p:spPr>
            <a:xfrm>
              <a:off x="8695125" y="3329940"/>
              <a:ext cx="973950" cy="989400"/>
            </a:xfrm>
            <a:prstGeom prst="rect">
              <a:avLst/>
            </a:prstGeom>
          </p:spPr>
        </p:pic>
        <p:cxnSp>
          <p:nvCxnSpPr>
            <p:cNvPr id="52" name="Straight Arrow Connector 51"/>
            <p:cNvCxnSpPr/>
            <p:nvPr/>
          </p:nvCxnSpPr>
          <p:spPr>
            <a:xfrm flipV="1">
              <a:off x="7848600" y="3493770"/>
              <a:ext cx="419805" cy="3048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p:cNvCxnSpPr/>
            <p:nvPr/>
          </p:nvCxnSpPr>
          <p:spPr>
            <a:xfrm>
              <a:off x="7848600" y="3848100"/>
              <a:ext cx="5334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p:cNvCxnSpPr/>
            <p:nvPr/>
          </p:nvCxnSpPr>
          <p:spPr>
            <a:xfrm>
              <a:off x="7838580" y="3897631"/>
              <a:ext cx="457200" cy="3569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5" name="TextBox 54"/>
            <p:cNvSpPr txBox="1"/>
            <p:nvPr/>
          </p:nvSpPr>
          <p:spPr>
            <a:xfrm>
              <a:off x="7010400" y="3682097"/>
              <a:ext cx="1180396" cy="356945"/>
            </a:xfrm>
            <a:prstGeom prst="rect">
              <a:avLst/>
            </a:prstGeom>
            <a:noFill/>
          </p:spPr>
          <p:txBody>
            <a:bodyPr wrap="square" rtlCol="0">
              <a:spAutoFit/>
            </a:bodyPr>
            <a:lstStyle/>
            <a:p>
              <a:pPr defTabSz="761970"/>
              <a:r>
                <a:rPr lang="en-IN" sz="1333" dirty="0">
                  <a:solidFill>
                    <a:prstClr val="black"/>
                  </a:solidFill>
                  <a:latin typeface="Arial" panose="020B0604020202020204" pitchFamily="34" charset="0"/>
                  <a:cs typeface="Arial" panose="020B0604020202020204" pitchFamily="34" charset="0"/>
                </a:rPr>
                <a:t>Distribute</a:t>
              </a:r>
            </a:p>
          </p:txBody>
        </p:sp>
        <p:sp>
          <p:nvSpPr>
            <p:cNvPr id="56" name="TextBox 55"/>
            <p:cNvSpPr txBox="1"/>
            <p:nvPr/>
          </p:nvSpPr>
          <p:spPr>
            <a:xfrm>
              <a:off x="8522970" y="1684377"/>
              <a:ext cx="1676400" cy="387798"/>
            </a:xfrm>
            <a:prstGeom prst="rect">
              <a:avLst/>
            </a:prstGeom>
            <a:noFill/>
          </p:spPr>
          <p:txBody>
            <a:bodyPr wrap="square" rtlCol="0">
              <a:spAutoFit/>
            </a:bodyPr>
            <a:lstStyle/>
            <a:p>
              <a:pPr defTabSz="761970"/>
              <a:r>
                <a:rPr lang="en-IN" sz="1500" b="1" dirty="0">
                  <a:solidFill>
                    <a:prstClr val="black"/>
                  </a:solidFill>
                  <a:latin typeface="Calibri"/>
                </a:rPr>
                <a:t>ZEEBE CLUSTER</a:t>
              </a:r>
            </a:p>
          </p:txBody>
        </p:sp>
      </p:grpSp>
      <p:grpSp>
        <p:nvGrpSpPr>
          <p:cNvPr id="57" name="Group 56"/>
          <p:cNvGrpSpPr/>
          <p:nvPr/>
        </p:nvGrpSpPr>
        <p:grpSpPr>
          <a:xfrm>
            <a:off x="5189009" y="1952285"/>
            <a:ext cx="2624138" cy="1281862"/>
            <a:chOff x="2261235" y="2331364"/>
            <a:chExt cx="3352800" cy="2065376"/>
          </a:xfrm>
        </p:grpSpPr>
        <p:sp>
          <p:nvSpPr>
            <p:cNvPr id="58" name="Rounded Rectangle 57"/>
            <p:cNvSpPr/>
            <p:nvPr/>
          </p:nvSpPr>
          <p:spPr>
            <a:xfrm>
              <a:off x="2261235" y="2331364"/>
              <a:ext cx="3352800" cy="2065376"/>
            </a:xfrm>
            <a:prstGeom prst="roundRect">
              <a:avLst/>
            </a:prstGeom>
            <a:solidFill>
              <a:srgbClr val="82C7E2"/>
            </a:solidFill>
          </p:spPr>
          <p:style>
            <a:lnRef idx="3">
              <a:schemeClr val="lt1"/>
            </a:lnRef>
            <a:fillRef idx="1">
              <a:schemeClr val="accent5"/>
            </a:fillRef>
            <a:effectRef idx="1">
              <a:schemeClr val="accent5"/>
            </a:effectRef>
            <a:fontRef idx="minor">
              <a:schemeClr val="lt1"/>
            </a:fontRef>
          </p:style>
          <p:txBody>
            <a:bodyPr rot="0" spcFirstLastPara="0" vertOverflow="overflow" horzOverflow="overflow" vert="horz" wrap="square" lIns="76200" tIns="38100" rIns="76200" bIns="38100" numCol="1" spcCol="0" rtlCol="0" fromWordArt="0" anchor="ctr" anchorCtr="0" forceAA="0" compatLnSpc="1">
              <a:prstTxWarp prst="textNoShape">
                <a:avLst/>
              </a:prstTxWarp>
              <a:noAutofit/>
            </a:bodyPr>
            <a:lstStyle/>
            <a:p>
              <a:pPr algn="ctr" defTabSz="761970"/>
              <a:endParaRPr lang="en-IN" sz="1500">
                <a:solidFill>
                  <a:prstClr val="white"/>
                </a:solidFill>
                <a:latin typeface="Calibri"/>
              </a:endParaRPr>
            </a:p>
          </p:txBody>
        </p:sp>
        <p:sp>
          <p:nvSpPr>
            <p:cNvPr id="59" name="Rounded Rectangle 58"/>
            <p:cNvSpPr/>
            <p:nvPr/>
          </p:nvSpPr>
          <p:spPr>
            <a:xfrm>
              <a:off x="2630949" y="2534656"/>
              <a:ext cx="1516380" cy="907330"/>
            </a:xfrm>
            <a:prstGeom prst="roundRect">
              <a:avLst/>
            </a:prstGeom>
          </p:spPr>
          <p:style>
            <a:lnRef idx="0">
              <a:schemeClr val="accent6"/>
            </a:lnRef>
            <a:fillRef idx="3">
              <a:schemeClr val="accent6"/>
            </a:fillRef>
            <a:effectRef idx="3">
              <a:schemeClr val="accent6"/>
            </a:effectRef>
            <a:fontRef idx="minor">
              <a:schemeClr val="lt1"/>
            </a:fontRef>
          </p:style>
          <p:txBody>
            <a:bodyPr rot="0" spcFirstLastPara="0" vertOverflow="overflow" horzOverflow="overflow" vert="horz" wrap="square" lIns="76200" tIns="38100" rIns="76200" bIns="38100" numCol="1" spcCol="0" rtlCol="0" fromWordArt="0" anchor="ctr" anchorCtr="0" forceAA="0" compatLnSpc="1">
              <a:prstTxWarp prst="textNoShape">
                <a:avLst/>
              </a:prstTxWarp>
              <a:noAutofit/>
            </a:bodyPr>
            <a:lstStyle/>
            <a:p>
              <a:pPr algn="ctr" defTabSz="761970"/>
              <a:r>
                <a:rPr lang="en-IN" sz="1500" dirty="0">
                  <a:solidFill>
                    <a:prstClr val="white"/>
                  </a:solidFill>
                  <a:latin typeface="Calibri"/>
                </a:rPr>
                <a:t>JOB WORKERS</a:t>
              </a:r>
            </a:p>
          </p:txBody>
        </p:sp>
        <p:sp>
          <p:nvSpPr>
            <p:cNvPr id="60" name="Rounded Rectangle 59"/>
            <p:cNvSpPr/>
            <p:nvPr/>
          </p:nvSpPr>
          <p:spPr>
            <a:xfrm>
              <a:off x="3161843" y="2934821"/>
              <a:ext cx="1516380" cy="907330"/>
            </a:xfrm>
            <a:prstGeom prst="roundRect">
              <a:avLst/>
            </a:prstGeom>
          </p:spPr>
          <p:style>
            <a:lnRef idx="0">
              <a:schemeClr val="accent6"/>
            </a:lnRef>
            <a:fillRef idx="3">
              <a:schemeClr val="accent6"/>
            </a:fillRef>
            <a:effectRef idx="3">
              <a:schemeClr val="accent6"/>
            </a:effectRef>
            <a:fontRef idx="minor">
              <a:schemeClr val="lt1"/>
            </a:fontRef>
          </p:style>
          <p:txBody>
            <a:bodyPr rot="0" spcFirstLastPara="0" vertOverflow="overflow" horzOverflow="overflow" vert="horz" wrap="square" lIns="76200" tIns="38100" rIns="76200" bIns="38100" numCol="1" spcCol="0" rtlCol="0" fromWordArt="0" anchor="ctr" anchorCtr="0" forceAA="0" compatLnSpc="1">
              <a:prstTxWarp prst="textNoShape">
                <a:avLst/>
              </a:prstTxWarp>
              <a:noAutofit/>
            </a:bodyPr>
            <a:lstStyle/>
            <a:p>
              <a:pPr algn="ctr" defTabSz="761970"/>
              <a:r>
                <a:rPr lang="en-IN" sz="1500" dirty="0">
                  <a:solidFill>
                    <a:prstClr val="white"/>
                  </a:solidFill>
                  <a:latin typeface="Calibri"/>
                </a:rPr>
                <a:t>JOB WORKERS</a:t>
              </a:r>
            </a:p>
          </p:txBody>
        </p:sp>
        <p:sp>
          <p:nvSpPr>
            <p:cNvPr id="61" name="Rounded Rectangle 60"/>
            <p:cNvSpPr/>
            <p:nvPr/>
          </p:nvSpPr>
          <p:spPr>
            <a:xfrm>
              <a:off x="3566408" y="3326875"/>
              <a:ext cx="1516380" cy="907330"/>
            </a:xfrm>
            <a:prstGeom prst="roundRect">
              <a:avLst/>
            </a:prstGeom>
          </p:spPr>
          <p:style>
            <a:lnRef idx="0">
              <a:schemeClr val="accent6"/>
            </a:lnRef>
            <a:fillRef idx="3">
              <a:schemeClr val="accent6"/>
            </a:fillRef>
            <a:effectRef idx="3">
              <a:schemeClr val="accent6"/>
            </a:effectRef>
            <a:fontRef idx="minor">
              <a:schemeClr val="lt1"/>
            </a:fontRef>
          </p:style>
          <p:txBody>
            <a:bodyPr rot="0" spcFirstLastPara="0" vertOverflow="overflow" horzOverflow="overflow" vert="horz" wrap="square" lIns="76200" tIns="38100" rIns="76200" bIns="38100" numCol="1" spcCol="0" rtlCol="0" fromWordArt="0" anchor="ctr" anchorCtr="0" forceAA="0" compatLnSpc="1">
              <a:prstTxWarp prst="textNoShape">
                <a:avLst/>
              </a:prstTxWarp>
              <a:noAutofit/>
            </a:bodyPr>
            <a:lstStyle/>
            <a:p>
              <a:pPr algn="ctr" defTabSz="761970"/>
              <a:r>
                <a:rPr lang="en-IN" sz="1500" dirty="0">
                  <a:solidFill>
                    <a:prstClr val="white"/>
                  </a:solidFill>
                  <a:latin typeface="Calibri"/>
                </a:rPr>
                <a:t>JOB WORKERS</a:t>
              </a:r>
            </a:p>
          </p:txBody>
        </p:sp>
      </p:grpSp>
      <p:pic>
        <p:nvPicPr>
          <p:cNvPr id="62" name="Picture 61"/>
          <p:cNvPicPr>
            <a:picLocks noChangeAspect="1"/>
          </p:cNvPicPr>
          <p:nvPr/>
        </p:nvPicPr>
        <p:blipFill>
          <a:blip r:embed="rId3"/>
          <a:stretch>
            <a:fillRect/>
          </a:stretch>
        </p:blipFill>
        <p:spPr>
          <a:xfrm>
            <a:off x="541366" y="4662538"/>
            <a:ext cx="4430144" cy="3607113"/>
          </a:xfrm>
          <a:prstGeom prst="rect">
            <a:avLst/>
          </a:prstGeom>
        </p:spPr>
      </p:pic>
      <p:pic>
        <p:nvPicPr>
          <p:cNvPr id="63" name="Picture 62"/>
          <p:cNvPicPr>
            <a:picLocks noChangeAspect="1"/>
          </p:cNvPicPr>
          <p:nvPr/>
        </p:nvPicPr>
        <p:blipFill>
          <a:blip r:embed="rId4"/>
          <a:stretch>
            <a:fillRect/>
          </a:stretch>
        </p:blipFill>
        <p:spPr>
          <a:xfrm>
            <a:off x="10105735" y="5670001"/>
            <a:ext cx="1097072" cy="1202956"/>
          </a:xfrm>
          <a:prstGeom prst="rect">
            <a:avLst/>
          </a:prstGeom>
          <a:ln>
            <a:noFill/>
          </a:ln>
          <a:effectLst>
            <a:outerShdw blurRad="292100" dist="139700" dir="2700000" algn="tl" rotWithShape="0">
              <a:srgbClr val="333333">
                <a:alpha val="65000"/>
              </a:srgbClr>
            </a:outerShdw>
          </a:effectLst>
        </p:spPr>
      </p:pic>
      <p:sp>
        <p:nvSpPr>
          <p:cNvPr id="64" name="TextBox 63"/>
          <p:cNvSpPr txBox="1"/>
          <p:nvPr/>
        </p:nvSpPr>
        <p:spPr>
          <a:xfrm>
            <a:off x="9861815" y="6882190"/>
            <a:ext cx="1584912" cy="323165"/>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defTabSz="761970"/>
            <a:r>
              <a:rPr lang="en-IN" sz="1500" b="1" dirty="0" smtClean="0">
                <a:solidFill>
                  <a:prstClr val="black"/>
                </a:solidFill>
                <a:latin typeface="Calibri"/>
              </a:rPr>
              <a:t>ELASTIC SEARCH</a:t>
            </a:r>
            <a:endParaRPr lang="en-IN" sz="1500" b="1" dirty="0">
              <a:solidFill>
                <a:prstClr val="black"/>
              </a:solidFill>
              <a:latin typeface="Calibri"/>
            </a:endParaRPr>
          </a:p>
        </p:txBody>
      </p:sp>
      <p:pic>
        <p:nvPicPr>
          <p:cNvPr id="65" name="Picture 64"/>
          <p:cNvPicPr>
            <a:picLocks noChangeAspect="1"/>
          </p:cNvPicPr>
          <p:nvPr/>
        </p:nvPicPr>
        <p:blipFill>
          <a:blip r:embed="rId5"/>
          <a:stretch>
            <a:fillRect/>
          </a:stretch>
        </p:blipFill>
        <p:spPr>
          <a:xfrm>
            <a:off x="12190920" y="5679234"/>
            <a:ext cx="945179" cy="1202956"/>
          </a:xfrm>
          <a:prstGeom prst="rect">
            <a:avLst/>
          </a:prstGeom>
          <a:ln>
            <a:noFill/>
          </a:ln>
          <a:effectLst>
            <a:outerShdw blurRad="292100" dist="139700" dir="2700000" algn="tl" rotWithShape="0">
              <a:srgbClr val="333333">
                <a:alpha val="65000"/>
              </a:srgbClr>
            </a:outerShdw>
          </a:effectLst>
        </p:spPr>
      </p:pic>
      <p:sp>
        <p:nvSpPr>
          <p:cNvPr id="66" name="TextBox 65"/>
          <p:cNvSpPr txBox="1"/>
          <p:nvPr/>
        </p:nvSpPr>
        <p:spPr>
          <a:xfrm>
            <a:off x="11749421" y="6875862"/>
            <a:ext cx="1857082" cy="323165"/>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defTabSz="761970"/>
            <a:r>
              <a:rPr lang="en-IN" sz="1500" b="1" dirty="0" smtClean="0">
                <a:solidFill>
                  <a:prstClr val="black"/>
                </a:solidFill>
                <a:latin typeface="Calibri"/>
              </a:rPr>
              <a:t>CAMUNDA OPERATE</a:t>
            </a:r>
            <a:endParaRPr lang="en-IN" sz="1500" b="1" dirty="0">
              <a:solidFill>
                <a:prstClr val="black"/>
              </a:solidFill>
              <a:latin typeface="Calibri"/>
            </a:endParaRPr>
          </a:p>
        </p:txBody>
      </p:sp>
      <p:sp>
        <p:nvSpPr>
          <p:cNvPr id="67" name="Google Shape;1406;p65"/>
          <p:cNvSpPr/>
          <p:nvPr/>
        </p:nvSpPr>
        <p:spPr>
          <a:xfrm>
            <a:off x="1127147" y="6774262"/>
            <a:ext cx="382619" cy="29661"/>
          </a:xfrm>
          <a:custGeom>
            <a:avLst/>
            <a:gdLst/>
            <a:ahLst/>
            <a:cxnLst/>
            <a:rect l="l" t="t" r="r" b="b"/>
            <a:pathLst>
              <a:path w="233304" h="18086" extrusionOk="0">
                <a:moveTo>
                  <a:pt x="1" y="0"/>
                </a:moveTo>
                <a:lnTo>
                  <a:pt x="1" y="18086"/>
                </a:lnTo>
                <a:lnTo>
                  <a:pt x="90247" y="18086"/>
                </a:lnTo>
                <a:lnTo>
                  <a:pt x="90247" y="0"/>
                </a:lnTo>
                <a:close/>
                <a:moveTo>
                  <a:pt x="143057" y="0"/>
                </a:moveTo>
                <a:lnTo>
                  <a:pt x="143057" y="18086"/>
                </a:lnTo>
                <a:lnTo>
                  <a:pt x="233303" y="18086"/>
                </a:lnTo>
                <a:lnTo>
                  <a:pt x="233303" y="0"/>
                </a:lnTo>
                <a:close/>
              </a:path>
            </a:pathLst>
          </a:custGeom>
          <a:solidFill>
            <a:srgbClr val="FFFFFF"/>
          </a:solidFill>
          <a:ln>
            <a:noFill/>
          </a:ln>
        </p:spPr>
        <p:txBody>
          <a:bodyPr spcFirstLastPara="1" wrap="square" lIns="146280" tIns="146280" rIns="146280" bIns="146280" anchor="ctr" anchorCtr="0">
            <a:noAutofit/>
          </a:bodyPr>
          <a:lstStyle/>
          <a:p>
            <a:pPr marL="0" marR="0" lvl="0" indent="0" defTabSz="1463040" eaLnBrk="1" fontAlgn="auto" latinLnBrk="0" hangingPunct="1">
              <a:lnSpc>
                <a:spcPct val="100000"/>
              </a:lnSpc>
              <a:spcBef>
                <a:spcPts val="0"/>
              </a:spcBef>
              <a:spcAft>
                <a:spcPts val="0"/>
              </a:spcAft>
              <a:buClr>
                <a:srgbClr val="000000"/>
              </a:buClr>
              <a:buSzTx/>
              <a:buFontTx/>
              <a:buNone/>
              <a:tabLst/>
              <a:defRPr/>
            </a:pPr>
            <a:endParaRPr kumimoji="0" sz="2240" b="0" i="0" u="none" strike="noStrike" kern="0" cap="none" spc="0" normalizeH="0" baseline="0" noProof="0" smtClean="0">
              <a:ln>
                <a:noFill/>
              </a:ln>
              <a:solidFill>
                <a:srgbClr val="000000"/>
              </a:solidFill>
              <a:effectLst/>
              <a:uLnTx/>
              <a:uFillTx/>
              <a:latin typeface="Arial"/>
              <a:cs typeface="Arial"/>
              <a:sym typeface="Arial"/>
            </a:endParaRPr>
          </a:p>
        </p:txBody>
      </p:sp>
      <p:sp>
        <p:nvSpPr>
          <p:cNvPr id="68" name="Google Shape;1404;p65"/>
          <p:cNvSpPr/>
          <p:nvPr/>
        </p:nvSpPr>
        <p:spPr>
          <a:xfrm>
            <a:off x="1547841" y="6745788"/>
            <a:ext cx="86312" cy="86312"/>
          </a:xfrm>
          <a:custGeom>
            <a:avLst/>
            <a:gdLst/>
            <a:ahLst/>
            <a:cxnLst/>
            <a:rect l="l" t="t" r="r" b="b"/>
            <a:pathLst>
              <a:path w="52629" h="52629" extrusionOk="0">
                <a:moveTo>
                  <a:pt x="26405" y="0"/>
                </a:moveTo>
                <a:lnTo>
                  <a:pt x="23692" y="181"/>
                </a:lnTo>
                <a:lnTo>
                  <a:pt x="20979" y="543"/>
                </a:lnTo>
                <a:lnTo>
                  <a:pt x="18448" y="1085"/>
                </a:lnTo>
                <a:lnTo>
                  <a:pt x="16096" y="1990"/>
                </a:lnTo>
                <a:lnTo>
                  <a:pt x="13745" y="3075"/>
                </a:lnTo>
                <a:lnTo>
                  <a:pt x="11575" y="4522"/>
                </a:lnTo>
                <a:lnTo>
                  <a:pt x="9586" y="5968"/>
                </a:lnTo>
                <a:lnTo>
                  <a:pt x="7777" y="7777"/>
                </a:lnTo>
                <a:lnTo>
                  <a:pt x="5969" y="9586"/>
                </a:lnTo>
                <a:lnTo>
                  <a:pt x="4522" y="11575"/>
                </a:lnTo>
                <a:lnTo>
                  <a:pt x="3256" y="13745"/>
                </a:lnTo>
                <a:lnTo>
                  <a:pt x="1990" y="16096"/>
                </a:lnTo>
                <a:lnTo>
                  <a:pt x="1266" y="18447"/>
                </a:lnTo>
                <a:lnTo>
                  <a:pt x="543" y="20979"/>
                </a:lnTo>
                <a:lnTo>
                  <a:pt x="181" y="23692"/>
                </a:lnTo>
                <a:lnTo>
                  <a:pt x="0" y="26405"/>
                </a:lnTo>
                <a:lnTo>
                  <a:pt x="181" y="29118"/>
                </a:lnTo>
                <a:lnTo>
                  <a:pt x="543" y="31650"/>
                </a:lnTo>
                <a:lnTo>
                  <a:pt x="1266" y="34182"/>
                </a:lnTo>
                <a:lnTo>
                  <a:pt x="1990" y="36533"/>
                </a:lnTo>
                <a:lnTo>
                  <a:pt x="3256" y="38884"/>
                </a:lnTo>
                <a:lnTo>
                  <a:pt x="4522" y="41054"/>
                </a:lnTo>
                <a:lnTo>
                  <a:pt x="5969" y="43043"/>
                </a:lnTo>
                <a:lnTo>
                  <a:pt x="7777" y="45033"/>
                </a:lnTo>
                <a:lnTo>
                  <a:pt x="9586" y="46661"/>
                </a:lnTo>
                <a:lnTo>
                  <a:pt x="11575" y="48288"/>
                </a:lnTo>
                <a:lnTo>
                  <a:pt x="13745" y="49554"/>
                </a:lnTo>
                <a:lnTo>
                  <a:pt x="16096" y="50639"/>
                </a:lnTo>
                <a:lnTo>
                  <a:pt x="18448" y="51544"/>
                </a:lnTo>
                <a:lnTo>
                  <a:pt x="20979" y="52086"/>
                </a:lnTo>
                <a:lnTo>
                  <a:pt x="23692" y="52629"/>
                </a:lnTo>
                <a:lnTo>
                  <a:pt x="29118" y="52629"/>
                </a:lnTo>
                <a:lnTo>
                  <a:pt x="31650" y="52086"/>
                </a:lnTo>
                <a:lnTo>
                  <a:pt x="34182" y="51544"/>
                </a:lnTo>
                <a:lnTo>
                  <a:pt x="36533" y="50639"/>
                </a:lnTo>
                <a:lnTo>
                  <a:pt x="38884" y="49554"/>
                </a:lnTo>
                <a:lnTo>
                  <a:pt x="41054" y="48288"/>
                </a:lnTo>
                <a:lnTo>
                  <a:pt x="43044" y="46661"/>
                </a:lnTo>
                <a:lnTo>
                  <a:pt x="45033" y="45033"/>
                </a:lnTo>
                <a:lnTo>
                  <a:pt x="46661" y="43043"/>
                </a:lnTo>
                <a:lnTo>
                  <a:pt x="48289" y="41054"/>
                </a:lnTo>
                <a:lnTo>
                  <a:pt x="49554" y="38884"/>
                </a:lnTo>
                <a:lnTo>
                  <a:pt x="50640" y="36533"/>
                </a:lnTo>
                <a:lnTo>
                  <a:pt x="51544" y="34182"/>
                </a:lnTo>
                <a:lnTo>
                  <a:pt x="52267" y="31650"/>
                </a:lnTo>
                <a:lnTo>
                  <a:pt x="52629" y="29118"/>
                </a:lnTo>
                <a:lnTo>
                  <a:pt x="52629" y="26405"/>
                </a:lnTo>
                <a:lnTo>
                  <a:pt x="52629" y="23692"/>
                </a:lnTo>
                <a:lnTo>
                  <a:pt x="52267" y="20979"/>
                </a:lnTo>
                <a:lnTo>
                  <a:pt x="51544" y="18447"/>
                </a:lnTo>
                <a:lnTo>
                  <a:pt x="50640" y="16096"/>
                </a:lnTo>
                <a:lnTo>
                  <a:pt x="49554" y="13745"/>
                </a:lnTo>
                <a:lnTo>
                  <a:pt x="48289" y="11575"/>
                </a:lnTo>
                <a:lnTo>
                  <a:pt x="46661" y="9586"/>
                </a:lnTo>
                <a:lnTo>
                  <a:pt x="45033" y="7777"/>
                </a:lnTo>
                <a:lnTo>
                  <a:pt x="43044" y="5968"/>
                </a:lnTo>
                <a:lnTo>
                  <a:pt x="41054" y="4522"/>
                </a:lnTo>
                <a:lnTo>
                  <a:pt x="38884" y="3075"/>
                </a:lnTo>
                <a:lnTo>
                  <a:pt x="36533" y="1990"/>
                </a:lnTo>
                <a:lnTo>
                  <a:pt x="34182" y="1085"/>
                </a:lnTo>
                <a:lnTo>
                  <a:pt x="31650" y="543"/>
                </a:lnTo>
                <a:lnTo>
                  <a:pt x="29118" y="181"/>
                </a:lnTo>
                <a:lnTo>
                  <a:pt x="26405" y="0"/>
                </a:lnTo>
                <a:close/>
              </a:path>
            </a:pathLst>
          </a:custGeom>
          <a:solidFill>
            <a:schemeClr val="lt1"/>
          </a:solidFill>
          <a:ln>
            <a:noFill/>
          </a:ln>
        </p:spPr>
        <p:txBody>
          <a:bodyPr spcFirstLastPara="1" wrap="square" lIns="146280" tIns="146280" rIns="146280" bIns="146280" anchor="ctr" anchorCtr="0">
            <a:noAutofit/>
          </a:bodyPr>
          <a:lstStyle/>
          <a:p>
            <a:pPr defTabSz="1463040">
              <a:buClr>
                <a:srgbClr val="000000"/>
              </a:buClr>
            </a:pPr>
            <a:endParaRPr sz="2240" kern="0">
              <a:solidFill>
                <a:srgbClr val="000000"/>
              </a:solidFill>
              <a:latin typeface="Arial"/>
              <a:cs typeface="Arial"/>
              <a:sym typeface="Arial"/>
            </a:endParaRPr>
          </a:p>
        </p:txBody>
      </p:sp>
      <p:sp>
        <p:nvSpPr>
          <p:cNvPr id="69" name="Google Shape;1405;p65"/>
          <p:cNvSpPr/>
          <p:nvPr/>
        </p:nvSpPr>
        <p:spPr>
          <a:xfrm>
            <a:off x="1342889" y="6732145"/>
            <a:ext cx="113898" cy="113598"/>
          </a:xfrm>
          <a:custGeom>
            <a:avLst/>
            <a:gdLst/>
            <a:ahLst/>
            <a:cxnLst/>
            <a:rect l="l" t="t" r="r" b="b"/>
            <a:pathLst>
              <a:path w="69450" h="69267" extrusionOk="0">
                <a:moveTo>
                  <a:pt x="36534" y="16639"/>
                </a:moveTo>
                <a:lnTo>
                  <a:pt x="38342" y="17000"/>
                </a:lnTo>
                <a:lnTo>
                  <a:pt x="40151" y="17362"/>
                </a:lnTo>
                <a:lnTo>
                  <a:pt x="41778" y="18085"/>
                </a:lnTo>
                <a:lnTo>
                  <a:pt x="43406" y="18809"/>
                </a:lnTo>
                <a:lnTo>
                  <a:pt x="44853" y="19713"/>
                </a:lnTo>
                <a:lnTo>
                  <a:pt x="46119" y="20798"/>
                </a:lnTo>
                <a:lnTo>
                  <a:pt x="47566" y="21883"/>
                </a:lnTo>
                <a:lnTo>
                  <a:pt x="48651" y="23149"/>
                </a:lnTo>
                <a:lnTo>
                  <a:pt x="49736" y="24596"/>
                </a:lnTo>
                <a:lnTo>
                  <a:pt x="50640" y="26043"/>
                </a:lnTo>
                <a:lnTo>
                  <a:pt x="51364" y="27671"/>
                </a:lnTo>
                <a:lnTo>
                  <a:pt x="51906" y="29298"/>
                </a:lnTo>
                <a:lnTo>
                  <a:pt x="52449" y="31107"/>
                </a:lnTo>
                <a:lnTo>
                  <a:pt x="52630" y="32735"/>
                </a:lnTo>
                <a:lnTo>
                  <a:pt x="52810" y="34724"/>
                </a:lnTo>
                <a:lnTo>
                  <a:pt x="52630" y="36532"/>
                </a:lnTo>
                <a:lnTo>
                  <a:pt x="52449" y="38341"/>
                </a:lnTo>
                <a:lnTo>
                  <a:pt x="51906" y="39969"/>
                </a:lnTo>
                <a:lnTo>
                  <a:pt x="51364" y="41596"/>
                </a:lnTo>
                <a:lnTo>
                  <a:pt x="50640" y="43224"/>
                </a:lnTo>
                <a:lnTo>
                  <a:pt x="49736" y="44671"/>
                </a:lnTo>
                <a:lnTo>
                  <a:pt x="48651" y="46118"/>
                </a:lnTo>
                <a:lnTo>
                  <a:pt x="47566" y="47384"/>
                </a:lnTo>
                <a:lnTo>
                  <a:pt x="46119" y="48650"/>
                </a:lnTo>
                <a:lnTo>
                  <a:pt x="44853" y="49554"/>
                </a:lnTo>
                <a:lnTo>
                  <a:pt x="43406" y="50458"/>
                </a:lnTo>
                <a:lnTo>
                  <a:pt x="41778" y="51362"/>
                </a:lnTo>
                <a:lnTo>
                  <a:pt x="40151" y="51905"/>
                </a:lnTo>
                <a:lnTo>
                  <a:pt x="38342" y="52267"/>
                </a:lnTo>
                <a:lnTo>
                  <a:pt x="36534" y="52628"/>
                </a:lnTo>
                <a:lnTo>
                  <a:pt x="32916" y="52628"/>
                </a:lnTo>
                <a:lnTo>
                  <a:pt x="31108" y="52267"/>
                </a:lnTo>
                <a:lnTo>
                  <a:pt x="29299" y="51905"/>
                </a:lnTo>
                <a:lnTo>
                  <a:pt x="27672" y="51362"/>
                </a:lnTo>
                <a:lnTo>
                  <a:pt x="26044" y="50458"/>
                </a:lnTo>
                <a:lnTo>
                  <a:pt x="24597" y="49554"/>
                </a:lnTo>
                <a:lnTo>
                  <a:pt x="23331" y="48650"/>
                </a:lnTo>
                <a:lnTo>
                  <a:pt x="21884" y="47384"/>
                </a:lnTo>
                <a:lnTo>
                  <a:pt x="20799" y="46118"/>
                </a:lnTo>
                <a:lnTo>
                  <a:pt x="19714" y="44671"/>
                </a:lnTo>
                <a:lnTo>
                  <a:pt x="18810" y="43224"/>
                </a:lnTo>
                <a:lnTo>
                  <a:pt x="18086" y="41596"/>
                </a:lnTo>
                <a:lnTo>
                  <a:pt x="17544" y="39969"/>
                </a:lnTo>
                <a:lnTo>
                  <a:pt x="17001" y="38341"/>
                </a:lnTo>
                <a:lnTo>
                  <a:pt x="16820" y="36532"/>
                </a:lnTo>
                <a:lnTo>
                  <a:pt x="16640" y="34724"/>
                </a:lnTo>
                <a:lnTo>
                  <a:pt x="16820" y="32735"/>
                </a:lnTo>
                <a:lnTo>
                  <a:pt x="17001" y="31107"/>
                </a:lnTo>
                <a:lnTo>
                  <a:pt x="17544" y="29298"/>
                </a:lnTo>
                <a:lnTo>
                  <a:pt x="18086" y="27671"/>
                </a:lnTo>
                <a:lnTo>
                  <a:pt x="18810" y="26043"/>
                </a:lnTo>
                <a:lnTo>
                  <a:pt x="19714" y="24596"/>
                </a:lnTo>
                <a:lnTo>
                  <a:pt x="20799" y="23149"/>
                </a:lnTo>
                <a:lnTo>
                  <a:pt x="21884" y="21883"/>
                </a:lnTo>
                <a:lnTo>
                  <a:pt x="23331" y="20798"/>
                </a:lnTo>
                <a:lnTo>
                  <a:pt x="24597" y="19713"/>
                </a:lnTo>
                <a:lnTo>
                  <a:pt x="26044" y="18809"/>
                </a:lnTo>
                <a:lnTo>
                  <a:pt x="27672" y="18085"/>
                </a:lnTo>
                <a:lnTo>
                  <a:pt x="29299" y="17362"/>
                </a:lnTo>
                <a:lnTo>
                  <a:pt x="31108" y="17000"/>
                </a:lnTo>
                <a:lnTo>
                  <a:pt x="32916" y="16639"/>
                </a:lnTo>
                <a:close/>
                <a:moveTo>
                  <a:pt x="34725" y="0"/>
                </a:moveTo>
                <a:lnTo>
                  <a:pt x="31108" y="181"/>
                </a:lnTo>
                <a:lnTo>
                  <a:pt x="27672" y="723"/>
                </a:lnTo>
                <a:lnTo>
                  <a:pt x="24416" y="1628"/>
                </a:lnTo>
                <a:lnTo>
                  <a:pt x="21161" y="2713"/>
                </a:lnTo>
                <a:lnTo>
                  <a:pt x="18267" y="4160"/>
                </a:lnTo>
                <a:lnTo>
                  <a:pt x="15374" y="5968"/>
                </a:lnTo>
                <a:lnTo>
                  <a:pt x="12661" y="7958"/>
                </a:lnTo>
                <a:lnTo>
                  <a:pt x="10129" y="10128"/>
                </a:lnTo>
                <a:lnTo>
                  <a:pt x="7959" y="12660"/>
                </a:lnTo>
                <a:lnTo>
                  <a:pt x="5969" y="15373"/>
                </a:lnTo>
                <a:lnTo>
                  <a:pt x="4161" y="18085"/>
                </a:lnTo>
                <a:lnTo>
                  <a:pt x="2714" y="21160"/>
                </a:lnTo>
                <a:lnTo>
                  <a:pt x="1629" y="24415"/>
                </a:lnTo>
                <a:lnTo>
                  <a:pt x="724" y="27671"/>
                </a:lnTo>
                <a:lnTo>
                  <a:pt x="182" y="31107"/>
                </a:lnTo>
                <a:lnTo>
                  <a:pt x="1" y="34724"/>
                </a:lnTo>
                <a:lnTo>
                  <a:pt x="182" y="38160"/>
                </a:lnTo>
                <a:lnTo>
                  <a:pt x="724" y="41596"/>
                </a:lnTo>
                <a:lnTo>
                  <a:pt x="1629" y="45033"/>
                </a:lnTo>
                <a:lnTo>
                  <a:pt x="2714" y="48107"/>
                </a:lnTo>
                <a:lnTo>
                  <a:pt x="4161" y="51182"/>
                </a:lnTo>
                <a:lnTo>
                  <a:pt x="5969" y="54075"/>
                </a:lnTo>
                <a:lnTo>
                  <a:pt x="7959" y="56788"/>
                </a:lnTo>
                <a:lnTo>
                  <a:pt x="10129" y="59139"/>
                </a:lnTo>
                <a:lnTo>
                  <a:pt x="12661" y="61490"/>
                </a:lnTo>
                <a:lnTo>
                  <a:pt x="15374" y="63480"/>
                </a:lnTo>
                <a:lnTo>
                  <a:pt x="18267" y="65107"/>
                </a:lnTo>
                <a:lnTo>
                  <a:pt x="21161" y="66554"/>
                </a:lnTo>
                <a:lnTo>
                  <a:pt x="24416" y="67820"/>
                </a:lnTo>
                <a:lnTo>
                  <a:pt x="27672" y="68724"/>
                </a:lnTo>
                <a:lnTo>
                  <a:pt x="31108" y="69086"/>
                </a:lnTo>
                <a:lnTo>
                  <a:pt x="34725" y="69267"/>
                </a:lnTo>
                <a:lnTo>
                  <a:pt x="38342" y="69086"/>
                </a:lnTo>
                <a:lnTo>
                  <a:pt x="41778" y="68724"/>
                </a:lnTo>
                <a:lnTo>
                  <a:pt x="45034" y="67820"/>
                </a:lnTo>
                <a:lnTo>
                  <a:pt x="48289" y="66554"/>
                </a:lnTo>
                <a:lnTo>
                  <a:pt x="51183" y="65107"/>
                </a:lnTo>
                <a:lnTo>
                  <a:pt x="54076" y="63480"/>
                </a:lnTo>
                <a:lnTo>
                  <a:pt x="56789" y="61490"/>
                </a:lnTo>
                <a:lnTo>
                  <a:pt x="59321" y="59139"/>
                </a:lnTo>
                <a:lnTo>
                  <a:pt x="61491" y="56788"/>
                </a:lnTo>
                <a:lnTo>
                  <a:pt x="63481" y="54075"/>
                </a:lnTo>
                <a:lnTo>
                  <a:pt x="65289" y="51182"/>
                </a:lnTo>
                <a:lnTo>
                  <a:pt x="66736" y="48107"/>
                </a:lnTo>
                <a:lnTo>
                  <a:pt x="67821" y="45033"/>
                </a:lnTo>
                <a:lnTo>
                  <a:pt x="68726" y="41596"/>
                </a:lnTo>
                <a:lnTo>
                  <a:pt x="69268" y="38160"/>
                </a:lnTo>
                <a:lnTo>
                  <a:pt x="69449" y="34724"/>
                </a:lnTo>
                <a:lnTo>
                  <a:pt x="69268" y="31107"/>
                </a:lnTo>
                <a:lnTo>
                  <a:pt x="68726" y="27671"/>
                </a:lnTo>
                <a:lnTo>
                  <a:pt x="67821" y="24415"/>
                </a:lnTo>
                <a:lnTo>
                  <a:pt x="66736" y="21160"/>
                </a:lnTo>
                <a:lnTo>
                  <a:pt x="65289" y="18085"/>
                </a:lnTo>
                <a:lnTo>
                  <a:pt x="63481" y="15373"/>
                </a:lnTo>
                <a:lnTo>
                  <a:pt x="61491" y="12660"/>
                </a:lnTo>
                <a:lnTo>
                  <a:pt x="59321" y="10128"/>
                </a:lnTo>
                <a:lnTo>
                  <a:pt x="56789" y="7958"/>
                </a:lnTo>
                <a:lnTo>
                  <a:pt x="54076" y="5968"/>
                </a:lnTo>
                <a:lnTo>
                  <a:pt x="51183" y="4160"/>
                </a:lnTo>
                <a:lnTo>
                  <a:pt x="48289" y="2713"/>
                </a:lnTo>
                <a:lnTo>
                  <a:pt x="45034" y="1628"/>
                </a:lnTo>
                <a:lnTo>
                  <a:pt x="41778" y="723"/>
                </a:lnTo>
                <a:lnTo>
                  <a:pt x="38342" y="181"/>
                </a:lnTo>
                <a:lnTo>
                  <a:pt x="34725" y="0"/>
                </a:lnTo>
                <a:close/>
              </a:path>
            </a:pathLst>
          </a:custGeom>
          <a:solidFill>
            <a:schemeClr val="lt1"/>
          </a:solidFill>
          <a:ln>
            <a:noFill/>
          </a:ln>
        </p:spPr>
        <p:txBody>
          <a:bodyPr spcFirstLastPara="1" wrap="square" lIns="146280" tIns="146280" rIns="146280" bIns="146280" anchor="ctr" anchorCtr="0">
            <a:noAutofit/>
          </a:bodyPr>
          <a:lstStyle/>
          <a:p>
            <a:pPr defTabSz="1463040">
              <a:buClr>
                <a:srgbClr val="000000"/>
              </a:buClr>
            </a:pPr>
            <a:endParaRPr sz="2240" kern="0">
              <a:solidFill>
                <a:srgbClr val="000000"/>
              </a:solidFill>
              <a:latin typeface="Arial"/>
              <a:cs typeface="Arial"/>
              <a:sym typeface="Arial"/>
            </a:endParaRPr>
          </a:p>
        </p:txBody>
      </p:sp>
      <p:pic>
        <p:nvPicPr>
          <p:cNvPr id="70" name="Picture 69"/>
          <p:cNvPicPr>
            <a:picLocks noChangeAspect="1"/>
          </p:cNvPicPr>
          <p:nvPr/>
        </p:nvPicPr>
        <p:blipFill>
          <a:blip r:embed="rId6"/>
          <a:stretch>
            <a:fillRect/>
          </a:stretch>
        </p:blipFill>
        <p:spPr>
          <a:xfrm>
            <a:off x="6190200" y="3687224"/>
            <a:ext cx="1622947" cy="1523725"/>
          </a:xfrm>
          <a:prstGeom prst="rect">
            <a:avLst/>
          </a:prstGeom>
          <a:ln>
            <a:noFill/>
          </a:ln>
          <a:effectLst>
            <a:outerShdw blurRad="292100" dist="139700" dir="2700000" algn="tl" rotWithShape="0">
              <a:srgbClr val="333333">
                <a:alpha val="65000"/>
              </a:srgbClr>
            </a:outerShdw>
          </a:effectLst>
        </p:spPr>
      </p:pic>
      <p:pic>
        <p:nvPicPr>
          <p:cNvPr id="71" name="Picture 70"/>
          <p:cNvPicPr>
            <a:picLocks noChangeAspect="1"/>
          </p:cNvPicPr>
          <p:nvPr/>
        </p:nvPicPr>
        <p:blipFill>
          <a:blip r:embed="rId7"/>
          <a:stretch>
            <a:fillRect/>
          </a:stretch>
        </p:blipFill>
        <p:spPr>
          <a:xfrm>
            <a:off x="4053942" y="316830"/>
            <a:ext cx="1155462" cy="899176"/>
          </a:xfrm>
          <a:prstGeom prst="rect">
            <a:avLst/>
          </a:prstGeom>
          <a:ln>
            <a:noFill/>
          </a:ln>
          <a:effectLst>
            <a:glow rad="101600">
              <a:schemeClr val="accent3">
                <a:satMod val="175000"/>
                <a:alpha val="40000"/>
              </a:schemeClr>
            </a:glow>
            <a:outerShdw blurRad="292100" dist="139700" dir="2700000" algn="tl" rotWithShape="0">
              <a:srgbClr val="333333">
                <a:alpha val="65000"/>
              </a:srgbClr>
            </a:outerShdw>
          </a:effectLst>
        </p:spPr>
      </p:pic>
      <p:grpSp>
        <p:nvGrpSpPr>
          <p:cNvPr id="72" name="Group 71"/>
          <p:cNvGrpSpPr/>
          <p:nvPr/>
        </p:nvGrpSpPr>
        <p:grpSpPr>
          <a:xfrm>
            <a:off x="-66083" y="204966"/>
            <a:ext cx="3622444" cy="4137395"/>
            <a:chOff x="-4696517" y="-1118114"/>
            <a:chExt cx="5259211" cy="5782793"/>
          </a:xfrm>
        </p:grpSpPr>
        <p:sp>
          <p:nvSpPr>
            <p:cNvPr id="73" name="Donut 72"/>
            <p:cNvSpPr/>
            <p:nvPr/>
          </p:nvSpPr>
          <p:spPr>
            <a:xfrm>
              <a:off x="-4696517" y="-1118114"/>
              <a:ext cx="5203307" cy="5782793"/>
            </a:xfrm>
            <a:prstGeom prst="donu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IN">
                <a:solidFill>
                  <a:schemeClr val="tx1"/>
                </a:solidFill>
              </a:endParaRPr>
            </a:p>
          </p:txBody>
        </p:sp>
        <p:pic>
          <p:nvPicPr>
            <p:cNvPr id="74" name="Picture 73"/>
            <p:cNvPicPr>
              <a:picLocks noChangeAspect="1"/>
            </p:cNvPicPr>
            <p:nvPr/>
          </p:nvPicPr>
          <p:blipFill>
            <a:blip r:embed="rId8"/>
            <a:stretch>
              <a:fillRect/>
            </a:stretch>
          </p:blipFill>
          <p:spPr>
            <a:xfrm>
              <a:off x="-2933131" y="789372"/>
              <a:ext cx="1727350" cy="1996613"/>
            </a:xfrm>
            <a:prstGeom prst="rect">
              <a:avLst/>
            </a:prstGeom>
          </p:spPr>
        </p:pic>
        <p:sp>
          <p:nvSpPr>
            <p:cNvPr id="75" name="TextBox 74"/>
            <p:cNvSpPr txBox="1"/>
            <p:nvPr/>
          </p:nvSpPr>
          <p:spPr>
            <a:xfrm>
              <a:off x="-3113787" y="434474"/>
              <a:ext cx="1908007" cy="354896"/>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defTabSz="761970"/>
              <a:r>
                <a:rPr lang="en-IN" sz="1050" b="1" dirty="0">
                  <a:solidFill>
                    <a:prstClr val="black"/>
                  </a:solidFill>
                  <a:latin typeface="Calibri"/>
                </a:rPr>
                <a:t>SERVICE PLATFORM</a:t>
              </a:r>
            </a:p>
          </p:txBody>
        </p:sp>
        <p:pic>
          <p:nvPicPr>
            <p:cNvPr id="76" name="Picture 75"/>
            <p:cNvPicPr>
              <a:picLocks noChangeAspect="1"/>
            </p:cNvPicPr>
            <p:nvPr/>
          </p:nvPicPr>
          <p:blipFill>
            <a:blip r:embed="rId9"/>
            <a:stretch>
              <a:fillRect/>
            </a:stretch>
          </p:blipFill>
          <p:spPr>
            <a:xfrm>
              <a:off x="-4199684" y="-333378"/>
              <a:ext cx="1023125" cy="1122750"/>
            </a:xfrm>
            <a:prstGeom prst="rect">
              <a:avLst/>
            </a:prstGeom>
            <a:ln>
              <a:noFill/>
            </a:ln>
            <a:effectLst>
              <a:outerShdw blurRad="292100" dist="139700" dir="2700000" algn="tl" rotWithShape="0">
                <a:srgbClr val="333333">
                  <a:alpha val="65000"/>
                </a:srgbClr>
              </a:outerShdw>
            </a:effectLst>
          </p:spPr>
        </p:pic>
        <p:pic>
          <p:nvPicPr>
            <p:cNvPr id="77" name="Picture 76"/>
            <p:cNvPicPr>
              <a:picLocks noChangeAspect="1"/>
            </p:cNvPicPr>
            <p:nvPr/>
          </p:nvPicPr>
          <p:blipFill>
            <a:blip r:embed="rId10"/>
            <a:stretch>
              <a:fillRect/>
            </a:stretch>
          </p:blipFill>
          <p:spPr>
            <a:xfrm>
              <a:off x="-4679917" y="1110931"/>
              <a:ext cx="1144904" cy="1091897"/>
            </a:xfrm>
            <a:prstGeom prst="rect">
              <a:avLst/>
            </a:prstGeom>
            <a:ln>
              <a:noFill/>
            </a:ln>
            <a:effectLst>
              <a:outerShdw blurRad="292100" dist="139700" dir="2700000" algn="tl" rotWithShape="0">
                <a:srgbClr val="333333">
                  <a:alpha val="65000"/>
                </a:srgbClr>
              </a:outerShdw>
            </a:effectLst>
          </p:spPr>
        </p:pic>
        <p:sp>
          <p:nvSpPr>
            <p:cNvPr id="78" name="Hexagon 77"/>
            <p:cNvSpPr/>
            <p:nvPr/>
          </p:nvSpPr>
          <p:spPr>
            <a:xfrm>
              <a:off x="-697488" y="1273328"/>
              <a:ext cx="1260182" cy="1028700"/>
            </a:xfrm>
            <a:prstGeom prst="hexagon">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000" dirty="0" smtClean="0"/>
                <a:t>EXTERNAL APP</a:t>
              </a:r>
              <a:endParaRPr lang="en-IN" sz="1000" dirty="0"/>
            </a:p>
          </p:txBody>
        </p:sp>
        <p:sp>
          <p:nvSpPr>
            <p:cNvPr id="79" name="Hexagon 78"/>
            <p:cNvSpPr/>
            <p:nvPr/>
          </p:nvSpPr>
          <p:spPr>
            <a:xfrm>
              <a:off x="-2621471" y="-969561"/>
              <a:ext cx="1260182" cy="1028700"/>
            </a:xfrm>
            <a:prstGeom prst="hexagon">
              <a:avLst/>
            </a:prstGeom>
            <a:solidFill>
              <a:srgbClr val="FF66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000" dirty="0" smtClean="0"/>
                <a:t>EXTERNAL APP</a:t>
              </a:r>
              <a:endParaRPr lang="en-IN" sz="1000" dirty="0"/>
            </a:p>
          </p:txBody>
        </p:sp>
        <p:pic>
          <p:nvPicPr>
            <p:cNvPr id="80" name="Picture 79"/>
            <p:cNvPicPr>
              <a:picLocks noChangeAspect="1"/>
            </p:cNvPicPr>
            <p:nvPr/>
          </p:nvPicPr>
          <p:blipFill>
            <a:blip r:embed="rId4"/>
            <a:stretch>
              <a:fillRect/>
            </a:stretch>
          </p:blipFill>
          <p:spPr>
            <a:xfrm>
              <a:off x="-962353" y="-225195"/>
              <a:ext cx="925265" cy="1014567"/>
            </a:xfrm>
            <a:prstGeom prst="rect">
              <a:avLst/>
            </a:prstGeom>
            <a:ln>
              <a:noFill/>
            </a:ln>
            <a:effectLst>
              <a:outerShdw blurRad="292100" dist="139700" dir="2700000" algn="tl" rotWithShape="0">
                <a:srgbClr val="333333">
                  <a:alpha val="65000"/>
                </a:srgbClr>
              </a:outerShdw>
            </a:effectLst>
          </p:spPr>
        </p:pic>
      </p:grpSp>
      <p:cxnSp>
        <p:nvCxnSpPr>
          <p:cNvPr id="81" name="Elbow Connector 80"/>
          <p:cNvCxnSpPr>
            <a:stCxn id="62" idx="2"/>
            <a:endCxn id="70" idx="1"/>
          </p:cNvCxnSpPr>
          <p:nvPr/>
        </p:nvCxnSpPr>
        <p:spPr>
          <a:xfrm rot="5400000" flipH="1" flipV="1">
            <a:off x="2563037" y="4642488"/>
            <a:ext cx="3820564" cy="3433762"/>
          </a:xfrm>
          <a:prstGeom prst="bentConnector4">
            <a:avLst>
              <a:gd name="adj1" fmla="val -5983"/>
              <a:gd name="adj2" fmla="val 82254"/>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82" name="Elbow Connector 81"/>
          <p:cNvCxnSpPr>
            <a:stCxn id="58" idx="2"/>
            <a:endCxn id="48" idx="2"/>
          </p:cNvCxnSpPr>
          <p:nvPr/>
        </p:nvCxnSpPr>
        <p:spPr>
          <a:xfrm rot="16200000" flipH="1">
            <a:off x="7497018" y="2238207"/>
            <a:ext cx="366416" cy="2358296"/>
          </a:xfrm>
          <a:prstGeom prst="bentConnector2">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83" name="Elbow Connector 82"/>
          <p:cNvCxnSpPr>
            <a:stCxn id="70" idx="2"/>
          </p:cNvCxnSpPr>
          <p:nvPr/>
        </p:nvCxnSpPr>
        <p:spPr>
          <a:xfrm rot="5400000" flipH="1" flipV="1">
            <a:off x="7199943" y="3615019"/>
            <a:ext cx="1397661" cy="1794200"/>
          </a:xfrm>
          <a:prstGeom prst="bentConnector4">
            <a:avLst>
              <a:gd name="adj1" fmla="val -16356"/>
              <a:gd name="adj2" fmla="val 72614"/>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84" name="Straight Arrow Connector 83"/>
          <p:cNvCxnSpPr>
            <a:stCxn id="58" idx="0"/>
          </p:cNvCxnSpPr>
          <p:nvPr/>
        </p:nvCxnSpPr>
        <p:spPr>
          <a:xfrm flipV="1">
            <a:off x="6501078" y="1520370"/>
            <a:ext cx="0" cy="431915"/>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85" name="Elbow Connector 84"/>
          <p:cNvCxnSpPr>
            <a:stCxn id="74" idx="2"/>
            <a:endCxn id="58" idx="1"/>
          </p:cNvCxnSpPr>
          <p:nvPr/>
        </p:nvCxnSpPr>
        <p:spPr>
          <a:xfrm rot="5400000" flipH="1" flipV="1">
            <a:off x="3263697" y="1072906"/>
            <a:ext cx="405002" cy="3445622"/>
          </a:xfrm>
          <a:prstGeom prst="bentConnector4">
            <a:avLst>
              <a:gd name="adj1" fmla="val -56444"/>
              <a:gd name="adj2" fmla="val 58632"/>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86" name="Elbow Connector 85"/>
          <p:cNvCxnSpPr>
            <a:stCxn id="63" idx="3"/>
            <a:endCxn id="65" idx="1"/>
          </p:cNvCxnSpPr>
          <p:nvPr/>
        </p:nvCxnSpPr>
        <p:spPr>
          <a:xfrm>
            <a:off x="11202807" y="6271479"/>
            <a:ext cx="988113" cy="9233"/>
          </a:xfrm>
          <a:prstGeom prst="bentConnector3">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87" name="Straight Arrow Connector 86"/>
          <p:cNvCxnSpPr/>
          <p:nvPr/>
        </p:nvCxnSpPr>
        <p:spPr>
          <a:xfrm>
            <a:off x="11113624" y="4711813"/>
            <a:ext cx="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8" name="Straight Arrow Connector 87"/>
          <p:cNvCxnSpPr>
            <a:endCxn id="63" idx="0"/>
          </p:cNvCxnSpPr>
          <p:nvPr/>
        </p:nvCxnSpPr>
        <p:spPr>
          <a:xfrm flipH="1">
            <a:off x="10654271" y="4711813"/>
            <a:ext cx="491103" cy="958188"/>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pic>
        <p:nvPicPr>
          <p:cNvPr id="89" name="Picture 88"/>
          <p:cNvPicPr>
            <a:picLocks noChangeAspect="1"/>
          </p:cNvPicPr>
          <p:nvPr/>
        </p:nvPicPr>
        <p:blipFill>
          <a:blip r:embed="rId11"/>
          <a:stretch>
            <a:fillRect/>
          </a:stretch>
        </p:blipFill>
        <p:spPr>
          <a:xfrm>
            <a:off x="9912811" y="443569"/>
            <a:ext cx="1200813" cy="1026560"/>
          </a:xfrm>
          <a:prstGeom prst="rect">
            <a:avLst/>
          </a:prstGeom>
          <a:ln>
            <a:solidFill>
              <a:schemeClr val="tx1"/>
            </a:solidFill>
          </a:ln>
          <a:effectLst>
            <a:outerShdw blurRad="292100" dist="139700" dir="2700000" algn="tl" rotWithShape="0">
              <a:srgbClr val="333333">
                <a:alpha val="65000"/>
              </a:srgbClr>
            </a:outerShdw>
          </a:effectLst>
        </p:spPr>
      </p:pic>
      <p:sp>
        <p:nvSpPr>
          <p:cNvPr id="90" name="TextBox 89"/>
          <p:cNvSpPr txBox="1"/>
          <p:nvPr/>
        </p:nvSpPr>
        <p:spPr>
          <a:xfrm>
            <a:off x="9621755" y="10646"/>
            <a:ext cx="1692002" cy="369332"/>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IN" dirty="0" smtClean="0"/>
              <a:t>DMN AS Service</a:t>
            </a:r>
            <a:endParaRPr lang="en-IN" dirty="0"/>
          </a:p>
        </p:txBody>
      </p:sp>
      <p:grpSp>
        <p:nvGrpSpPr>
          <p:cNvPr id="91" name="Group 90"/>
          <p:cNvGrpSpPr/>
          <p:nvPr/>
        </p:nvGrpSpPr>
        <p:grpSpPr>
          <a:xfrm>
            <a:off x="5854174" y="-139343"/>
            <a:ext cx="2723693" cy="1686086"/>
            <a:chOff x="4907364" y="0"/>
            <a:chExt cx="2723693" cy="1686086"/>
          </a:xfrm>
        </p:grpSpPr>
        <p:sp>
          <p:nvSpPr>
            <p:cNvPr id="92" name="Hexagon 91"/>
            <p:cNvSpPr/>
            <p:nvPr/>
          </p:nvSpPr>
          <p:spPr>
            <a:xfrm>
              <a:off x="4907364" y="0"/>
              <a:ext cx="2723693" cy="1686086"/>
            </a:xfrm>
            <a:prstGeom prst="hexagon">
              <a:avLst/>
            </a:prstGeom>
            <a:solidFill>
              <a:schemeClr val="tx2"/>
            </a:solidFill>
          </p:spPr>
          <p:style>
            <a:lnRef idx="2">
              <a:schemeClr val="accent1"/>
            </a:lnRef>
            <a:fillRef idx="1">
              <a:schemeClr val="lt1"/>
            </a:fillRef>
            <a:effectRef idx="0">
              <a:schemeClr val="accent1"/>
            </a:effectRef>
            <a:fontRef idx="minor">
              <a:schemeClr val="dk1"/>
            </a:fontRef>
          </p:style>
          <p:txBody>
            <a:bodyPr rtlCol="0" anchor="ctr"/>
            <a:lstStyle/>
            <a:p>
              <a:pPr algn="ctr"/>
              <a:endParaRPr lang="en-IN"/>
            </a:p>
          </p:txBody>
        </p:sp>
        <p:sp>
          <p:nvSpPr>
            <p:cNvPr id="93" name="Cube 92"/>
            <p:cNvSpPr/>
            <p:nvPr/>
          </p:nvSpPr>
          <p:spPr>
            <a:xfrm>
              <a:off x="5132419" y="395877"/>
              <a:ext cx="603790" cy="532569"/>
            </a:xfrm>
            <a:prstGeom prst="cube">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en-IN"/>
            </a:p>
          </p:txBody>
        </p:sp>
        <p:sp>
          <p:nvSpPr>
            <p:cNvPr id="94" name="Cube 93"/>
            <p:cNvSpPr/>
            <p:nvPr/>
          </p:nvSpPr>
          <p:spPr>
            <a:xfrm>
              <a:off x="6739927" y="756956"/>
              <a:ext cx="603790" cy="532569"/>
            </a:xfrm>
            <a:prstGeom prst="cube">
              <a:avLst/>
            </a:prstGeom>
            <a:solidFill>
              <a:srgbClr val="009999"/>
            </a:solidFill>
          </p:spPr>
          <p:style>
            <a:lnRef idx="3">
              <a:schemeClr val="lt1"/>
            </a:lnRef>
            <a:fillRef idx="1">
              <a:schemeClr val="accent6"/>
            </a:fillRef>
            <a:effectRef idx="1">
              <a:schemeClr val="accent6"/>
            </a:effectRef>
            <a:fontRef idx="minor">
              <a:schemeClr val="lt1"/>
            </a:fontRef>
          </p:style>
          <p:txBody>
            <a:bodyPr rtlCol="0" anchor="ctr"/>
            <a:lstStyle/>
            <a:p>
              <a:pPr algn="ctr"/>
              <a:endParaRPr lang="en-IN"/>
            </a:p>
          </p:txBody>
        </p:sp>
        <p:sp>
          <p:nvSpPr>
            <p:cNvPr id="95" name="Cube 94"/>
            <p:cNvSpPr/>
            <p:nvPr/>
          </p:nvSpPr>
          <p:spPr>
            <a:xfrm>
              <a:off x="6438032" y="456603"/>
              <a:ext cx="603790" cy="532569"/>
            </a:xfrm>
            <a:prstGeom prst="cube">
              <a:avLst/>
            </a:prstGeom>
            <a:solidFill>
              <a:srgbClr val="FFFF00"/>
            </a:solidFill>
          </p:spPr>
          <p:style>
            <a:lnRef idx="3">
              <a:schemeClr val="lt1"/>
            </a:lnRef>
            <a:fillRef idx="1">
              <a:schemeClr val="accent6"/>
            </a:fillRef>
            <a:effectRef idx="1">
              <a:schemeClr val="accent6"/>
            </a:effectRef>
            <a:fontRef idx="minor">
              <a:schemeClr val="lt1"/>
            </a:fontRef>
          </p:style>
          <p:txBody>
            <a:bodyPr rtlCol="0" anchor="ctr"/>
            <a:lstStyle/>
            <a:p>
              <a:pPr algn="ctr"/>
              <a:endParaRPr lang="en-IN"/>
            </a:p>
          </p:txBody>
        </p:sp>
        <p:sp>
          <p:nvSpPr>
            <p:cNvPr id="96" name="Cube 95"/>
            <p:cNvSpPr/>
            <p:nvPr/>
          </p:nvSpPr>
          <p:spPr>
            <a:xfrm>
              <a:off x="6285632" y="279002"/>
              <a:ext cx="603790" cy="532569"/>
            </a:xfrm>
            <a:prstGeom prst="cube">
              <a:avLst/>
            </a:prstGeom>
            <a:solidFill>
              <a:srgbClr val="FF0000"/>
            </a:solidFill>
          </p:spPr>
          <p:style>
            <a:lnRef idx="3">
              <a:schemeClr val="lt1"/>
            </a:lnRef>
            <a:fillRef idx="1">
              <a:schemeClr val="accent6"/>
            </a:fillRef>
            <a:effectRef idx="1">
              <a:schemeClr val="accent6"/>
            </a:effectRef>
            <a:fontRef idx="minor">
              <a:schemeClr val="lt1"/>
            </a:fontRef>
          </p:style>
          <p:txBody>
            <a:bodyPr rtlCol="0" anchor="ctr"/>
            <a:lstStyle/>
            <a:p>
              <a:pPr algn="ctr"/>
              <a:endParaRPr lang="en-IN"/>
            </a:p>
          </p:txBody>
        </p:sp>
        <p:sp>
          <p:nvSpPr>
            <p:cNvPr id="97" name="Cube 96"/>
            <p:cNvSpPr/>
            <p:nvPr/>
          </p:nvSpPr>
          <p:spPr>
            <a:xfrm>
              <a:off x="5368116" y="690938"/>
              <a:ext cx="603790" cy="532569"/>
            </a:xfrm>
            <a:prstGeom prst="cube">
              <a:avLst/>
            </a:prstGeom>
            <a:solidFill>
              <a:schemeClr val="tx2">
                <a:lumMod val="60000"/>
                <a:lumOff val="40000"/>
              </a:schemeClr>
            </a:solidFill>
          </p:spPr>
          <p:style>
            <a:lnRef idx="3">
              <a:schemeClr val="lt1"/>
            </a:lnRef>
            <a:fillRef idx="1">
              <a:schemeClr val="accent6"/>
            </a:fillRef>
            <a:effectRef idx="1">
              <a:schemeClr val="accent6"/>
            </a:effectRef>
            <a:fontRef idx="minor">
              <a:schemeClr val="lt1"/>
            </a:fontRef>
          </p:style>
          <p:txBody>
            <a:bodyPr rtlCol="0" anchor="ctr"/>
            <a:lstStyle/>
            <a:p>
              <a:pPr algn="ctr"/>
              <a:endParaRPr lang="en-IN"/>
            </a:p>
          </p:txBody>
        </p:sp>
        <p:sp>
          <p:nvSpPr>
            <p:cNvPr id="98" name="Cube 97"/>
            <p:cNvSpPr/>
            <p:nvPr/>
          </p:nvSpPr>
          <p:spPr>
            <a:xfrm>
              <a:off x="5739323" y="895906"/>
              <a:ext cx="603790" cy="532569"/>
            </a:xfrm>
            <a:prstGeom prst="cube">
              <a:avLst/>
            </a:prstGeom>
            <a:solidFill>
              <a:schemeClr val="accent2"/>
            </a:solidFill>
          </p:spPr>
          <p:style>
            <a:lnRef idx="3">
              <a:schemeClr val="lt1"/>
            </a:lnRef>
            <a:fillRef idx="1">
              <a:schemeClr val="accent6"/>
            </a:fillRef>
            <a:effectRef idx="1">
              <a:schemeClr val="accent6"/>
            </a:effectRef>
            <a:fontRef idx="minor">
              <a:schemeClr val="lt1"/>
            </a:fontRef>
          </p:style>
          <p:txBody>
            <a:bodyPr rtlCol="0" anchor="ctr"/>
            <a:lstStyle/>
            <a:p>
              <a:pPr algn="ctr"/>
              <a:endParaRPr lang="en-IN"/>
            </a:p>
          </p:txBody>
        </p:sp>
      </p:grpSp>
      <p:sp>
        <p:nvSpPr>
          <p:cNvPr id="99" name="TextBox 98"/>
          <p:cNvSpPr txBox="1"/>
          <p:nvPr/>
        </p:nvSpPr>
        <p:spPr>
          <a:xfrm>
            <a:off x="6215438" y="-486077"/>
            <a:ext cx="2015488" cy="369332"/>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IN" dirty="0" smtClean="0"/>
              <a:t>Custom Connectors</a:t>
            </a:r>
            <a:endParaRPr lang="en-IN" dirty="0"/>
          </a:p>
        </p:txBody>
      </p:sp>
      <p:cxnSp>
        <p:nvCxnSpPr>
          <p:cNvPr id="100" name="Elbow Connector 99"/>
          <p:cNvCxnSpPr>
            <a:stCxn id="58" idx="3"/>
            <a:endCxn id="89" idx="1"/>
          </p:cNvCxnSpPr>
          <p:nvPr/>
        </p:nvCxnSpPr>
        <p:spPr>
          <a:xfrm flipV="1">
            <a:off x="7813147" y="956849"/>
            <a:ext cx="2099664" cy="1636367"/>
          </a:xfrm>
          <a:prstGeom prst="bentConnector3">
            <a:avLst>
              <a:gd name="adj1" fmla="val 50000"/>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01" name="Straight Arrow Connector 100"/>
          <p:cNvCxnSpPr>
            <a:endCxn id="71" idx="2"/>
          </p:cNvCxnSpPr>
          <p:nvPr/>
        </p:nvCxnSpPr>
        <p:spPr>
          <a:xfrm flipH="1" flipV="1">
            <a:off x="4631673" y="1216006"/>
            <a:ext cx="1250974" cy="81221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6263196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p:cNvGrpSpPr/>
          <p:nvPr/>
        </p:nvGrpSpPr>
        <p:grpSpPr>
          <a:xfrm>
            <a:off x="8795874" y="1797459"/>
            <a:ext cx="4699000" cy="3485853"/>
            <a:chOff x="6400800" y="1684376"/>
            <a:chExt cx="5638800" cy="4183023"/>
          </a:xfrm>
        </p:grpSpPr>
        <p:sp>
          <p:nvSpPr>
            <p:cNvPr id="30" name="Rectangle 29"/>
            <p:cNvSpPr/>
            <p:nvPr/>
          </p:nvSpPr>
          <p:spPr>
            <a:xfrm>
              <a:off x="6400800" y="1684376"/>
              <a:ext cx="5638800" cy="4183023"/>
            </a:xfrm>
            <a:prstGeom prst="rect">
              <a:avLst/>
            </a:prstGeom>
            <a:solidFill>
              <a:schemeClr val="tx2">
                <a:lumMod val="20000"/>
                <a:lumOff val="80000"/>
              </a:schemeClr>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761970"/>
              <a:endParaRPr lang="en-IN" sz="1500">
                <a:solidFill>
                  <a:prstClr val="white"/>
                </a:solidFill>
                <a:latin typeface="Calibri"/>
              </a:endParaRPr>
            </a:p>
          </p:txBody>
        </p:sp>
        <p:sp>
          <p:nvSpPr>
            <p:cNvPr id="2" name="Rounded Rectangle 1"/>
            <p:cNvSpPr/>
            <p:nvPr/>
          </p:nvSpPr>
          <p:spPr>
            <a:xfrm>
              <a:off x="7113270" y="2084070"/>
              <a:ext cx="4495800" cy="3429000"/>
            </a:xfrm>
            <a:prstGeom prst="roundRect">
              <a:avLst/>
            </a:prstGeom>
            <a:ln>
              <a:prstDash val="dash"/>
            </a:ln>
          </p:spPr>
          <p:style>
            <a:lnRef idx="2">
              <a:schemeClr val="accent1"/>
            </a:lnRef>
            <a:fillRef idx="1">
              <a:schemeClr val="lt1"/>
            </a:fillRef>
            <a:effectRef idx="0">
              <a:schemeClr val="accent1"/>
            </a:effectRef>
            <a:fontRef idx="minor">
              <a:schemeClr val="dk1"/>
            </a:fontRef>
          </p:style>
          <p:txBody>
            <a:bodyPr rtlCol="0" anchor="ctr"/>
            <a:lstStyle/>
            <a:p>
              <a:pPr algn="ctr" defTabSz="761970"/>
              <a:endParaRPr lang="en-IN" sz="1500">
                <a:solidFill>
                  <a:prstClr val="black"/>
                </a:solidFill>
                <a:latin typeface="Calibri"/>
              </a:endParaRPr>
            </a:p>
          </p:txBody>
        </p:sp>
        <p:sp>
          <p:nvSpPr>
            <p:cNvPr id="4" name="Rounded Rectangle 3"/>
            <p:cNvSpPr/>
            <p:nvPr/>
          </p:nvSpPr>
          <p:spPr>
            <a:xfrm>
              <a:off x="8534400" y="2415540"/>
              <a:ext cx="1295400" cy="609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761970"/>
              <a:r>
                <a:rPr lang="en-IN" sz="1500" dirty="0">
                  <a:solidFill>
                    <a:prstClr val="white"/>
                  </a:solidFill>
                  <a:latin typeface="Calibri"/>
                </a:rPr>
                <a:t>BROKER</a:t>
              </a:r>
            </a:p>
          </p:txBody>
        </p:sp>
        <p:sp>
          <p:nvSpPr>
            <p:cNvPr id="5" name="Rounded Rectangle 4"/>
            <p:cNvSpPr/>
            <p:nvPr/>
          </p:nvSpPr>
          <p:spPr>
            <a:xfrm rot="5400000">
              <a:off x="6057900" y="3543300"/>
              <a:ext cx="1447800" cy="609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761970"/>
              <a:r>
                <a:rPr lang="en-IN" sz="1500" dirty="0">
                  <a:solidFill>
                    <a:prstClr val="white"/>
                  </a:solidFill>
                  <a:latin typeface="Calibri"/>
                </a:rPr>
                <a:t>GATEWAY</a:t>
              </a:r>
            </a:p>
          </p:txBody>
        </p:sp>
        <p:sp>
          <p:nvSpPr>
            <p:cNvPr id="7" name="Rounded Rectangle 6"/>
            <p:cNvSpPr/>
            <p:nvPr/>
          </p:nvSpPr>
          <p:spPr>
            <a:xfrm>
              <a:off x="10058400" y="3493770"/>
              <a:ext cx="1356360" cy="609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761970"/>
              <a:r>
                <a:rPr lang="en-IN" sz="1500" dirty="0">
                  <a:solidFill>
                    <a:prstClr val="white"/>
                  </a:solidFill>
                  <a:latin typeface="Calibri"/>
                </a:rPr>
                <a:t>BROKER</a:t>
              </a:r>
            </a:p>
          </p:txBody>
        </p:sp>
        <p:sp>
          <p:nvSpPr>
            <p:cNvPr id="8" name="Rounded Rectangle 7"/>
            <p:cNvSpPr/>
            <p:nvPr/>
          </p:nvSpPr>
          <p:spPr>
            <a:xfrm>
              <a:off x="8534400" y="4572000"/>
              <a:ext cx="1295400" cy="609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761970"/>
              <a:r>
                <a:rPr lang="en-IN" sz="1500" dirty="0">
                  <a:solidFill>
                    <a:prstClr val="white"/>
                  </a:solidFill>
                  <a:latin typeface="Calibri"/>
                </a:rPr>
                <a:t>BROKER</a:t>
              </a:r>
            </a:p>
          </p:txBody>
        </p:sp>
        <p:pic>
          <p:nvPicPr>
            <p:cNvPr id="17" name="Picture 16"/>
            <p:cNvPicPr>
              <a:picLocks noChangeAspect="1"/>
            </p:cNvPicPr>
            <p:nvPr/>
          </p:nvPicPr>
          <p:blipFill>
            <a:blip r:embed="rId2"/>
            <a:stretch>
              <a:fillRect/>
            </a:stretch>
          </p:blipFill>
          <p:spPr>
            <a:xfrm>
              <a:off x="8695125" y="3329940"/>
              <a:ext cx="973950" cy="989400"/>
            </a:xfrm>
            <a:prstGeom prst="rect">
              <a:avLst/>
            </a:prstGeom>
          </p:spPr>
        </p:pic>
        <p:cxnSp>
          <p:nvCxnSpPr>
            <p:cNvPr id="21" name="Straight Arrow Connector 20"/>
            <p:cNvCxnSpPr/>
            <p:nvPr/>
          </p:nvCxnSpPr>
          <p:spPr>
            <a:xfrm flipV="1">
              <a:off x="7848600" y="3493770"/>
              <a:ext cx="419805" cy="3048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a:off x="7848600" y="3848100"/>
              <a:ext cx="5334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a:off x="7838580" y="3897631"/>
              <a:ext cx="457200" cy="3569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9" name="TextBox 28"/>
            <p:cNvSpPr txBox="1"/>
            <p:nvPr/>
          </p:nvSpPr>
          <p:spPr>
            <a:xfrm>
              <a:off x="7010400" y="3682097"/>
              <a:ext cx="1180396" cy="356945"/>
            </a:xfrm>
            <a:prstGeom prst="rect">
              <a:avLst/>
            </a:prstGeom>
            <a:noFill/>
          </p:spPr>
          <p:txBody>
            <a:bodyPr wrap="square" rtlCol="0">
              <a:spAutoFit/>
            </a:bodyPr>
            <a:lstStyle/>
            <a:p>
              <a:pPr defTabSz="761970"/>
              <a:r>
                <a:rPr lang="en-IN" sz="1333" dirty="0">
                  <a:solidFill>
                    <a:prstClr val="black"/>
                  </a:solidFill>
                  <a:latin typeface="Arial" panose="020B0604020202020204" pitchFamily="34" charset="0"/>
                  <a:cs typeface="Arial" panose="020B0604020202020204" pitchFamily="34" charset="0"/>
                </a:rPr>
                <a:t>Distribute</a:t>
              </a:r>
            </a:p>
          </p:txBody>
        </p:sp>
        <p:sp>
          <p:nvSpPr>
            <p:cNvPr id="31" name="TextBox 30"/>
            <p:cNvSpPr txBox="1"/>
            <p:nvPr/>
          </p:nvSpPr>
          <p:spPr>
            <a:xfrm>
              <a:off x="8522970" y="1684377"/>
              <a:ext cx="1676400" cy="387798"/>
            </a:xfrm>
            <a:prstGeom prst="rect">
              <a:avLst/>
            </a:prstGeom>
            <a:noFill/>
          </p:spPr>
          <p:txBody>
            <a:bodyPr wrap="square" rtlCol="0">
              <a:spAutoFit/>
            </a:bodyPr>
            <a:lstStyle/>
            <a:p>
              <a:pPr defTabSz="761970"/>
              <a:r>
                <a:rPr lang="en-IN" sz="1500" b="1" dirty="0">
                  <a:solidFill>
                    <a:prstClr val="black"/>
                  </a:solidFill>
                  <a:latin typeface="Calibri"/>
                </a:rPr>
                <a:t>ZEEBE CLUSTER</a:t>
              </a:r>
            </a:p>
          </p:txBody>
        </p:sp>
      </p:grpSp>
      <p:grpSp>
        <p:nvGrpSpPr>
          <p:cNvPr id="13" name="Group 12"/>
          <p:cNvGrpSpPr/>
          <p:nvPr/>
        </p:nvGrpSpPr>
        <p:grpSpPr>
          <a:xfrm>
            <a:off x="5882648" y="1902044"/>
            <a:ext cx="2624138" cy="1281862"/>
            <a:chOff x="2261235" y="2331364"/>
            <a:chExt cx="3352800" cy="2065376"/>
          </a:xfrm>
        </p:grpSpPr>
        <p:sp>
          <p:nvSpPr>
            <p:cNvPr id="9" name="Rounded Rectangle 8"/>
            <p:cNvSpPr/>
            <p:nvPr/>
          </p:nvSpPr>
          <p:spPr>
            <a:xfrm>
              <a:off x="2261235" y="2331364"/>
              <a:ext cx="3352800" cy="2065376"/>
            </a:xfrm>
            <a:prstGeom prst="roundRect">
              <a:avLst/>
            </a:prstGeom>
            <a:solidFill>
              <a:srgbClr val="82C7E2"/>
            </a:solidFill>
          </p:spPr>
          <p:style>
            <a:lnRef idx="3">
              <a:schemeClr val="lt1"/>
            </a:lnRef>
            <a:fillRef idx="1">
              <a:schemeClr val="accent5"/>
            </a:fillRef>
            <a:effectRef idx="1">
              <a:schemeClr val="accent5"/>
            </a:effectRef>
            <a:fontRef idx="minor">
              <a:schemeClr val="lt1"/>
            </a:fontRef>
          </p:style>
          <p:txBody>
            <a:bodyPr rot="0" spcFirstLastPara="0" vertOverflow="overflow" horzOverflow="overflow" vert="horz" wrap="square" lIns="76200" tIns="38100" rIns="76200" bIns="38100" numCol="1" spcCol="0" rtlCol="0" fromWordArt="0" anchor="ctr" anchorCtr="0" forceAA="0" compatLnSpc="1">
              <a:prstTxWarp prst="textNoShape">
                <a:avLst/>
              </a:prstTxWarp>
              <a:noAutofit/>
            </a:bodyPr>
            <a:lstStyle/>
            <a:p>
              <a:pPr algn="ctr" defTabSz="761970"/>
              <a:endParaRPr lang="en-IN" sz="1500">
                <a:solidFill>
                  <a:prstClr val="white"/>
                </a:solidFill>
                <a:latin typeface="Calibri"/>
              </a:endParaRPr>
            </a:p>
          </p:txBody>
        </p:sp>
        <p:sp>
          <p:nvSpPr>
            <p:cNvPr id="26" name="Rounded Rectangle 25"/>
            <p:cNvSpPr/>
            <p:nvPr/>
          </p:nvSpPr>
          <p:spPr>
            <a:xfrm>
              <a:off x="2630949" y="2534656"/>
              <a:ext cx="1516380" cy="907330"/>
            </a:xfrm>
            <a:prstGeom prst="roundRect">
              <a:avLst/>
            </a:prstGeom>
          </p:spPr>
          <p:style>
            <a:lnRef idx="0">
              <a:schemeClr val="accent6"/>
            </a:lnRef>
            <a:fillRef idx="3">
              <a:schemeClr val="accent6"/>
            </a:fillRef>
            <a:effectRef idx="3">
              <a:schemeClr val="accent6"/>
            </a:effectRef>
            <a:fontRef idx="minor">
              <a:schemeClr val="lt1"/>
            </a:fontRef>
          </p:style>
          <p:txBody>
            <a:bodyPr rot="0" spcFirstLastPara="0" vertOverflow="overflow" horzOverflow="overflow" vert="horz" wrap="square" lIns="76200" tIns="38100" rIns="76200" bIns="38100" numCol="1" spcCol="0" rtlCol="0" fromWordArt="0" anchor="ctr" anchorCtr="0" forceAA="0" compatLnSpc="1">
              <a:prstTxWarp prst="textNoShape">
                <a:avLst/>
              </a:prstTxWarp>
              <a:noAutofit/>
            </a:bodyPr>
            <a:lstStyle/>
            <a:p>
              <a:pPr algn="ctr" defTabSz="761970"/>
              <a:r>
                <a:rPr lang="en-IN" sz="1500" dirty="0">
                  <a:solidFill>
                    <a:prstClr val="white"/>
                  </a:solidFill>
                  <a:latin typeface="Calibri"/>
                </a:rPr>
                <a:t>JOB WORKERS</a:t>
              </a:r>
            </a:p>
          </p:txBody>
        </p:sp>
        <p:sp>
          <p:nvSpPr>
            <p:cNvPr id="28" name="Rounded Rectangle 27"/>
            <p:cNvSpPr/>
            <p:nvPr/>
          </p:nvSpPr>
          <p:spPr>
            <a:xfrm>
              <a:off x="3161843" y="2934821"/>
              <a:ext cx="1516380" cy="907330"/>
            </a:xfrm>
            <a:prstGeom prst="roundRect">
              <a:avLst/>
            </a:prstGeom>
          </p:spPr>
          <p:style>
            <a:lnRef idx="0">
              <a:schemeClr val="accent6"/>
            </a:lnRef>
            <a:fillRef idx="3">
              <a:schemeClr val="accent6"/>
            </a:fillRef>
            <a:effectRef idx="3">
              <a:schemeClr val="accent6"/>
            </a:effectRef>
            <a:fontRef idx="minor">
              <a:schemeClr val="lt1"/>
            </a:fontRef>
          </p:style>
          <p:txBody>
            <a:bodyPr rot="0" spcFirstLastPara="0" vertOverflow="overflow" horzOverflow="overflow" vert="horz" wrap="square" lIns="76200" tIns="38100" rIns="76200" bIns="38100" numCol="1" spcCol="0" rtlCol="0" fromWordArt="0" anchor="ctr" anchorCtr="0" forceAA="0" compatLnSpc="1">
              <a:prstTxWarp prst="textNoShape">
                <a:avLst/>
              </a:prstTxWarp>
              <a:noAutofit/>
            </a:bodyPr>
            <a:lstStyle/>
            <a:p>
              <a:pPr algn="ctr" defTabSz="761970"/>
              <a:r>
                <a:rPr lang="en-IN" sz="1500" dirty="0">
                  <a:solidFill>
                    <a:prstClr val="white"/>
                  </a:solidFill>
                  <a:latin typeface="Calibri"/>
                </a:rPr>
                <a:t>JOB WORKERS</a:t>
              </a:r>
            </a:p>
          </p:txBody>
        </p:sp>
        <p:sp>
          <p:nvSpPr>
            <p:cNvPr id="32" name="Rounded Rectangle 31"/>
            <p:cNvSpPr/>
            <p:nvPr/>
          </p:nvSpPr>
          <p:spPr>
            <a:xfrm>
              <a:off x="3566408" y="3326875"/>
              <a:ext cx="1516380" cy="907330"/>
            </a:xfrm>
            <a:prstGeom prst="roundRect">
              <a:avLst/>
            </a:prstGeom>
          </p:spPr>
          <p:style>
            <a:lnRef idx="0">
              <a:schemeClr val="accent6"/>
            </a:lnRef>
            <a:fillRef idx="3">
              <a:schemeClr val="accent6"/>
            </a:fillRef>
            <a:effectRef idx="3">
              <a:schemeClr val="accent6"/>
            </a:effectRef>
            <a:fontRef idx="minor">
              <a:schemeClr val="lt1"/>
            </a:fontRef>
          </p:style>
          <p:txBody>
            <a:bodyPr rot="0" spcFirstLastPara="0" vertOverflow="overflow" horzOverflow="overflow" vert="horz" wrap="square" lIns="76200" tIns="38100" rIns="76200" bIns="38100" numCol="1" spcCol="0" rtlCol="0" fromWordArt="0" anchor="ctr" anchorCtr="0" forceAA="0" compatLnSpc="1">
              <a:prstTxWarp prst="textNoShape">
                <a:avLst/>
              </a:prstTxWarp>
              <a:noAutofit/>
            </a:bodyPr>
            <a:lstStyle/>
            <a:p>
              <a:pPr algn="ctr" defTabSz="761970"/>
              <a:r>
                <a:rPr lang="en-IN" sz="1500" dirty="0">
                  <a:solidFill>
                    <a:prstClr val="white"/>
                  </a:solidFill>
                  <a:latin typeface="Calibri"/>
                </a:rPr>
                <a:t>JOB WORKERS</a:t>
              </a:r>
            </a:p>
          </p:txBody>
        </p:sp>
      </p:grpSp>
      <p:pic>
        <p:nvPicPr>
          <p:cNvPr id="14" name="Picture 13"/>
          <p:cNvPicPr>
            <a:picLocks noChangeAspect="1"/>
          </p:cNvPicPr>
          <p:nvPr/>
        </p:nvPicPr>
        <p:blipFill>
          <a:blip r:embed="rId3"/>
          <a:stretch>
            <a:fillRect/>
          </a:stretch>
        </p:blipFill>
        <p:spPr>
          <a:xfrm>
            <a:off x="541366" y="4662538"/>
            <a:ext cx="4430144" cy="3607113"/>
          </a:xfrm>
          <a:prstGeom prst="rect">
            <a:avLst/>
          </a:prstGeom>
        </p:spPr>
      </p:pic>
      <p:pic>
        <p:nvPicPr>
          <p:cNvPr id="10" name="Picture 9"/>
          <p:cNvPicPr>
            <a:picLocks noChangeAspect="1"/>
          </p:cNvPicPr>
          <p:nvPr/>
        </p:nvPicPr>
        <p:blipFill>
          <a:blip r:embed="rId4"/>
          <a:stretch>
            <a:fillRect/>
          </a:stretch>
        </p:blipFill>
        <p:spPr>
          <a:xfrm>
            <a:off x="10105735" y="5670001"/>
            <a:ext cx="1097072" cy="1202956"/>
          </a:xfrm>
          <a:prstGeom prst="rect">
            <a:avLst/>
          </a:prstGeom>
          <a:ln>
            <a:noFill/>
          </a:ln>
          <a:effectLst>
            <a:outerShdw blurRad="292100" dist="139700" dir="2700000" algn="tl" rotWithShape="0">
              <a:srgbClr val="333333">
                <a:alpha val="65000"/>
              </a:srgbClr>
            </a:outerShdw>
          </a:effectLst>
        </p:spPr>
      </p:pic>
      <p:sp>
        <p:nvSpPr>
          <p:cNvPr id="33" name="TextBox 32"/>
          <p:cNvSpPr txBox="1"/>
          <p:nvPr/>
        </p:nvSpPr>
        <p:spPr>
          <a:xfrm>
            <a:off x="9861815" y="6882190"/>
            <a:ext cx="1584912" cy="323165"/>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defTabSz="761970"/>
            <a:r>
              <a:rPr lang="en-IN" sz="1500" b="1" dirty="0" smtClean="0">
                <a:solidFill>
                  <a:prstClr val="black"/>
                </a:solidFill>
                <a:latin typeface="Calibri"/>
              </a:rPr>
              <a:t>ELASTIC SEARCH</a:t>
            </a:r>
            <a:endParaRPr lang="en-IN" sz="1500" b="1" dirty="0">
              <a:solidFill>
                <a:prstClr val="black"/>
              </a:solidFill>
              <a:latin typeface="Calibri"/>
            </a:endParaRPr>
          </a:p>
        </p:txBody>
      </p:sp>
      <p:pic>
        <p:nvPicPr>
          <p:cNvPr id="12" name="Picture 11"/>
          <p:cNvPicPr>
            <a:picLocks noChangeAspect="1"/>
          </p:cNvPicPr>
          <p:nvPr/>
        </p:nvPicPr>
        <p:blipFill>
          <a:blip r:embed="rId5"/>
          <a:stretch>
            <a:fillRect/>
          </a:stretch>
        </p:blipFill>
        <p:spPr>
          <a:xfrm>
            <a:off x="12190920" y="5679234"/>
            <a:ext cx="945179" cy="1202956"/>
          </a:xfrm>
          <a:prstGeom prst="rect">
            <a:avLst/>
          </a:prstGeom>
          <a:ln>
            <a:noFill/>
          </a:ln>
          <a:effectLst>
            <a:outerShdw blurRad="292100" dist="139700" dir="2700000" algn="tl" rotWithShape="0">
              <a:srgbClr val="333333">
                <a:alpha val="65000"/>
              </a:srgbClr>
            </a:outerShdw>
          </a:effectLst>
        </p:spPr>
      </p:pic>
      <p:sp>
        <p:nvSpPr>
          <p:cNvPr id="34" name="TextBox 33"/>
          <p:cNvSpPr txBox="1"/>
          <p:nvPr/>
        </p:nvSpPr>
        <p:spPr>
          <a:xfrm>
            <a:off x="11749421" y="6875862"/>
            <a:ext cx="1857082" cy="323165"/>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defTabSz="761970"/>
            <a:r>
              <a:rPr lang="en-IN" sz="1500" b="1" dirty="0" smtClean="0">
                <a:solidFill>
                  <a:prstClr val="black"/>
                </a:solidFill>
                <a:latin typeface="Calibri"/>
              </a:rPr>
              <a:t>CAMUNDA OPERATE</a:t>
            </a:r>
            <a:endParaRPr lang="en-IN" sz="1500" b="1" dirty="0">
              <a:solidFill>
                <a:prstClr val="black"/>
              </a:solidFill>
              <a:latin typeface="Calibri"/>
            </a:endParaRPr>
          </a:p>
        </p:txBody>
      </p:sp>
      <p:sp>
        <p:nvSpPr>
          <p:cNvPr id="36" name="Google Shape;1406;p65"/>
          <p:cNvSpPr/>
          <p:nvPr/>
        </p:nvSpPr>
        <p:spPr>
          <a:xfrm>
            <a:off x="1127147" y="6774262"/>
            <a:ext cx="382619" cy="29661"/>
          </a:xfrm>
          <a:custGeom>
            <a:avLst/>
            <a:gdLst/>
            <a:ahLst/>
            <a:cxnLst/>
            <a:rect l="l" t="t" r="r" b="b"/>
            <a:pathLst>
              <a:path w="233304" h="18086" extrusionOk="0">
                <a:moveTo>
                  <a:pt x="1" y="0"/>
                </a:moveTo>
                <a:lnTo>
                  <a:pt x="1" y="18086"/>
                </a:lnTo>
                <a:lnTo>
                  <a:pt x="90247" y="18086"/>
                </a:lnTo>
                <a:lnTo>
                  <a:pt x="90247" y="0"/>
                </a:lnTo>
                <a:close/>
                <a:moveTo>
                  <a:pt x="143057" y="0"/>
                </a:moveTo>
                <a:lnTo>
                  <a:pt x="143057" y="18086"/>
                </a:lnTo>
                <a:lnTo>
                  <a:pt x="233303" y="18086"/>
                </a:lnTo>
                <a:lnTo>
                  <a:pt x="233303" y="0"/>
                </a:lnTo>
                <a:close/>
              </a:path>
            </a:pathLst>
          </a:custGeom>
          <a:solidFill>
            <a:srgbClr val="FFFFFF"/>
          </a:solidFill>
          <a:ln>
            <a:noFill/>
          </a:ln>
        </p:spPr>
        <p:txBody>
          <a:bodyPr spcFirstLastPara="1" wrap="square" lIns="146280" tIns="146280" rIns="146280" bIns="146280" anchor="ctr" anchorCtr="0">
            <a:noAutofit/>
          </a:bodyPr>
          <a:lstStyle/>
          <a:p>
            <a:pPr marL="0" marR="0" lvl="0" indent="0" defTabSz="1463040" eaLnBrk="1" fontAlgn="auto" latinLnBrk="0" hangingPunct="1">
              <a:lnSpc>
                <a:spcPct val="100000"/>
              </a:lnSpc>
              <a:spcBef>
                <a:spcPts val="0"/>
              </a:spcBef>
              <a:spcAft>
                <a:spcPts val="0"/>
              </a:spcAft>
              <a:buClr>
                <a:srgbClr val="000000"/>
              </a:buClr>
              <a:buSzTx/>
              <a:buFontTx/>
              <a:buNone/>
              <a:tabLst/>
              <a:defRPr/>
            </a:pPr>
            <a:endParaRPr kumimoji="0" sz="2240" b="0" i="0" u="none" strike="noStrike" kern="0" cap="none" spc="0" normalizeH="0" baseline="0" noProof="0" smtClean="0">
              <a:ln>
                <a:noFill/>
              </a:ln>
              <a:solidFill>
                <a:srgbClr val="000000"/>
              </a:solidFill>
              <a:effectLst/>
              <a:uLnTx/>
              <a:uFillTx/>
              <a:latin typeface="Arial"/>
              <a:cs typeface="Arial"/>
              <a:sym typeface="Arial"/>
            </a:endParaRPr>
          </a:p>
        </p:txBody>
      </p:sp>
      <p:sp>
        <p:nvSpPr>
          <p:cNvPr id="38" name="Google Shape;1404;p65"/>
          <p:cNvSpPr/>
          <p:nvPr/>
        </p:nvSpPr>
        <p:spPr>
          <a:xfrm>
            <a:off x="1547841" y="6745788"/>
            <a:ext cx="86312" cy="86312"/>
          </a:xfrm>
          <a:custGeom>
            <a:avLst/>
            <a:gdLst/>
            <a:ahLst/>
            <a:cxnLst/>
            <a:rect l="l" t="t" r="r" b="b"/>
            <a:pathLst>
              <a:path w="52629" h="52629" extrusionOk="0">
                <a:moveTo>
                  <a:pt x="26405" y="0"/>
                </a:moveTo>
                <a:lnTo>
                  <a:pt x="23692" y="181"/>
                </a:lnTo>
                <a:lnTo>
                  <a:pt x="20979" y="543"/>
                </a:lnTo>
                <a:lnTo>
                  <a:pt x="18448" y="1085"/>
                </a:lnTo>
                <a:lnTo>
                  <a:pt x="16096" y="1990"/>
                </a:lnTo>
                <a:lnTo>
                  <a:pt x="13745" y="3075"/>
                </a:lnTo>
                <a:lnTo>
                  <a:pt x="11575" y="4522"/>
                </a:lnTo>
                <a:lnTo>
                  <a:pt x="9586" y="5968"/>
                </a:lnTo>
                <a:lnTo>
                  <a:pt x="7777" y="7777"/>
                </a:lnTo>
                <a:lnTo>
                  <a:pt x="5969" y="9586"/>
                </a:lnTo>
                <a:lnTo>
                  <a:pt x="4522" y="11575"/>
                </a:lnTo>
                <a:lnTo>
                  <a:pt x="3256" y="13745"/>
                </a:lnTo>
                <a:lnTo>
                  <a:pt x="1990" y="16096"/>
                </a:lnTo>
                <a:lnTo>
                  <a:pt x="1266" y="18447"/>
                </a:lnTo>
                <a:lnTo>
                  <a:pt x="543" y="20979"/>
                </a:lnTo>
                <a:lnTo>
                  <a:pt x="181" y="23692"/>
                </a:lnTo>
                <a:lnTo>
                  <a:pt x="0" y="26405"/>
                </a:lnTo>
                <a:lnTo>
                  <a:pt x="181" y="29118"/>
                </a:lnTo>
                <a:lnTo>
                  <a:pt x="543" y="31650"/>
                </a:lnTo>
                <a:lnTo>
                  <a:pt x="1266" y="34182"/>
                </a:lnTo>
                <a:lnTo>
                  <a:pt x="1990" y="36533"/>
                </a:lnTo>
                <a:lnTo>
                  <a:pt x="3256" y="38884"/>
                </a:lnTo>
                <a:lnTo>
                  <a:pt x="4522" y="41054"/>
                </a:lnTo>
                <a:lnTo>
                  <a:pt x="5969" y="43043"/>
                </a:lnTo>
                <a:lnTo>
                  <a:pt x="7777" y="45033"/>
                </a:lnTo>
                <a:lnTo>
                  <a:pt x="9586" y="46661"/>
                </a:lnTo>
                <a:lnTo>
                  <a:pt x="11575" y="48288"/>
                </a:lnTo>
                <a:lnTo>
                  <a:pt x="13745" y="49554"/>
                </a:lnTo>
                <a:lnTo>
                  <a:pt x="16096" y="50639"/>
                </a:lnTo>
                <a:lnTo>
                  <a:pt x="18448" y="51544"/>
                </a:lnTo>
                <a:lnTo>
                  <a:pt x="20979" y="52086"/>
                </a:lnTo>
                <a:lnTo>
                  <a:pt x="23692" y="52629"/>
                </a:lnTo>
                <a:lnTo>
                  <a:pt x="29118" y="52629"/>
                </a:lnTo>
                <a:lnTo>
                  <a:pt x="31650" y="52086"/>
                </a:lnTo>
                <a:lnTo>
                  <a:pt x="34182" y="51544"/>
                </a:lnTo>
                <a:lnTo>
                  <a:pt x="36533" y="50639"/>
                </a:lnTo>
                <a:lnTo>
                  <a:pt x="38884" y="49554"/>
                </a:lnTo>
                <a:lnTo>
                  <a:pt x="41054" y="48288"/>
                </a:lnTo>
                <a:lnTo>
                  <a:pt x="43044" y="46661"/>
                </a:lnTo>
                <a:lnTo>
                  <a:pt x="45033" y="45033"/>
                </a:lnTo>
                <a:lnTo>
                  <a:pt x="46661" y="43043"/>
                </a:lnTo>
                <a:lnTo>
                  <a:pt x="48289" y="41054"/>
                </a:lnTo>
                <a:lnTo>
                  <a:pt x="49554" y="38884"/>
                </a:lnTo>
                <a:lnTo>
                  <a:pt x="50640" y="36533"/>
                </a:lnTo>
                <a:lnTo>
                  <a:pt x="51544" y="34182"/>
                </a:lnTo>
                <a:lnTo>
                  <a:pt x="52267" y="31650"/>
                </a:lnTo>
                <a:lnTo>
                  <a:pt x="52629" y="29118"/>
                </a:lnTo>
                <a:lnTo>
                  <a:pt x="52629" y="26405"/>
                </a:lnTo>
                <a:lnTo>
                  <a:pt x="52629" y="23692"/>
                </a:lnTo>
                <a:lnTo>
                  <a:pt x="52267" y="20979"/>
                </a:lnTo>
                <a:lnTo>
                  <a:pt x="51544" y="18447"/>
                </a:lnTo>
                <a:lnTo>
                  <a:pt x="50640" y="16096"/>
                </a:lnTo>
                <a:lnTo>
                  <a:pt x="49554" y="13745"/>
                </a:lnTo>
                <a:lnTo>
                  <a:pt x="48289" y="11575"/>
                </a:lnTo>
                <a:lnTo>
                  <a:pt x="46661" y="9586"/>
                </a:lnTo>
                <a:lnTo>
                  <a:pt x="45033" y="7777"/>
                </a:lnTo>
                <a:lnTo>
                  <a:pt x="43044" y="5968"/>
                </a:lnTo>
                <a:lnTo>
                  <a:pt x="41054" y="4522"/>
                </a:lnTo>
                <a:lnTo>
                  <a:pt x="38884" y="3075"/>
                </a:lnTo>
                <a:lnTo>
                  <a:pt x="36533" y="1990"/>
                </a:lnTo>
                <a:lnTo>
                  <a:pt x="34182" y="1085"/>
                </a:lnTo>
                <a:lnTo>
                  <a:pt x="31650" y="543"/>
                </a:lnTo>
                <a:lnTo>
                  <a:pt x="29118" y="181"/>
                </a:lnTo>
                <a:lnTo>
                  <a:pt x="26405" y="0"/>
                </a:lnTo>
                <a:close/>
              </a:path>
            </a:pathLst>
          </a:custGeom>
          <a:solidFill>
            <a:schemeClr val="lt1"/>
          </a:solidFill>
          <a:ln>
            <a:noFill/>
          </a:ln>
        </p:spPr>
        <p:txBody>
          <a:bodyPr spcFirstLastPara="1" wrap="square" lIns="146280" tIns="146280" rIns="146280" bIns="146280" anchor="ctr" anchorCtr="0">
            <a:noAutofit/>
          </a:bodyPr>
          <a:lstStyle/>
          <a:p>
            <a:pPr defTabSz="1463040">
              <a:buClr>
                <a:srgbClr val="000000"/>
              </a:buClr>
            </a:pPr>
            <a:endParaRPr sz="2240" kern="0">
              <a:solidFill>
                <a:srgbClr val="000000"/>
              </a:solidFill>
              <a:latin typeface="Arial"/>
              <a:cs typeface="Arial"/>
              <a:sym typeface="Arial"/>
            </a:endParaRPr>
          </a:p>
        </p:txBody>
      </p:sp>
      <p:sp>
        <p:nvSpPr>
          <p:cNvPr id="39" name="Google Shape;1405;p65"/>
          <p:cNvSpPr/>
          <p:nvPr/>
        </p:nvSpPr>
        <p:spPr>
          <a:xfrm>
            <a:off x="1342889" y="6732145"/>
            <a:ext cx="113898" cy="113598"/>
          </a:xfrm>
          <a:custGeom>
            <a:avLst/>
            <a:gdLst/>
            <a:ahLst/>
            <a:cxnLst/>
            <a:rect l="l" t="t" r="r" b="b"/>
            <a:pathLst>
              <a:path w="69450" h="69267" extrusionOk="0">
                <a:moveTo>
                  <a:pt x="36534" y="16639"/>
                </a:moveTo>
                <a:lnTo>
                  <a:pt x="38342" y="17000"/>
                </a:lnTo>
                <a:lnTo>
                  <a:pt x="40151" y="17362"/>
                </a:lnTo>
                <a:lnTo>
                  <a:pt x="41778" y="18085"/>
                </a:lnTo>
                <a:lnTo>
                  <a:pt x="43406" y="18809"/>
                </a:lnTo>
                <a:lnTo>
                  <a:pt x="44853" y="19713"/>
                </a:lnTo>
                <a:lnTo>
                  <a:pt x="46119" y="20798"/>
                </a:lnTo>
                <a:lnTo>
                  <a:pt x="47566" y="21883"/>
                </a:lnTo>
                <a:lnTo>
                  <a:pt x="48651" y="23149"/>
                </a:lnTo>
                <a:lnTo>
                  <a:pt x="49736" y="24596"/>
                </a:lnTo>
                <a:lnTo>
                  <a:pt x="50640" y="26043"/>
                </a:lnTo>
                <a:lnTo>
                  <a:pt x="51364" y="27671"/>
                </a:lnTo>
                <a:lnTo>
                  <a:pt x="51906" y="29298"/>
                </a:lnTo>
                <a:lnTo>
                  <a:pt x="52449" y="31107"/>
                </a:lnTo>
                <a:lnTo>
                  <a:pt x="52630" y="32735"/>
                </a:lnTo>
                <a:lnTo>
                  <a:pt x="52810" y="34724"/>
                </a:lnTo>
                <a:lnTo>
                  <a:pt x="52630" y="36532"/>
                </a:lnTo>
                <a:lnTo>
                  <a:pt x="52449" y="38341"/>
                </a:lnTo>
                <a:lnTo>
                  <a:pt x="51906" y="39969"/>
                </a:lnTo>
                <a:lnTo>
                  <a:pt x="51364" y="41596"/>
                </a:lnTo>
                <a:lnTo>
                  <a:pt x="50640" y="43224"/>
                </a:lnTo>
                <a:lnTo>
                  <a:pt x="49736" y="44671"/>
                </a:lnTo>
                <a:lnTo>
                  <a:pt x="48651" y="46118"/>
                </a:lnTo>
                <a:lnTo>
                  <a:pt x="47566" y="47384"/>
                </a:lnTo>
                <a:lnTo>
                  <a:pt x="46119" y="48650"/>
                </a:lnTo>
                <a:lnTo>
                  <a:pt x="44853" y="49554"/>
                </a:lnTo>
                <a:lnTo>
                  <a:pt x="43406" y="50458"/>
                </a:lnTo>
                <a:lnTo>
                  <a:pt x="41778" y="51362"/>
                </a:lnTo>
                <a:lnTo>
                  <a:pt x="40151" y="51905"/>
                </a:lnTo>
                <a:lnTo>
                  <a:pt x="38342" y="52267"/>
                </a:lnTo>
                <a:lnTo>
                  <a:pt x="36534" y="52628"/>
                </a:lnTo>
                <a:lnTo>
                  <a:pt x="32916" y="52628"/>
                </a:lnTo>
                <a:lnTo>
                  <a:pt x="31108" y="52267"/>
                </a:lnTo>
                <a:lnTo>
                  <a:pt x="29299" y="51905"/>
                </a:lnTo>
                <a:lnTo>
                  <a:pt x="27672" y="51362"/>
                </a:lnTo>
                <a:lnTo>
                  <a:pt x="26044" y="50458"/>
                </a:lnTo>
                <a:lnTo>
                  <a:pt x="24597" y="49554"/>
                </a:lnTo>
                <a:lnTo>
                  <a:pt x="23331" y="48650"/>
                </a:lnTo>
                <a:lnTo>
                  <a:pt x="21884" y="47384"/>
                </a:lnTo>
                <a:lnTo>
                  <a:pt x="20799" y="46118"/>
                </a:lnTo>
                <a:lnTo>
                  <a:pt x="19714" y="44671"/>
                </a:lnTo>
                <a:lnTo>
                  <a:pt x="18810" y="43224"/>
                </a:lnTo>
                <a:lnTo>
                  <a:pt x="18086" y="41596"/>
                </a:lnTo>
                <a:lnTo>
                  <a:pt x="17544" y="39969"/>
                </a:lnTo>
                <a:lnTo>
                  <a:pt x="17001" y="38341"/>
                </a:lnTo>
                <a:lnTo>
                  <a:pt x="16820" y="36532"/>
                </a:lnTo>
                <a:lnTo>
                  <a:pt x="16640" y="34724"/>
                </a:lnTo>
                <a:lnTo>
                  <a:pt x="16820" y="32735"/>
                </a:lnTo>
                <a:lnTo>
                  <a:pt x="17001" y="31107"/>
                </a:lnTo>
                <a:lnTo>
                  <a:pt x="17544" y="29298"/>
                </a:lnTo>
                <a:lnTo>
                  <a:pt x="18086" y="27671"/>
                </a:lnTo>
                <a:lnTo>
                  <a:pt x="18810" y="26043"/>
                </a:lnTo>
                <a:lnTo>
                  <a:pt x="19714" y="24596"/>
                </a:lnTo>
                <a:lnTo>
                  <a:pt x="20799" y="23149"/>
                </a:lnTo>
                <a:lnTo>
                  <a:pt x="21884" y="21883"/>
                </a:lnTo>
                <a:lnTo>
                  <a:pt x="23331" y="20798"/>
                </a:lnTo>
                <a:lnTo>
                  <a:pt x="24597" y="19713"/>
                </a:lnTo>
                <a:lnTo>
                  <a:pt x="26044" y="18809"/>
                </a:lnTo>
                <a:lnTo>
                  <a:pt x="27672" y="18085"/>
                </a:lnTo>
                <a:lnTo>
                  <a:pt x="29299" y="17362"/>
                </a:lnTo>
                <a:lnTo>
                  <a:pt x="31108" y="17000"/>
                </a:lnTo>
                <a:lnTo>
                  <a:pt x="32916" y="16639"/>
                </a:lnTo>
                <a:close/>
                <a:moveTo>
                  <a:pt x="34725" y="0"/>
                </a:moveTo>
                <a:lnTo>
                  <a:pt x="31108" y="181"/>
                </a:lnTo>
                <a:lnTo>
                  <a:pt x="27672" y="723"/>
                </a:lnTo>
                <a:lnTo>
                  <a:pt x="24416" y="1628"/>
                </a:lnTo>
                <a:lnTo>
                  <a:pt x="21161" y="2713"/>
                </a:lnTo>
                <a:lnTo>
                  <a:pt x="18267" y="4160"/>
                </a:lnTo>
                <a:lnTo>
                  <a:pt x="15374" y="5968"/>
                </a:lnTo>
                <a:lnTo>
                  <a:pt x="12661" y="7958"/>
                </a:lnTo>
                <a:lnTo>
                  <a:pt x="10129" y="10128"/>
                </a:lnTo>
                <a:lnTo>
                  <a:pt x="7959" y="12660"/>
                </a:lnTo>
                <a:lnTo>
                  <a:pt x="5969" y="15373"/>
                </a:lnTo>
                <a:lnTo>
                  <a:pt x="4161" y="18085"/>
                </a:lnTo>
                <a:lnTo>
                  <a:pt x="2714" y="21160"/>
                </a:lnTo>
                <a:lnTo>
                  <a:pt x="1629" y="24415"/>
                </a:lnTo>
                <a:lnTo>
                  <a:pt x="724" y="27671"/>
                </a:lnTo>
                <a:lnTo>
                  <a:pt x="182" y="31107"/>
                </a:lnTo>
                <a:lnTo>
                  <a:pt x="1" y="34724"/>
                </a:lnTo>
                <a:lnTo>
                  <a:pt x="182" y="38160"/>
                </a:lnTo>
                <a:lnTo>
                  <a:pt x="724" y="41596"/>
                </a:lnTo>
                <a:lnTo>
                  <a:pt x="1629" y="45033"/>
                </a:lnTo>
                <a:lnTo>
                  <a:pt x="2714" y="48107"/>
                </a:lnTo>
                <a:lnTo>
                  <a:pt x="4161" y="51182"/>
                </a:lnTo>
                <a:lnTo>
                  <a:pt x="5969" y="54075"/>
                </a:lnTo>
                <a:lnTo>
                  <a:pt x="7959" y="56788"/>
                </a:lnTo>
                <a:lnTo>
                  <a:pt x="10129" y="59139"/>
                </a:lnTo>
                <a:lnTo>
                  <a:pt x="12661" y="61490"/>
                </a:lnTo>
                <a:lnTo>
                  <a:pt x="15374" y="63480"/>
                </a:lnTo>
                <a:lnTo>
                  <a:pt x="18267" y="65107"/>
                </a:lnTo>
                <a:lnTo>
                  <a:pt x="21161" y="66554"/>
                </a:lnTo>
                <a:lnTo>
                  <a:pt x="24416" y="67820"/>
                </a:lnTo>
                <a:lnTo>
                  <a:pt x="27672" y="68724"/>
                </a:lnTo>
                <a:lnTo>
                  <a:pt x="31108" y="69086"/>
                </a:lnTo>
                <a:lnTo>
                  <a:pt x="34725" y="69267"/>
                </a:lnTo>
                <a:lnTo>
                  <a:pt x="38342" y="69086"/>
                </a:lnTo>
                <a:lnTo>
                  <a:pt x="41778" y="68724"/>
                </a:lnTo>
                <a:lnTo>
                  <a:pt x="45034" y="67820"/>
                </a:lnTo>
                <a:lnTo>
                  <a:pt x="48289" y="66554"/>
                </a:lnTo>
                <a:lnTo>
                  <a:pt x="51183" y="65107"/>
                </a:lnTo>
                <a:lnTo>
                  <a:pt x="54076" y="63480"/>
                </a:lnTo>
                <a:lnTo>
                  <a:pt x="56789" y="61490"/>
                </a:lnTo>
                <a:lnTo>
                  <a:pt x="59321" y="59139"/>
                </a:lnTo>
                <a:lnTo>
                  <a:pt x="61491" y="56788"/>
                </a:lnTo>
                <a:lnTo>
                  <a:pt x="63481" y="54075"/>
                </a:lnTo>
                <a:lnTo>
                  <a:pt x="65289" y="51182"/>
                </a:lnTo>
                <a:lnTo>
                  <a:pt x="66736" y="48107"/>
                </a:lnTo>
                <a:lnTo>
                  <a:pt x="67821" y="45033"/>
                </a:lnTo>
                <a:lnTo>
                  <a:pt x="68726" y="41596"/>
                </a:lnTo>
                <a:lnTo>
                  <a:pt x="69268" y="38160"/>
                </a:lnTo>
                <a:lnTo>
                  <a:pt x="69449" y="34724"/>
                </a:lnTo>
                <a:lnTo>
                  <a:pt x="69268" y="31107"/>
                </a:lnTo>
                <a:lnTo>
                  <a:pt x="68726" y="27671"/>
                </a:lnTo>
                <a:lnTo>
                  <a:pt x="67821" y="24415"/>
                </a:lnTo>
                <a:lnTo>
                  <a:pt x="66736" y="21160"/>
                </a:lnTo>
                <a:lnTo>
                  <a:pt x="65289" y="18085"/>
                </a:lnTo>
                <a:lnTo>
                  <a:pt x="63481" y="15373"/>
                </a:lnTo>
                <a:lnTo>
                  <a:pt x="61491" y="12660"/>
                </a:lnTo>
                <a:lnTo>
                  <a:pt x="59321" y="10128"/>
                </a:lnTo>
                <a:lnTo>
                  <a:pt x="56789" y="7958"/>
                </a:lnTo>
                <a:lnTo>
                  <a:pt x="54076" y="5968"/>
                </a:lnTo>
                <a:lnTo>
                  <a:pt x="51183" y="4160"/>
                </a:lnTo>
                <a:lnTo>
                  <a:pt x="48289" y="2713"/>
                </a:lnTo>
                <a:lnTo>
                  <a:pt x="45034" y="1628"/>
                </a:lnTo>
                <a:lnTo>
                  <a:pt x="41778" y="723"/>
                </a:lnTo>
                <a:lnTo>
                  <a:pt x="38342" y="181"/>
                </a:lnTo>
                <a:lnTo>
                  <a:pt x="34725" y="0"/>
                </a:lnTo>
                <a:close/>
              </a:path>
            </a:pathLst>
          </a:custGeom>
          <a:solidFill>
            <a:schemeClr val="lt1"/>
          </a:solidFill>
          <a:ln>
            <a:noFill/>
          </a:ln>
        </p:spPr>
        <p:txBody>
          <a:bodyPr spcFirstLastPara="1" wrap="square" lIns="146280" tIns="146280" rIns="146280" bIns="146280" anchor="ctr" anchorCtr="0">
            <a:noAutofit/>
          </a:bodyPr>
          <a:lstStyle/>
          <a:p>
            <a:pPr defTabSz="1463040">
              <a:buClr>
                <a:srgbClr val="000000"/>
              </a:buClr>
            </a:pPr>
            <a:endParaRPr sz="2240" kern="0">
              <a:solidFill>
                <a:srgbClr val="000000"/>
              </a:solidFill>
              <a:latin typeface="Arial"/>
              <a:cs typeface="Arial"/>
              <a:sym typeface="Arial"/>
            </a:endParaRPr>
          </a:p>
        </p:txBody>
      </p:sp>
      <p:pic>
        <p:nvPicPr>
          <p:cNvPr id="22" name="Picture 21"/>
          <p:cNvPicPr>
            <a:picLocks noChangeAspect="1"/>
          </p:cNvPicPr>
          <p:nvPr/>
        </p:nvPicPr>
        <p:blipFill>
          <a:blip r:embed="rId6"/>
          <a:stretch>
            <a:fillRect/>
          </a:stretch>
        </p:blipFill>
        <p:spPr>
          <a:xfrm>
            <a:off x="6190200" y="3687224"/>
            <a:ext cx="1622947" cy="1523725"/>
          </a:xfrm>
          <a:prstGeom prst="rect">
            <a:avLst/>
          </a:prstGeom>
          <a:ln>
            <a:noFill/>
          </a:ln>
          <a:effectLst>
            <a:outerShdw blurRad="292100" dist="139700" dir="2700000" algn="tl" rotWithShape="0">
              <a:srgbClr val="333333">
                <a:alpha val="65000"/>
              </a:srgbClr>
            </a:outerShdw>
          </a:effectLst>
        </p:spPr>
      </p:pic>
      <p:pic>
        <p:nvPicPr>
          <p:cNvPr id="44" name="Picture 43"/>
          <p:cNvPicPr>
            <a:picLocks noChangeAspect="1"/>
          </p:cNvPicPr>
          <p:nvPr/>
        </p:nvPicPr>
        <p:blipFill>
          <a:blip r:embed="rId7"/>
          <a:stretch>
            <a:fillRect/>
          </a:stretch>
        </p:blipFill>
        <p:spPr>
          <a:xfrm>
            <a:off x="4053942" y="316830"/>
            <a:ext cx="1155462" cy="899176"/>
          </a:xfrm>
          <a:prstGeom prst="rect">
            <a:avLst/>
          </a:prstGeom>
          <a:ln>
            <a:noFill/>
          </a:ln>
          <a:effectLst>
            <a:glow rad="101600">
              <a:schemeClr val="accent3">
                <a:satMod val="175000"/>
                <a:alpha val="40000"/>
              </a:schemeClr>
            </a:glow>
            <a:outerShdw blurRad="292100" dist="139700" dir="2700000" algn="tl" rotWithShape="0">
              <a:srgbClr val="333333">
                <a:alpha val="65000"/>
              </a:srgbClr>
            </a:outerShdw>
          </a:effectLst>
        </p:spPr>
      </p:pic>
      <p:grpSp>
        <p:nvGrpSpPr>
          <p:cNvPr id="48" name="Group 47"/>
          <p:cNvGrpSpPr/>
          <p:nvPr/>
        </p:nvGrpSpPr>
        <p:grpSpPr>
          <a:xfrm>
            <a:off x="-66083" y="204966"/>
            <a:ext cx="3622444" cy="4137395"/>
            <a:chOff x="-4696517" y="-1118114"/>
            <a:chExt cx="5259211" cy="5782793"/>
          </a:xfrm>
        </p:grpSpPr>
        <p:sp>
          <p:nvSpPr>
            <p:cNvPr id="47" name="Donut 46"/>
            <p:cNvSpPr/>
            <p:nvPr/>
          </p:nvSpPr>
          <p:spPr>
            <a:xfrm>
              <a:off x="-4696517" y="-1118114"/>
              <a:ext cx="5203307" cy="5782793"/>
            </a:xfrm>
            <a:prstGeom prst="donu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IN">
                <a:solidFill>
                  <a:schemeClr val="tx1"/>
                </a:solidFill>
              </a:endParaRPr>
            </a:p>
          </p:txBody>
        </p:sp>
        <p:pic>
          <p:nvPicPr>
            <p:cNvPr id="16" name="Picture 15"/>
            <p:cNvPicPr>
              <a:picLocks noChangeAspect="1"/>
            </p:cNvPicPr>
            <p:nvPr/>
          </p:nvPicPr>
          <p:blipFill>
            <a:blip r:embed="rId8"/>
            <a:stretch>
              <a:fillRect/>
            </a:stretch>
          </p:blipFill>
          <p:spPr>
            <a:xfrm>
              <a:off x="-2933131" y="789372"/>
              <a:ext cx="1727350" cy="1996613"/>
            </a:xfrm>
            <a:prstGeom prst="rect">
              <a:avLst/>
            </a:prstGeom>
          </p:spPr>
        </p:pic>
        <p:sp>
          <p:nvSpPr>
            <p:cNvPr id="20" name="TextBox 19"/>
            <p:cNvSpPr txBox="1"/>
            <p:nvPr/>
          </p:nvSpPr>
          <p:spPr>
            <a:xfrm>
              <a:off x="-3113787" y="434474"/>
              <a:ext cx="1908007" cy="354896"/>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defTabSz="761970"/>
              <a:r>
                <a:rPr lang="en-IN" sz="1050" b="1" dirty="0">
                  <a:solidFill>
                    <a:prstClr val="black"/>
                  </a:solidFill>
                  <a:latin typeface="Calibri"/>
                </a:rPr>
                <a:t>SERVICE PLATFORM</a:t>
              </a:r>
            </a:p>
          </p:txBody>
        </p:sp>
        <p:pic>
          <p:nvPicPr>
            <p:cNvPr id="24" name="Picture 23"/>
            <p:cNvPicPr>
              <a:picLocks noChangeAspect="1"/>
            </p:cNvPicPr>
            <p:nvPr/>
          </p:nvPicPr>
          <p:blipFill>
            <a:blip r:embed="rId9"/>
            <a:stretch>
              <a:fillRect/>
            </a:stretch>
          </p:blipFill>
          <p:spPr>
            <a:xfrm>
              <a:off x="-4199684" y="-333378"/>
              <a:ext cx="1023125" cy="1122750"/>
            </a:xfrm>
            <a:prstGeom prst="rect">
              <a:avLst/>
            </a:prstGeom>
            <a:ln>
              <a:noFill/>
            </a:ln>
            <a:effectLst>
              <a:outerShdw blurRad="292100" dist="139700" dir="2700000" algn="tl" rotWithShape="0">
                <a:srgbClr val="333333">
                  <a:alpha val="65000"/>
                </a:srgbClr>
              </a:outerShdw>
            </a:effectLst>
          </p:spPr>
        </p:pic>
        <p:pic>
          <p:nvPicPr>
            <p:cNvPr id="40" name="Picture 39"/>
            <p:cNvPicPr>
              <a:picLocks noChangeAspect="1"/>
            </p:cNvPicPr>
            <p:nvPr/>
          </p:nvPicPr>
          <p:blipFill>
            <a:blip r:embed="rId10"/>
            <a:stretch>
              <a:fillRect/>
            </a:stretch>
          </p:blipFill>
          <p:spPr>
            <a:xfrm>
              <a:off x="-4679917" y="1110931"/>
              <a:ext cx="1144904" cy="1091897"/>
            </a:xfrm>
            <a:prstGeom prst="rect">
              <a:avLst/>
            </a:prstGeom>
            <a:ln>
              <a:noFill/>
            </a:ln>
            <a:effectLst>
              <a:outerShdw blurRad="292100" dist="139700" dir="2700000" algn="tl" rotWithShape="0">
                <a:srgbClr val="333333">
                  <a:alpha val="65000"/>
                </a:srgbClr>
              </a:outerShdw>
            </a:effectLst>
          </p:spPr>
        </p:pic>
        <p:sp>
          <p:nvSpPr>
            <p:cNvPr id="42" name="Hexagon 41"/>
            <p:cNvSpPr/>
            <p:nvPr/>
          </p:nvSpPr>
          <p:spPr>
            <a:xfrm>
              <a:off x="-697488" y="1273328"/>
              <a:ext cx="1260182" cy="1028700"/>
            </a:xfrm>
            <a:prstGeom prst="hexagon">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000" dirty="0" smtClean="0"/>
                <a:t>EXTERNAL APP</a:t>
              </a:r>
              <a:endParaRPr lang="en-IN" sz="1000" dirty="0"/>
            </a:p>
          </p:txBody>
        </p:sp>
        <p:sp>
          <p:nvSpPr>
            <p:cNvPr id="43" name="Hexagon 42"/>
            <p:cNvSpPr/>
            <p:nvPr/>
          </p:nvSpPr>
          <p:spPr>
            <a:xfrm>
              <a:off x="-2621471" y="-969561"/>
              <a:ext cx="1260182" cy="1028700"/>
            </a:xfrm>
            <a:prstGeom prst="hexagon">
              <a:avLst/>
            </a:prstGeom>
            <a:solidFill>
              <a:srgbClr val="FF66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000" dirty="0" smtClean="0"/>
                <a:t>EXTERNAL APP</a:t>
              </a:r>
              <a:endParaRPr lang="en-IN" sz="1000" dirty="0"/>
            </a:p>
          </p:txBody>
        </p:sp>
        <p:pic>
          <p:nvPicPr>
            <p:cNvPr id="45" name="Picture 44"/>
            <p:cNvPicPr>
              <a:picLocks noChangeAspect="1"/>
            </p:cNvPicPr>
            <p:nvPr/>
          </p:nvPicPr>
          <p:blipFill>
            <a:blip r:embed="rId4"/>
            <a:stretch>
              <a:fillRect/>
            </a:stretch>
          </p:blipFill>
          <p:spPr>
            <a:xfrm>
              <a:off x="-962353" y="-225195"/>
              <a:ext cx="925265" cy="1014567"/>
            </a:xfrm>
            <a:prstGeom prst="rect">
              <a:avLst/>
            </a:prstGeom>
            <a:ln>
              <a:noFill/>
            </a:ln>
            <a:effectLst>
              <a:outerShdw blurRad="292100" dist="139700" dir="2700000" algn="tl" rotWithShape="0">
                <a:srgbClr val="333333">
                  <a:alpha val="65000"/>
                </a:srgbClr>
              </a:outerShdw>
            </a:effectLst>
          </p:spPr>
        </p:pic>
      </p:grpSp>
      <p:cxnSp>
        <p:nvCxnSpPr>
          <p:cNvPr id="50" name="Elbow Connector 49"/>
          <p:cNvCxnSpPr>
            <a:stCxn id="14" idx="2"/>
            <a:endCxn id="22" idx="1"/>
          </p:cNvCxnSpPr>
          <p:nvPr/>
        </p:nvCxnSpPr>
        <p:spPr>
          <a:xfrm rot="5400000" flipH="1" flipV="1">
            <a:off x="2563037" y="4642488"/>
            <a:ext cx="3820564" cy="3433762"/>
          </a:xfrm>
          <a:prstGeom prst="bentConnector4">
            <a:avLst>
              <a:gd name="adj1" fmla="val -5983"/>
              <a:gd name="adj2" fmla="val 82254"/>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52" name="Elbow Connector 51"/>
          <p:cNvCxnSpPr>
            <a:stCxn id="9" idx="2"/>
            <a:endCxn id="5" idx="2"/>
          </p:cNvCxnSpPr>
          <p:nvPr/>
        </p:nvCxnSpPr>
        <p:spPr>
          <a:xfrm rot="16200000" flipH="1">
            <a:off x="7818717" y="2559905"/>
            <a:ext cx="416657" cy="1664657"/>
          </a:xfrm>
          <a:prstGeom prst="bentConnector2">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54" name="Elbow Connector 53"/>
          <p:cNvCxnSpPr>
            <a:stCxn id="22" idx="2"/>
          </p:cNvCxnSpPr>
          <p:nvPr/>
        </p:nvCxnSpPr>
        <p:spPr>
          <a:xfrm rot="5400000" flipH="1" flipV="1">
            <a:off x="7199943" y="3615019"/>
            <a:ext cx="1397661" cy="1794200"/>
          </a:xfrm>
          <a:prstGeom prst="bentConnector4">
            <a:avLst>
              <a:gd name="adj1" fmla="val -16356"/>
              <a:gd name="adj2" fmla="val 72614"/>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p:cNvCxnSpPr>
            <a:stCxn id="9" idx="0"/>
          </p:cNvCxnSpPr>
          <p:nvPr/>
        </p:nvCxnSpPr>
        <p:spPr>
          <a:xfrm flipV="1">
            <a:off x="7194717" y="1470129"/>
            <a:ext cx="0" cy="431915"/>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58" name="Elbow Connector 57"/>
          <p:cNvCxnSpPr>
            <a:stCxn id="16" idx="2"/>
            <a:endCxn id="9" idx="1"/>
          </p:cNvCxnSpPr>
          <p:nvPr/>
        </p:nvCxnSpPr>
        <p:spPr>
          <a:xfrm rot="5400000" flipH="1" flipV="1">
            <a:off x="3585395" y="700966"/>
            <a:ext cx="455243" cy="4139261"/>
          </a:xfrm>
          <a:prstGeom prst="bentConnector4">
            <a:avLst>
              <a:gd name="adj1" fmla="val -50215"/>
              <a:gd name="adj2" fmla="val 62402"/>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60" name="Elbow Connector 59"/>
          <p:cNvCxnSpPr>
            <a:stCxn id="10" idx="3"/>
            <a:endCxn id="12" idx="1"/>
          </p:cNvCxnSpPr>
          <p:nvPr/>
        </p:nvCxnSpPr>
        <p:spPr>
          <a:xfrm>
            <a:off x="11202807" y="6271479"/>
            <a:ext cx="988113" cy="9233"/>
          </a:xfrm>
          <a:prstGeom prst="bentConnector3">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p:cNvCxnSpPr/>
          <p:nvPr/>
        </p:nvCxnSpPr>
        <p:spPr>
          <a:xfrm>
            <a:off x="11113624" y="4711813"/>
            <a:ext cx="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p:cNvCxnSpPr>
            <a:endCxn id="10" idx="0"/>
          </p:cNvCxnSpPr>
          <p:nvPr/>
        </p:nvCxnSpPr>
        <p:spPr>
          <a:xfrm flipH="1">
            <a:off x="10654271" y="4711813"/>
            <a:ext cx="491103" cy="958188"/>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pic>
        <p:nvPicPr>
          <p:cNvPr id="65" name="Picture 64"/>
          <p:cNvPicPr>
            <a:picLocks noChangeAspect="1"/>
          </p:cNvPicPr>
          <p:nvPr/>
        </p:nvPicPr>
        <p:blipFill>
          <a:blip r:embed="rId11"/>
          <a:stretch>
            <a:fillRect/>
          </a:stretch>
        </p:blipFill>
        <p:spPr>
          <a:xfrm>
            <a:off x="9912811" y="443569"/>
            <a:ext cx="1200813" cy="1026560"/>
          </a:xfrm>
          <a:prstGeom prst="rect">
            <a:avLst/>
          </a:prstGeom>
          <a:ln>
            <a:solidFill>
              <a:schemeClr val="tx1"/>
            </a:solidFill>
          </a:ln>
          <a:effectLst>
            <a:outerShdw blurRad="292100" dist="139700" dir="2700000" algn="tl" rotWithShape="0">
              <a:srgbClr val="333333">
                <a:alpha val="65000"/>
              </a:srgbClr>
            </a:outerShdw>
          </a:effectLst>
        </p:spPr>
      </p:pic>
      <p:sp>
        <p:nvSpPr>
          <p:cNvPr id="66" name="TextBox 65"/>
          <p:cNvSpPr txBox="1"/>
          <p:nvPr/>
        </p:nvSpPr>
        <p:spPr>
          <a:xfrm>
            <a:off x="9621755" y="10646"/>
            <a:ext cx="1692002" cy="369332"/>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IN" dirty="0" smtClean="0"/>
              <a:t>DMN AS Service</a:t>
            </a:r>
            <a:endParaRPr lang="en-IN" dirty="0"/>
          </a:p>
        </p:txBody>
      </p:sp>
      <p:grpSp>
        <p:nvGrpSpPr>
          <p:cNvPr id="80" name="Group 79"/>
          <p:cNvGrpSpPr/>
          <p:nvPr/>
        </p:nvGrpSpPr>
        <p:grpSpPr>
          <a:xfrm>
            <a:off x="5854174" y="-139343"/>
            <a:ext cx="2723693" cy="1686086"/>
            <a:chOff x="4907364" y="0"/>
            <a:chExt cx="2723693" cy="1686086"/>
          </a:xfrm>
        </p:grpSpPr>
        <p:sp>
          <p:nvSpPr>
            <p:cNvPr id="79" name="Hexagon 78"/>
            <p:cNvSpPr/>
            <p:nvPr/>
          </p:nvSpPr>
          <p:spPr>
            <a:xfrm>
              <a:off x="4907364" y="0"/>
              <a:ext cx="2723693" cy="1686086"/>
            </a:xfrm>
            <a:prstGeom prst="hexagon">
              <a:avLst/>
            </a:prstGeom>
            <a:solidFill>
              <a:schemeClr val="tx2"/>
            </a:solidFill>
          </p:spPr>
          <p:style>
            <a:lnRef idx="2">
              <a:schemeClr val="accent1"/>
            </a:lnRef>
            <a:fillRef idx="1">
              <a:schemeClr val="lt1"/>
            </a:fillRef>
            <a:effectRef idx="0">
              <a:schemeClr val="accent1"/>
            </a:effectRef>
            <a:fontRef idx="minor">
              <a:schemeClr val="dk1"/>
            </a:fontRef>
          </p:style>
          <p:txBody>
            <a:bodyPr rtlCol="0" anchor="ctr"/>
            <a:lstStyle/>
            <a:p>
              <a:pPr algn="ctr"/>
              <a:endParaRPr lang="en-IN"/>
            </a:p>
          </p:txBody>
        </p:sp>
        <p:sp>
          <p:nvSpPr>
            <p:cNvPr id="72" name="Cube 71"/>
            <p:cNvSpPr/>
            <p:nvPr/>
          </p:nvSpPr>
          <p:spPr>
            <a:xfrm>
              <a:off x="5132419" y="395877"/>
              <a:ext cx="603790" cy="532569"/>
            </a:xfrm>
            <a:prstGeom prst="cube">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en-IN"/>
            </a:p>
          </p:txBody>
        </p:sp>
        <p:sp>
          <p:nvSpPr>
            <p:cNvPr id="73" name="Cube 72"/>
            <p:cNvSpPr/>
            <p:nvPr/>
          </p:nvSpPr>
          <p:spPr>
            <a:xfrm>
              <a:off x="6739927" y="756956"/>
              <a:ext cx="603790" cy="532569"/>
            </a:xfrm>
            <a:prstGeom prst="cube">
              <a:avLst/>
            </a:prstGeom>
            <a:solidFill>
              <a:srgbClr val="009999"/>
            </a:solidFill>
          </p:spPr>
          <p:style>
            <a:lnRef idx="3">
              <a:schemeClr val="lt1"/>
            </a:lnRef>
            <a:fillRef idx="1">
              <a:schemeClr val="accent6"/>
            </a:fillRef>
            <a:effectRef idx="1">
              <a:schemeClr val="accent6"/>
            </a:effectRef>
            <a:fontRef idx="minor">
              <a:schemeClr val="lt1"/>
            </a:fontRef>
          </p:style>
          <p:txBody>
            <a:bodyPr rtlCol="0" anchor="ctr"/>
            <a:lstStyle/>
            <a:p>
              <a:pPr algn="ctr"/>
              <a:endParaRPr lang="en-IN"/>
            </a:p>
          </p:txBody>
        </p:sp>
        <p:sp>
          <p:nvSpPr>
            <p:cNvPr id="74" name="Cube 73"/>
            <p:cNvSpPr/>
            <p:nvPr/>
          </p:nvSpPr>
          <p:spPr>
            <a:xfrm>
              <a:off x="6438032" y="456603"/>
              <a:ext cx="603790" cy="532569"/>
            </a:xfrm>
            <a:prstGeom prst="cube">
              <a:avLst/>
            </a:prstGeom>
            <a:solidFill>
              <a:srgbClr val="FFFF00"/>
            </a:solidFill>
          </p:spPr>
          <p:style>
            <a:lnRef idx="3">
              <a:schemeClr val="lt1"/>
            </a:lnRef>
            <a:fillRef idx="1">
              <a:schemeClr val="accent6"/>
            </a:fillRef>
            <a:effectRef idx="1">
              <a:schemeClr val="accent6"/>
            </a:effectRef>
            <a:fontRef idx="minor">
              <a:schemeClr val="lt1"/>
            </a:fontRef>
          </p:style>
          <p:txBody>
            <a:bodyPr rtlCol="0" anchor="ctr"/>
            <a:lstStyle/>
            <a:p>
              <a:pPr algn="ctr"/>
              <a:endParaRPr lang="en-IN"/>
            </a:p>
          </p:txBody>
        </p:sp>
        <p:sp>
          <p:nvSpPr>
            <p:cNvPr id="75" name="Cube 74"/>
            <p:cNvSpPr/>
            <p:nvPr/>
          </p:nvSpPr>
          <p:spPr>
            <a:xfrm>
              <a:off x="6285632" y="279002"/>
              <a:ext cx="603790" cy="532569"/>
            </a:xfrm>
            <a:prstGeom prst="cube">
              <a:avLst/>
            </a:prstGeom>
            <a:solidFill>
              <a:srgbClr val="FF0000"/>
            </a:solidFill>
          </p:spPr>
          <p:style>
            <a:lnRef idx="3">
              <a:schemeClr val="lt1"/>
            </a:lnRef>
            <a:fillRef idx="1">
              <a:schemeClr val="accent6"/>
            </a:fillRef>
            <a:effectRef idx="1">
              <a:schemeClr val="accent6"/>
            </a:effectRef>
            <a:fontRef idx="minor">
              <a:schemeClr val="lt1"/>
            </a:fontRef>
          </p:style>
          <p:txBody>
            <a:bodyPr rtlCol="0" anchor="ctr"/>
            <a:lstStyle/>
            <a:p>
              <a:pPr algn="ctr"/>
              <a:endParaRPr lang="en-IN"/>
            </a:p>
          </p:txBody>
        </p:sp>
        <p:sp>
          <p:nvSpPr>
            <p:cNvPr id="76" name="Cube 75"/>
            <p:cNvSpPr/>
            <p:nvPr/>
          </p:nvSpPr>
          <p:spPr>
            <a:xfrm>
              <a:off x="5368116" y="690938"/>
              <a:ext cx="603790" cy="532569"/>
            </a:xfrm>
            <a:prstGeom prst="cube">
              <a:avLst/>
            </a:prstGeom>
            <a:solidFill>
              <a:schemeClr val="tx2">
                <a:lumMod val="60000"/>
                <a:lumOff val="40000"/>
              </a:schemeClr>
            </a:solidFill>
          </p:spPr>
          <p:style>
            <a:lnRef idx="3">
              <a:schemeClr val="lt1"/>
            </a:lnRef>
            <a:fillRef idx="1">
              <a:schemeClr val="accent6"/>
            </a:fillRef>
            <a:effectRef idx="1">
              <a:schemeClr val="accent6"/>
            </a:effectRef>
            <a:fontRef idx="minor">
              <a:schemeClr val="lt1"/>
            </a:fontRef>
          </p:style>
          <p:txBody>
            <a:bodyPr rtlCol="0" anchor="ctr"/>
            <a:lstStyle/>
            <a:p>
              <a:pPr algn="ctr"/>
              <a:endParaRPr lang="en-IN"/>
            </a:p>
          </p:txBody>
        </p:sp>
        <p:sp>
          <p:nvSpPr>
            <p:cNvPr id="77" name="Cube 76"/>
            <p:cNvSpPr/>
            <p:nvPr/>
          </p:nvSpPr>
          <p:spPr>
            <a:xfrm>
              <a:off x="5739323" y="895906"/>
              <a:ext cx="603790" cy="532569"/>
            </a:xfrm>
            <a:prstGeom prst="cube">
              <a:avLst/>
            </a:prstGeom>
            <a:solidFill>
              <a:schemeClr val="accent2"/>
            </a:solidFill>
          </p:spPr>
          <p:style>
            <a:lnRef idx="3">
              <a:schemeClr val="lt1"/>
            </a:lnRef>
            <a:fillRef idx="1">
              <a:schemeClr val="accent6"/>
            </a:fillRef>
            <a:effectRef idx="1">
              <a:schemeClr val="accent6"/>
            </a:effectRef>
            <a:fontRef idx="minor">
              <a:schemeClr val="lt1"/>
            </a:fontRef>
          </p:style>
          <p:txBody>
            <a:bodyPr rtlCol="0" anchor="ctr"/>
            <a:lstStyle/>
            <a:p>
              <a:pPr algn="ctr"/>
              <a:endParaRPr lang="en-IN"/>
            </a:p>
          </p:txBody>
        </p:sp>
      </p:grpSp>
      <p:sp>
        <p:nvSpPr>
          <p:cNvPr id="81" name="TextBox 80"/>
          <p:cNvSpPr txBox="1"/>
          <p:nvPr/>
        </p:nvSpPr>
        <p:spPr>
          <a:xfrm>
            <a:off x="6215438" y="-486077"/>
            <a:ext cx="2015488" cy="369332"/>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IN" dirty="0" smtClean="0"/>
              <a:t>Custom Connectors</a:t>
            </a:r>
            <a:endParaRPr lang="en-IN" dirty="0"/>
          </a:p>
        </p:txBody>
      </p:sp>
      <p:cxnSp>
        <p:nvCxnSpPr>
          <p:cNvPr id="83" name="Elbow Connector 82"/>
          <p:cNvCxnSpPr>
            <a:stCxn id="9" idx="3"/>
            <a:endCxn id="65" idx="1"/>
          </p:cNvCxnSpPr>
          <p:nvPr/>
        </p:nvCxnSpPr>
        <p:spPr>
          <a:xfrm flipV="1">
            <a:off x="8506786" y="956849"/>
            <a:ext cx="1406025" cy="1586126"/>
          </a:xfrm>
          <a:prstGeom prst="bentConnector3">
            <a:avLst>
              <a:gd name="adj1" fmla="val 12063"/>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86" name="Straight Arrow Connector 85"/>
          <p:cNvCxnSpPr>
            <a:endCxn id="44" idx="2"/>
          </p:cNvCxnSpPr>
          <p:nvPr/>
        </p:nvCxnSpPr>
        <p:spPr>
          <a:xfrm flipH="1" flipV="1">
            <a:off x="4631673" y="1216006"/>
            <a:ext cx="1250974" cy="81221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0033839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hape&#10;&#10;Description automatically generated">
            <a:extLst>
              <a:ext uri="{FF2B5EF4-FFF2-40B4-BE49-F238E27FC236}">
                <a16:creationId xmlns:a16="http://schemas.microsoft.com/office/drawing/2014/main" id="{77C2E22D-B55B-D2B5-ABC7-5A44DFCCCCC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01848" y="4162314"/>
            <a:ext cx="3856508" cy="2695686"/>
          </a:xfrm>
          <a:prstGeom prst="rect">
            <a:avLst/>
          </a:prstGeom>
        </p:spPr>
      </p:pic>
      <p:pic>
        <p:nvPicPr>
          <p:cNvPr id="3" name="Picture 2" descr="A screenshot of a video game&#10;&#10;Description automatically generated with medium confidence">
            <a:extLst>
              <a:ext uri="{FF2B5EF4-FFF2-40B4-BE49-F238E27FC236}">
                <a16:creationId xmlns:a16="http://schemas.microsoft.com/office/drawing/2014/main" id="{6BACB2BC-2299-77BB-8916-0E2C46E35DA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6033" y="4348583"/>
            <a:ext cx="2528138" cy="544099"/>
          </a:xfrm>
          <a:prstGeom prst="rect">
            <a:avLst/>
          </a:prstGeom>
        </p:spPr>
      </p:pic>
    </p:spTree>
    <p:extLst>
      <p:ext uri="{BB962C8B-B14F-4D97-AF65-F5344CB8AC3E}">
        <p14:creationId xmlns:p14="http://schemas.microsoft.com/office/powerpoint/2010/main" val="1861848403"/>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ustom 1">
      <a:majorFont>
        <a:latin typeface="Arial Black"/>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547E"/>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50DDAD95EA9974439D4EEABBC9AE5784" ma:contentTypeVersion="9" ma:contentTypeDescription="Create a new document." ma:contentTypeScope="" ma:versionID="cbecd8d9dc0628b64e5d8f5bdc00c5b7">
  <xsd:schema xmlns:xsd="http://www.w3.org/2001/XMLSchema" xmlns:xs="http://www.w3.org/2001/XMLSchema" xmlns:p="http://schemas.microsoft.com/office/2006/metadata/properties" xmlns:ns2="f40616bc-97d8-4036-b73c-f1159cf9a11f" xmlns:ns3="a10dc964-d3a4-4cd1-baa2-4a9a21ccf560" targetNamespace="http://schemas.microsoft.com/office/2006/metadata/properties" ma:root="true" ma:fieldsID="301330fe9fcbe48092800b14d7f7bc48" ns2:_="" ns3:_="">
    <xsd:import namespace="f40616bc-97d8-4036-b73c-f1159cf9a11f"/>
    <xsd:import namespace="a10dc964-d3a4-4cd1-baa2-4a9a21ccf560"/>
    <xsd:element name="properties">
      <xsd:complexType>
        <xsd:sequence>
          <xsd:element name="documentManagement">
            <xsd:complexType>
              <xsd:all>
                <xsd:element ref="ns2:MediaServiceMetadata" minOccurs="0"/>
                <xsd:element ref="ns2:MediaServiceFastMetadata" minOccurs="0"/>
                <xsd:element ref="ns2:lcf76f155ced4ddcb4097134ff3c332f" minOccurs="0"/>
                <xsd:element ref="ns3:TaxCatchAll" minOccurs="0"/>
                <xsd:element ref="ns2:MediaServiceGenerationTime" minOccurs="0"/>
                <xsd:element ref="ns2:MediaServiceEventHashCode" minOccurs="0"/>
                <xsd:element ref="ns2:MediaServiceOCR"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40616bc-97d8-4036-b73c-f1159cf9a11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1" nillable="true" ma:taxonomy="true" ma:internalName="lcf76f155ced4ddcb4097134ff3c332f" ma:taxonomyFieldName="MediaServiceImageTags" ma:displayName="Image Tags" ma:readOnly="false" ma:fieldId="{5cf76f15-5ced-4ddc-b409-7134ff3c332f}" ma:taxonomyMulti="true" ma:sspId="5e4b810a-4ca5-4554-a285-c63db1055c36" ma:termSetId="09814cd3-568e-fe90-9814-8d621ff8fb84" ma:anchorId="fba54fb3-c3e1-fe81-a776-ca4b69148c4d" ma:open="true" ma:isKeyword="false">
      <xsd:complexType>
        <xsd:sequence>
          <xsd:element ref="pc:Terms" minOccurs="0" maxOccurs="1"/>
        </xsd:sequence>
      </xsd:complex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DateTaken" ma:index="16"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10dc964-d3a4-4cd1-baa2-4a9a21ccf560" elementFormDefault="qualified">
    <xsd:import namespace="http://schemas.microsoft.com/office/2006/documentManagement/types"/>
    <xsd:import namespace="http://schemas.microsoft.com/office/infopath/2007/PartnerControls"/>
    <xsd:element name="TaxCatchAll" ma:index="12" nillable="true" ma:displayName="Taxonomy Catch All Column" ma:hidden="true" ma:list="{e09e3e0f-23d1-4cca-ac4e-507e7f248c79}" ma:internalName="TaxCatchAll" ma:showField="CatchAllData" ma:web="a10dc964-d3a4-4cd1-baa2-4a9a21ccf56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a10dc964-d3a4-4cd1-baa2-4a9a21ccf560" xsi:nil="true"/>
    <lcf76f155ced4ddcb4097134ff3c332f xmlns="f40616bc-97d8-4036-b73c-f1159cf9a11f">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111C7B40-2478-4DD2-971D-A406DC34DBF6}">
  <ds:schemaRefs>
    <ds:schemaRef ds:uri="http://schemas.microsoft.com/sharepoint/v3/contenttype/forms"/>
  </ds:schemaRefs>
</ds:datastoreItem>
</file>

<file path=customXml/itemProps2.xml><?xml version="1.0" encoding="utf-8"?>
<ds:datastoreItem xmlns:ds="http://schemas.openxmlformats.org/officeDocument/2006/customXml" ds:itemID="{2AF5F0E4-9E30-484E-9BA8-61CAD3B3578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40616bc-97d8-4036-b73c-f1159cf9a11f"/>
    <ds:schemaRef ds:uri="a10dc964-d3a4-4cd1-baa2-4a9a21ccf56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98AE3A87-9B07-4F97-AF78-B5733A8E17B9}">
  <ds:schemaRefs>
    <ds:schemaRef ds:uri="http://schemas.microsoft.com/office/2006/metadata/properties"/>
    <ds:schemaRef ds:uri="http://schemas.microsoft.com/office/infopath/2007/PartnerControls"/>
    <ds:schemaRef ds:uri="a10dc964-d3a4-4cd1-baa2-4a9a21ccf560"/>
    <ds:schemaRef ds:uri="f40616bc-97d8-4036-b73c-f1159cf9a11f"/>
  </ds:schemaRefs>
</ds:datastoreItem>
</file>

<file path=docProps/app.xml><?xml version="1.0" encoding="utf-8"?>
<Properties xmlns="http://schemas.openxmlformats.org/officeDocument/2006/extended-properties" xmlns:vt="http://schemas.openxmlformats.org/officeDocument/2006/docPropsVTypes">
  <TotalTime>5017</TotalTime>
  <Words>680</Words>
  <Application>Microsoft Office PowerPoint</Application>
  <PresentationFormat>Widescreen</PresentationFormat>
  <Paragraphs>96</Paragraphs>
  <Slides>15</Slides>
  <Notes>2</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15</vt:i4>
      </vt:variant>
    </vt:vector>
  </HeadingPairs>
  <TitlesOfParts>
    <vt:vector size="25" baseType="lpstr">
      <vt:lpstr>Calibri</vt:lpstr>
      <vt:lpstr>Verdana</vt:lpstr>
      <vt:lpstr>IBM Plex Sans</vt:lpstr>
      <vt:lpstr>Trebuchet MS</vt:lpstr>
      <vt:lpstr>Arial Black</vt:lpstr>
      <vt:lpstr>Averta</vt:lpstr>
      <vt:lpstr>Arial</vt:lpstr>
      <vt:lpstr>Averta Extrabold</vt:lpstr>
      <vt:lpstr>Office Theme</vt:lpstr>
      <vt:lpstr>1_Office Theme</vt:lpstr>
      <vt:lpstr>Automating Report Solution for a Leading Equipment Manufacturer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Prezantim</dc:creator>
  <cp:lastModifiedBy>murali babu</cp:lastModifiedBy>
  <cp:revision>104</cp:revision>
  <dcterms:created xsi:type="dcterms:W3CDTF">2021-05-31T03:46:33Z</dcterms:created>
  <dcterms:modified xsi:type="dcterms:W3CDTF">2023-05-13T15:36:08Z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0x01010050DDAD95EA9974439D4EEABBC9AE5784</vt:lpwstr>
  </property>
  <property fmtid="{D5CDD505-2E9C-101B-9397-08002B2CF9AE}" pid="3" name="MediaServiceImageTags">
    <vt:lpwstr/>
  </property>
</Properties>
</file>