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7" r:id="rId2"/>
  </p:sldMasterIdLst>
  <p:notesMasterIdLst>
    <p:notesMasterId r:id="rId6"/>
  </p:notesMasterIdLst>
  <p:sldIdLst>
    <p:sldId id="310" r:id="rId3"/>
    <p:sldId id="306" r:id="rId4"/>
    <p:sldId id="312" r:id="rId5"/>
  </p:sldIdLst>
  <p:sldSz cx="14630400" cy="8229600"/>
  <p:notesSz cx="14630400" cy="82296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IBM Plex Mono SemiBold" panose="020B0709050203000203" pitchFamily="49" charset="0"/>
      <p:regular r:id="rId11"/>
      <p:bold r:id="rId12"/>
      <p:italic r:id="rId13"/>
      <p:boldItalic r:id="rId14"/>
    </p:embeddedFon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IBM Plex Sans Light" panose="020B0403050203000203" pitchFamily="34" charset="0"/>
      <p:regular r:id="rId19"/>
      <p:bold r:id="rId20"/>
      <p:italic r:id="rId21"/>
      <p:boldItalic r:id="rId22"/>
    </p:embeddedFont>
    <p:embeddedFont>
      <p:font typeface="IBM Plex Sans Medium" panose="020B0603050203000203" pitchFamily="34" charset="0"/>
      <p:regular r:id="rId23"/>
      <p:bold r:id="rId24"/>
      <p:italic r:id="rId25"/>
      <p:boldItalic r:id="rId26"/>
    </p:embeddedFont>
    <p:embeddedFont>
      <p:font typeface="IBM Plex Sans SemiBold" panose="020B0703050203000203" pitchFamily="34" charset="0"/>
      <p:regular r:id="rId27"/>
      <p:bold r:id="rId28"/>
      <p:italic r:id="rId29"/>
      <p:boldItalic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883B67-7095-4A85-AE94-D45B568B7AE8}">
          <p14:sldIdLst>
            <p14:sldId id="310"/>
            <p14:sldId id="306"/>
            <p14:sldId id="312"/>
          </p14:sldIdLst>
        </p14:section>
        <p14:section name="Untitled Section" id="{3B93CCEF-F168-4E57-B04B-2FE9B146078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9DAB"/>
    <a:srgbClr val="CC3300"/>
    <a:srgbClr val="13DFFB"/>
    <a:srgbClr val="F6D33C"/>
    <a:srgbClr val="FF7C80"/>
    <a:srgbClr val="FF66CC"/>
    <a:srgbClr val="3BF185"/>
    <a:srgbClr val="82C7E2"/>
    <a:srgbClr val="ED5A1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D01E6-9351-4CE8-8266-B094E59D9E7D}" v="43" dt="2023-03-06T16:20:25.2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3883" autoAdjust="0"/>
  </p:normalViewPr>
  <p:slideViewPr>
    <p:cSldViewPr>
      <p:cViewPr>
        <p:scale>
          <a:sx n="120" d="100"/>
          <a:sy n="120" d="100"/>
        </p:scale>
        <p:origin x="-108" y="-768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9" Type="http://schemas.openxmlformats.org/officeDocument/2006/relationships/presProps" Target="presProps.xml"/><Relationship Id="rId21" Type="http://schemas.openxmlformats.org/officeDocument/2006/relationships/font" Target="fonts/font15.fntdata"/><Relationship Id="rId34" Type="http://schemas.openxmlformats.org/officeDocument/2006/relationships/font" Target="fonts/font28.fntdata"/><Relationship Id="rId42" Type="http://schemas.openxmlformats.org/officeDocument/2006/relationships/tableStyles" Target="tableStyles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font" Target="fonts/font2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32" Type="http://schemas.openxmlformats.org/officeDocument/2006/relationships/font" Target="fonts/font26.fntdata"/><Relationship Id="rId37" Type="http://schemas.openxmlformats.org/officeDocument/2006/relationships/font" Target="fonts/font31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font" Target="fonts/font22.fntdata"/><Relationship Id="rId36" Type="http://schemas.openxmlformats.org/officeDocument/2006/relationships/font" Target="fonts/font30.fntdata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font" Target="fonts/font25.fntdata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font" Target="fonts/font24.fntdata"/><Relationship Id="rId35" Type="http://schemas.openxmlformats.org/officeDocument/2006/relationships/font" Target="fonts/font29.fntdata"/><Relationship Id="rId43" Type="http://schemas.microsoft.com/office/2016/11/relationships/changesInfo" Target="changesInfos/changesInfo1.xml"/><Relationship Id="rId8" Type="http://schemas.openxmlformats.org/officeDocument/2006/relationships/font" Target="fonts/font2.fntdata"/><Relationship Id="rId3" Type="http://schemas.openxmlformats.org/officeDocument/2006/relationships/slide" Target="slides/slide1.xml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33" Type="http://schemas.openxmlformats.org/officeDocument/2006/relationships/font" Target="fonts/font27.fntdata"/><Relationship Id="rId38" Type="http://schemas.openxmlformats.org/officeDocument/2006/relationships/font" Target="fonts/font3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shekar Atchi" userId="2ebe584e-20f3-4d5b-9cd4-f56557b1c32b" providerId="ADAL" clId="{70ED01E6-9351-4CE8-8266-B094E59D9E7D}"/>
    <pc:docChg chg="undo custSel addSld delSld modSld sldOrd modMainMaster">
      <pc:chgData name="Rajashekar Atchi" userId="2ebe584e-20f3-4d5b-9cd4-f56557b1c32b" providerId="ADAL" clId="{70ED01E6-9351-4CE8-8266-B094E59D9E7D}" dt="2023-03-06T16:20:25.284" v="2118"/>
      <pc:docMkLst>
        <pc:docMk/>
      </pc:docMkLst>
      <pc:sldChg chg="modSp mod">
        <pc:chgData name="Rajashekar Atchi" userId="2ebe584e-20f3-4d5b-9cd4-f56557b1c32b" providerId="ADAL" clId="{70ED01E6-9351-4CE8-8266-B094E59D9E7D}" dt="2023-03-06T15:53:34.700" v="1969" actId="20577"/>
        <pc:sldMkLst>
          <pc:docMk/>
          <pc:sldMk cId="0" sldId="258"/>
        </pc:sldMkLst>
        <pc:spChg chg="mod">
          <ac:chgData name="Rajashekar Atchi" userId="2ebe584e-20f3-4d5b-9cd4-f56557b1c32b" providerId="ADAL" clId="{70ED01E6-9351-4CE8-8266-B094E59D9E7D}" dt="2023-03-06T15:53:34.700" v="1969" actId="20577"/>
          <ac:spMkLst>
            <pc:docMk/>
            <pc:sldMk cId="0" sldId="258"/>
            <ac:spMk id="23" creationId="{49D81003-121D-D3EB-D054-3F20B5006966}"/>
          </ac:spMkLst>
        </pc:spChg>
        <pc:spChg chg="mod">
          <ac:chgData name="Rajashekar Atchi" userId="2ebe584e-20f3-4d5b-9cd4-f56557b1c32b" providerId="ADAL" clId="{70ED01E6-9351-4CE8-8266-B094E59D9E7D}" dt="2023-03-06T15:53:26.733" v="1967" actId="14100"/>
          <ac:spMkLst>
            <pc:docMk/>
            <pc:sldMk cId="0" sldId="258"/>
            <ac:spMk id="1191" creationId="{12BE68F4-17D4-8376-B736-B8B038B02D33}"/>
          </ac:spMkLst>
        </pc:spChg>
      </pc:sldChg>
      <pc:sldChg chg="modSp mod">
        <pc:chgData name="Rajashekar Atchi" userId="2ebe584e-20f3-4d5b-9cd4-f56557b1c32b" providerId="ADAL" clId="{70ED01E6-9351-4CE8-8266-B094E59D9E7D}" dt="2023-03-06T15:05:40.447" v="131" actId="20577"/>
        <pc:sldMkLst>
          <pc:docMk/>
          <pc:sldMk cId="0" sldId="261"/>
        </pc:sldMkLst>
        <pc:spChg chg="mod">
          <ac:chgData name="Rajashekar Atchi" userId="2ebe584e-20f3-4d5b-9cd4-f56557b1c32b" providerId="ADAL" clId="{70ED01E6-9351-4CE8-8266-B094E59D9E7D}" dt="2023-03-06T15:05:40.447" v="131" actId="20577"/>
          <ac:spMkLst>
            <pc:docMk/>
            <pc:sldMk cId="0" sldId="261"/>
            <ac:spMk id="1279" creationId="{00000000-0000-0000-0000-000000000000}"/>
          </ac:spMkLst>
        </pc:spChg>
      </pc:sldChg>
      <pc:sldChg chg="del">
        <pc:chgData name="Rajashekar Atchi" userId="2ebe584e-20f3-4d5b-9cd4-f56557b1c32b" providerId="ADAL" clId="{70ED01E6-9351-4CE8-8266-B094E59D9E7D}" dt="2023-03-06T15:12:28.051" v="297" actId="47"/>
        <pc:sldMkLst>
          <pc:docMk/>
          <pc:sldMk cId="836565125" sldId="271"/>
        </pc:sldMkLst>
      </pc:sldChg>
      <pc:sldChg chg="addSp delSp modSp mod ord">
        <pc:chgData name="Rajashekar Atchi" userId="2ebe584e-20f3-4d5b-9cd4-f56557b1c32b" providerId="ADAL" clId="{70ED01E6-9351-4CE8-8266-B094E59D9E7D}" dt="2023-03-06T16:19:13.111" v="2117" actId="1076"/>
        <pc:sldMkLst>
          <pc:docMk/>
          <pc:sldMk cId="3775536675" sldId="273"/>
        </pc:sldMkLst>
        <pc:spChg chg="add del">
          <ac:chgData name="Rajashekar Atchi" userId="2ebe584e-20f3-4d5b-9cd4-f56557b1c32b" providerId="ADAL" clId="{70ED01E6-9351-4CE8-8266-B094E59D9E7D}" dt="2023-03-06T14:55:59.905" v="34" actId="478"/>
          <ac:spMkLst>
            <pc:docMk/>
            <pc:sldMk cId="3775536675" sldId="273"/>
            <ac:spMk id="2" creationId="{ED82EDF6-6EB7-D5CD-23CD-3DA5353F2FAE}"/>
          </ac:spMkLst>
        </pc:spChg>
        <pc:spChg chg="mod">
          <ac:chgData name="Rajashekar Atchi" userId="2ebe584e-20f3-4d5b-9cd4-f56557b1c32b" providerId="ADAL" clId="{70ED01E6-9351-4CE8-8266-B094E59D9E7D}" dt="2023-03-06T15:49:25.780" v="1881" actId="108"/>
          <ac:spMkLst>
            <pc:docMk/>
            <pc:sldMk cId="3775536675" sldId="273"/>
            <ac:spMk id="3" creationId="{602B8779-B74B-DDA1-2423-FF13C117D41C}"/>
          </ac:spMkLst>
        </pc:spChg>
        <pc:spChg chg="del">
          <ac:chgData name="Rajashekar Atchi" userId="2ebe584e-20f3-4d5b-9cd4-f56557b1c32b" providerId="ADAL" clId="{70ED01E6-9351-4CE8-8266-B094E59D9E7D}" dt="2023-03-06T15:29:49.868" v="982" actId="478"/>
          <ac:spMkLst>
            <pc:docMk/>
            <pc:sldMk cId="3775536675" sldId="273"/>
            <ac:spMk id="7" creationId="{F683F824-0F47-F6CE-A2FA-F40C8607446D}"/>
          </ac:spMkLst>
        </pc:spChg>
        <pc:spChg chg="mod">
          <ac:chgData name="Rajashekar Atchi" userId="2ebe584e-20f3-4d5b-9cd4-f56557b1c32b" providerId="ADAL" clId="{70ED01E6-9351-4CE8-8266-B094E59D9E7D}" dt="2023-03-06T15:47:16.857" v="1829" actId="20577"/>
          <ac:spMkLst>
            <pc:docMk/>
            <pc:sldMk cId="3775536675" sldId="273"/>
            <ac:spMk id="8" creationId="{692A0C3A-4A94-7653-ACB6-E7F1288BC918}"/>
          </ac:spMkLst>
        </pc:spChg>
        <pc:spChg chg="del">
          <ac:chgData name="Rajashekar Atchi" userId="2ebe584e-20f3-4d5b-9cd4-f56557b1c32b" providerId="ADAL" clId="{70ED01E6-9351-4CE8-8266-B094E59D9E7D}" dt="2023-03-06T15:29:52.823" v="983" actId="478"/>
          <ac:spMkLst>
            <pc:docMk/>
            <pc:sldMk cId="3775536675" sldId="273"/>
            <ac:spMk id="9" creationId="{919468E3-E815-202F-EAEB-0E4F650B5246}"/>
          </ac:spMkLst>
        </pc:spChg>
        <pc:spChg chg="mod">
          <ac:chgData name="Rajashekar Atchi" userId="2ebe584e-20f3-4d5b-9cd4-f56557b1c32b" providerId="ADAL" clId="{70ED01E6-9351-4CE8-8266-B094E59D9E7D}" dt="2023-03-06T15:13:47.768" v="322" actId="6549"/>
          <ac:spMkLst>
            <pc:docMk/>
            <pc:sldMk cId="3775536675" sldId="273"/>
            <ac:spMk id="11" creationId="{00000000-0000-0000-0000-000000000000}"/>
          </ac:spMkLst>
        </pc:spChg>
        <pc:picChg chg="del">
          <ac:chgData name="Rajashekar Atchi" userId="2ebe584e-20f3-4d5b-9cd4-f56557b1c32b" providerId="ADAL" clId="{70ED01E6-9351-4CE8-8266-B094E59D9E7D}" dt="2023-03-06T14:55:56.071" v="32" actId="478"/>
          <ac:picMkLst>
            <pc:docMk/>
            <pc:sldMk cId="3775536675" sldId="273"/>
            <ac:picMk id="4" creationId="{996EA312-BA7A-41FF-417E-81D8EEF6A5B9}"/>
          </ac:picMkLst>
        </pc:picChg>
        <pc:picChg chg="add del mod">
          <ac:chgData name="Rajashekar Atchi" userId="2ebe584e-20f3-4d5b-9cd4-f56557b1c32b" providerId="ADAL" clId="{70ED01E6-9351-4CE8-8266-B094E59D9E7D}" dt="2023-03-06T15:51:13.948" v="1909" actId="21"/>
          <ac:picMkLst>
            <pc:docMk/>
            <pc:sldMk cId="3775536675" sldId="273"/>
            <ac:picMk id="6" creationId="{08C55CF9-ACD8-8347-C06B-EE12277EBEF1}"/>
          </ac:picMkLst>
        </pc:picChg>
        <pc:picChg chg="add mod">
          <ac:chgData name="Rajashekar Atchi" userId="2ebe584e-20f3-4d5b-9cd4-f56557b1c32b" providerId="ADAL" clId="{70ED01E6-9351-4CE8-8266-B094E59D9E7D}" dt="2023-03-06T16:19:13.111" v="2117" actId="1076"/>
          <ac:picMkLst>
            <pc:docMk/>
            <pc:sldMk cId="3775536675" sldId="273"/>
            <ac:picMk id="1028" creationId="{465C57C7-180B-804D-BEC5-9B9B42704F7C}"/>
          </ac:picMkLst>
        </pc:picChg>
      </pc:sldChg>
      <pc:sldChg chg="del">
        <pc:chgData name="Rajashekar Atchi" userId="2ebe584e-20f3-4d5b-9cd4-f56557b1c32b" providerId="ADAL" clId="{70ED01E6-9351-4CE8-8266-B094E59D9E7D}" dt="2023-03-06T15:55:05.678" v="1988" actId="47"/>
        <pc:sldMkLst>
          <pc:docMk/>
          <pc:sldMk cId="2843431937" sldId="275"/>
        </pc:sldMkLst>
      </pc:sldChg>
      <pc:sldChg chg="del">
        <pc:chgData name="Rajashekar Atchi" userId="2ebe584e-20f3-4d5b-9cd4-f56557b1c32b" providerId="ADAL" clId="{70ED01E6-9351-4CE8-8266-B094E59D9E7D}" dt="2023-03-06T15:55:06.582" v="1989" actId="47"/>
        <pc:sldMkLst>
          <pc:docMk/>
          <pc:sldMk cId="4128688370" sldId="276"/>
        </pc:sldMkLst>
      </pc:sldChg>
      <pc:sldChg chg="del">
        <pc:chgData name="Rajashekar Atchi" userId="2ebe584e-20f3-4d5b-9cd4-f56557b1c32b" providerId="ADAL" clId="{70ED01E6-9351-4CE8-8266-B094E59D9E7D}" dt="2023-03-06T15:55:07.483" v="1990" actId="47"/>
        <pc:sldMkLst>
          <pc:docMk/>
          <pc:sldMk cId="2987681781" sldId="277"/>
        </pc:sldMkLst>
      </pc:sldChg>
      <pc:sldChg chg="del">
        <pc:chgData name="Rajashekar Atchi" userId="2ebe584e-20f3-4d5b-9cd4-f56557b1c32b" providerId="ADAL" clId="{70ED01E6-9351-4CE8-8266-B094E59D9E7D}" dt="2023-03-06T15:55:09.173" v="1991" actId="47"/>
        <pc:sldMkLst>
          <pc:docMk/>
          <pc:sldMk cId="2787577456" sldId="278"/>
        </pc:sldMkLst>
      </pc:sldChg>
      <pc:sldChg chg="addSp modSp mod">
        <pc:chgData name="Rajashekar Atchi" userId="2ebe584e-20f3-4d5b-9cd4-f56557b1c32b" providerId="ADAL" clId="{70ED01E6-9351-4CE8-8266-B094E59D9E7D}" dt="2023-03-06T15:54:49.453" v="1987" actId="1076"/>
        <pc:sldMkLst>
          <pc:docMk/>
          <pc:sldMk cId="1837185926" sldId="292"/>
        </pc:sldMkLst>
        <pc:spChg chg="add mod">
          <ac:chgData name="Rajashekar Atchi" userId="2ebe584e-20f3-4d5b-9cd4-f56557b1c32b" providerId="ADAL" clId="{70ED01E6-9351-4CE8-8266-B094E59D9E7D}" dt="2023-03-06T15:54:49.453" v="1987" actId="1076"/>
          <ac:spMkLst>
            <pc:docMk/>
            <pc:sldMk cId="1837185926" sldId="292"/>
            <ac:spMk id="2" creationId="{E36EDF5F-90B1-AB48-D224-38749FFF23AF}"/>
          </ac:spMkLst>
        </pc:spChg>
        <pc:spChg chg="mod">
          <ac:chgData name="Rajashekar Atchi" userId="2ebe584e-20f3-4d5b-9cd4-f56557b1c32b" providerId="ADAL" clId="{70ED01E6-9351-4CE8-8266-B094E59D9E7D}" dt="2023-03-06T15:54:32.939" v="1983" actId="1076"/>
          <ac:spMkLst>
            <pc:docMk/>
            <pc:sldMk cId="1837185926" sldId="292"/>
            <ac:spMk id="16" creationId="{00000000-0000-0000-0000-000000000000}"/>
          </ac:spMkLst>
        </pc:spChg>
        <pc:spChg chg="mod">
          <ac:chgData name="Rajashekar Atchi" userId="2ebe584e-20f3-4d5b-9cd4-f56557b1c32b" providerId="ADAL" clId="{70ED01E6-9351-4CE8-8266-B094E59D9E7D}" dt="2023-03-06T15:54:23.701" v="1979" actId="1076"/>
          <ac:spMkLst>
            <pc:docMk/>
            <pc:sldMk cId="1837185926" sldId="292"/>
            <ac:spMk id="44" creationId="{00000000-0000-0000-0000-000000000000}"/>
          </ac:spMkLst>
        </pc:spChg>
        <pc:grpChg chg="mod">
          <ac:chgData name="Rajashekar Atchi" userId="2ebe584e-20f3-4d5b-9cd4-f56557b1c32b" providerId="ADAL" clId="{70ED01E6-9351-4CE8-8266-B094E59D9E7D}" dt="2023-03-06T15:54:42.069" v="1985" actId="1076"/>
          <ac:grpSpMkLst>
            <pc:docMk/>
            <pc:sldMk cId="1837185926" sldId="292"/>
            <ac:grpSpMk id="8" creationId="{00000000-0000-0000-0000-000000000000}"/>
          </ac:grpSpMkLst>
        </pc:grpChg>
        <pc:picChg chg="mod">
          <ac:chgData name="Rajashekar Atchi" userId="2ebe584e-20f3-4d5b-9cd4-f56557b1c32b" providerId="ADAL" clId="{70ED01E6-9351-4CE8-8266-B094E59D9E7D}" dt="2023-03-06T15:54:16.623" v="1977" actId="1076"/>
          <ac:picMkLst>
            <pc:docMk/>
            <pc:sldMk cId="1837185926" sldId="292"/>
            <ac:picMk id="4" creationId="{8E611218-B8C2-095F-DA29-2FFEC0BB15DA}"/>
          </ac:picMkLst>
        </pc:picChg>
        <pc:picChg chg="mod">
          <ac:chgData name="Rajashekar Atchi" userId="2ebe584e-20f3-4d5b-9cd4-f56557b1c32b" providerId="ADAL" clId="{70ED01E6-9351-4CE8-8266-B094E59D9E7D}" dt="2023-03-06T15:54:14.726" v="1976" actId="1076"/>
          <ac:picMkLst>
            <pc:docMk/>
            <pc:sldMk cId="1837185926" sldId="292"/>
            <ac:picMk id="45" creationId="{1AC5D8D3-1461-C925-F9EB-896EBF204716}"/>
          </ac:picMkLst>
        </pc:picChg>
      </pc:sldChg>
      <pc:sldChg chg="modSp mod">
        <pc:chgData name="Rajashekar Atchi" userId="2ebe584e-20f3-4d5b-9cd4-f56557b1c32b" providerId="ADAL" clId="{70ED01E6-9351-4CE8-8266-B094E59D9E7D}" dt="2023-03-06T15:05:08.144" v="123" actId="20577"/>
        <pc:sldMkLst>
          <pc:docMk/>
          <pc:sldMk cId="382135687" sldId="294"/>
        </pc:sldMkLst>
        <pc:spChg chg="mod">
          <ac:chgData name="Rajashekar Atchi" userId="2ebe584e-20f3-4d5b-9cd4-f56557b1c32b" providerId="ADAL" clId="{70ED01E6-9351-4CE8-8266-B094E59D9E7D}" dt="2023-03-06T15:05:08.144" v="123" actId="20577"/>
          <ac:spMkLst>
            <pc:docMk/>
            <pc:sldMk cId="382135687" sldId="294"/>
            <ac:spMk id="10" creationId="{AD3616C3-54E7-BAE1-2980-A576E17B969B}"/>
          </ac:spMkLst>
        </pc:spChg>
        <pc:spChg chg="mod">
          <ac:chgData name="Rajashekar Atchi" userId="2ebe584e-20f3-4d5b-9cd4-f56557b1c32b" providerId="ADAL" clId="{70ED01E6-9351-4CE8-8266-B094E59D9E7D}" dt="2023-03-06T15:04:35.966" v="111" actId="20577"/>
          <ac:spMkLst>
            <pc:docMk/>
            <pc:sldMk cId="382135687" sldId="294"/>
            <ac:spMk id="30" creationId="{5D6FD2C3-ABCF-7942-133C-F2BE1DA337E8}"/>
          </ac:spMkLst>
        </pc:spChg>
      </pc:sldChg>
      <pc:sldChg chg="addSp delSp modSp mod">
        <pc:chgData name="Rajashekar Atchi" userId="2ebe584e-20f3-4d5b-9cd4-f56557b1c32b" providerId="ADAL" clId="{70ED01E6-9351-4CE8-8266-B094E59D9E7D}" dt="2023-03-06T16:17:30.697" v="2112" actId="14100"/>
        <pc:sldMkLst>
          <pc:docMk/>
          <pc:sldMk cId="2257515749" sldId="295"/>
        </pc:sldMkLst>
        <pc:spChg chg="add mod">
          <ac:chgData name="Rajashekar Atchi" userId="2ebe584e-20f3-4d5b-9cd4-f56557b1c32b" providerId="ADAL" clId="{70ED01E6-9351-4CE8-8266-B094E59D9E7D}" dt="2023-03-06T16:14:46.551" v="2073" actId="14100"/>
          <ac:spMkLst>
            <pc:docMk/>
            <pc:sldMk cId="2257515749" sldId="295"/>
            <ac:spMk id="3" creationId="{B95285EF-715D-382C-70C6-5DAB3E6B1439}"/>
          </ac:spMkLst>
        </pc:spChg>
        <pc:spChg chg="add del mod">
          <ac:chgData name="Rajashekar Atchi" userId="2ebe584e-20f3-4d5b-9cd4-f56557b1c32b" providerId="ADAL" clId="{70ED01E6-9351-4CE8-8266-B094E59D9E7D}" dt="2023-03-06T16:13:32.193" v="2050" actId="12084"/>
          <ac:spMkLst>
            <pc:docMk/>
            <pc:sldMk cId="2257515749" sldId="295"/>
            <ac:spMk id="8" creationId="{8CC98D36-AD1E-1FE8-599F-173756576936}"/>
          </ac:spMkLst>
        </pc:spChg>
        <pc:spChg chg="add mod">
          <ac:chgData name="Rajashekar Atchi" userId="2ebe584e-20f3-4d5b-9cd4-f56557b1c32b" providerId="ADAL" clId="{70ED01E6-9351-4CE8-8266-B094E59D9E7D}" dt="2023-03-06T16:16:10.594" v="2091" actId="208"/>
          <ac:spMkLst>
            <pc:docMk/>
            <pc:sldMk cId="2257515749" sldId="295"/>
            <ac:spMk id="10" creationId="{AA1592C2-5F0D-0362-E93D-7694B0FE082C}"/>
          </ac:spMkLst>
        </pc:spChg>
        <pc:spChg chg="mod">
          <ac:chgData name="Rajashekar Atchi" userId="2ebe584e-20f3-4d5b-9cd4-f56557b1c32b" providerId="ADAL" clId="{70ED01E6-9351-4CE8-8266-B094E59D9E7D}" dt="2023-03-06T16:14:39.078" v="2071" actId="1076"/>
          <ac:spMkLst>
            <pc:docMk/>
            <pc:sldMk cId="2257515749" sldId="295"/>
            <ac:spMk id="15" creationId="{00000000-0000-0000-0000-000000000000}"/>
          </ac:spMkLst>
        </pc:spChg>
        <pc:spChg chg="add mod">
          <ac:chgData name="Rajashekar Atchi" userId="2ebe584e-20f3-4d5b-9cd4-f56557b1c32b" providerId="ADAL" clId="{70ED01E6-9351-4CE8-8266-B094E59D9E7D}" dt="2023-03-06T16:17:16.780" v="2108" actId="208"/>
          <ac:spMkLst>
            <pc:docMk/>
            <pc:sldMk cId="2257515749" sldId="295"/>
            <ac:spMk id="19" creationId="{277CA886-FE19-9F7F-4B75-295FA5FE14D9}"/>
          </ac:spMkLst>
        </pc:spChg>
        <pc:graphicFrameChg chg="add mod modGraphic">
          <ac:chgData name="Rajashekar Atchi" userId="2ebe584e-20f3-4d5b-9cd4-f56557b1c32b" providerId="ADAL" clId="{70ED01E6-9351-4CE8-8266-B094E59D9E7D}" dt="2023-03-06T16:15:36.370" v="2086" actId="113"/>
          <ac:graphicFrameMkLst>
            <pc:docMk/>
            <pc:sldMk cId="2257515749" sldId="295"/>
            <ac:graphicFrameMk id="9" creationId="{C9793D40-ED4E-E15C-2003-44DA283F9613}"/>
          </ac:graphicFrameMkLst>
        </pc:graphicFrameChg>
        <pc:picChg chg="add del mod">
          <ac:chgData name="Rajashekar Atchi" userId="2ebe584e-20f3-4d5b-9cd4-f56557b1c32b" providerId="ADAL" clId="{70ED01E6-9351-4CE8-8266-B094E59D9E7D}" dt="2023-03-06T15:57:12.150" v="2037" actId="478"/>
          <ac:picMkLst>
            <pc:docMk/>
            <pc:sldMk cId="2257515749" sldId="295"/>
            <ac:picMk id="2" creationId="{2B5DE278-2D4C-54FB-C2E1-9D09AE99E1DE}"/>
          </ac:picMkLst>
        </pc:picChg>
        <pc:picChg chg="add del mod">
          <ac:chgData name="Rajashekar Atchi" userId="2ebe584e-20f3-4d5b-9cd4-f56557b1c32b" providerId="ADAL" clId="{70ED01E6-9351-4CE8-8266-B094E59D9E7D}" dt="2023-03-06T15:59:33.973" v="2047" actId="478"/>
          <ac:picMkLst>
            <pc:docMk/>
            <pc:sldMk cId="2257515749" sldId="295"/>
            <ac:picMk id="6" creationId="{1B0A0439-191A-A602-51BB-6AC103B97529}"/>
          </ac:picMkLst>
        </pc:picChg>
        <pc:cxnChg chg="add del mod">
          <ac:chgData name="Rajashekar Atchi" userId="2ebe584e-20f3-4d5b-9cd4-f56557b1c32b" providerId="ADAL" clId="{70ED01E6-9351-4CE8-8266-B094E59D9E7D}" dt="2023-03-06T16:16:21.289" v="2094" actId="478"/>
          <ac:cxnSpMkLst>
            <pc:docMk/>
            <pc:sldMk cId="2257515749" sldId="295"/>
            <ac:cxnSpMk id="12" creationId="{A0C75D50-30EC-4CEB-E271-0F0D96AC5189}"/>
          </ac:cxnSpMkLst>
        </pc:cxnChg>
        <pc:cxnChg chg="add mod">
          <ac:chgData name="Rajashekar Atchi" userId="2ebe584e-20f3-4d5b-9cd4-f56557b1c32b" providerId="ADAL" clId="{70ED01E6-9351-4CE8-8266-B094E59D9E7D}" dt="2023-03-06T16:16:47.337" v="2101" actId="13822"/>
          <ac:cxnSpMkLst>
            <pc:docMk/>
            <pc:sldMk cId="2257515749" sldId="295"/>
            <ac:cxnSpMk id="17" creationId="{9C80B489-D498-48BE-B1DD-D1C4F8BFECA8}"/>
          </ac:cxnSpMkLst>
        </pc:cxnChg>
        <pc:cxnChg chg="add mod">
          <ac:chgData name="Rajashekar Atchi" userId="2ebe584e-20f3-4d5b-9cd4-f56557b1c32b" providerId="ADAL" clId="{70ED01E6-9351-4CE8-8266-B094E59D9E7D}" dt="2023-03-06T16:17:30.697" v="2112" actId="14100"/>
          <ac:cxnSpMkLst>
            <pc:docMk/>
            <pc:sldMk cId="2257515749" sldId="295"/>
            <ac:cxnSpMk id="20" creationId="{9A7A2764-7835-E697-27A4-07B1B61BC608}"/>
          </ac:cxnSpMkLst>
        </pc:cxnChg>
      </pc:sldChg>
      <pc:sldChg chg="modSp add del mod">
        <pc:chgData name="Rajashekar Atchi" userId="2ebe584e-20f3-4d5b-9cd4-f56557b1c32b" providerId="ADAL" clId="{70ED01E6-9351-4CE8-8266-B094E59D9E7D}" dt="2023-03-06T14:57:53.840" v="50" actId="47"/>
        <pc:sldMkLst>
          <pc:docMk/>
          <pc:sldMk cId="1667766753" sldId="299"/>
        </pc:sldMkLst>
        <pc:picChg chg="mod modCrop">
          <ac:chgData name="Rajashekar Atchi" userId="2ebe584e-20f3-4d5b-9cd4-f56557b1c32b" providerId="ADAL" clId="{70ED01E6-9351-4CE8-8266-B094E59D9E7D}" dt="2023-03-06T14:57:49.896" v="49" actId="732"/>
          <ac:picMkLst>
            <pc:docMk/>
            <pc:sldMk cId="1667766753" sldId="299"/>
            <ac:picMk id="4" creationId="{83F41E14-21EF-365D-06EB-0539A3D8C199}"/>
          </ac:picMkLst>
        </pc:picChg>
      </pc:sldChg>
      <pc:sldChg chg="new del">
        <pc:chgData name="Rajashekar Atchi" userId="2ebe584e-20f3-4d5b-9cd4-f56557b1c32b" providerId="ADAL" clId="{70ED01E6-9351-4CE8-8266-B094E59D9E7D}" dt="2023-03-06T13:38:09.872" v="2" actId="47"/>
        <pc:sldMkLst>
          <pc:docMk/>
          <pc:sldMk cId="1230601441" sldId="300"/>
        </pc:sldMkLst>
      </pc:sldChg>
      <pc:sldChg chg="addSp delSp modSp new del mod">
        <pc:chgData name="Rajashekar Atchi" userId="2ebe584e-20f3-4d5b-9cd4-f56557b1c32b" providerId="ADAL" clId="{70ED01E6-9351-4CE8-8266-B094E59D9E7D}" dt="2023-03-06T15:12:31.296" v="298" actId="47"/>
        <pc:sldMkLst>
          <pc:docMk/>
          <pc:sldMk cId="2086780678" sldId="300"/>
        </pc:sldMkLst>
        <pc:spChg chg="del">
          <ac:chgData name="Rajashekar Atchi" userId="2ebe584e-20f3-4d5b-9cd4-f56557b1c32b" providerId="ADAL" clId="{70ED01E6-9351-4CE8-8266-B094E59D9E7D}" dt="2023-03-06T13:40:17.192" v="24" actId="478"/>
          <ac:spMkLst>
            <pc:docMk/>
            <pc:sldMk cId="2086780678" sldId="300"/>
            <ac:spMk id="2" creationId="{418700FF-CDA1-FC02-9A43-37B25F54737F}"/>
          </ac:spMkLst>
        </pc:spChg>
        <pc:spChg chg="del">
          <ac:chgData name="Rajashekar Atchi" userId="2ebe584e-20f3-4d5b-9cd4-f56557b1c32b" providerId="ADAL" clId="{70ED01E6-9351-4CE8-8266-B094E59D9E7D}" dt="2023-03-06T13:38:28.330" v="4" actId="478"/>
          <ac:spMkLst>
            <pc:docMk/>
            <pc:sldMk cId="2086780678" sldId="300"/>
            <ac:spMk id="3" creationId="{6F068ACC-A8AF-7400-2DC6-84422D15A4EC}"/>
          </ac:spMkLst>
        </pc:spChg>
        <pc:spChg chg="del">
          <ac:chgData name="Rajashekar Atchi" userId="2ebe584e-20f3-4d5b-9cd4-f56557b1c32b" providerId="ADAL" clId="{70ED01E6-9351-4CE8-8266-B094E59D9E7D}" dt="2023-03-06T14:58:59.537" v="62" actId="478"/>
          <ac:spMkLst>
            <pc:docMk/>
            <pc:sldMk cId="2086780678" sldId="300"/>
            <ac:spMk id="5" creationId="{0F6E6C7A-10BA-E8B5-AC8C-C0AF1690DC49}"/>
          </ac:spMkLst>
        </pc:spChg>
        <pc:spChg chg="add del mod">
          <ac:chgData name="Rajashekar Atchi" userId="2ebe584e-20f3-4d5b-9cd4-f56557b1c32b" providerId="ADAL" clId="{70ED01E6-9351-4CE8-8266-B094E59D9E7D}" dt="2023-03-06T14:57:59.230" v="51" actId="931"/>
          <ac:spMkLst>
            <pc:docMk/>
            <pc:sldMk cId="2086780678" sldId="300"/>
            <ac:spMk id="6" creationId="{DABF5A63-6933-79D2-1AAA-C1C76846836B}"/>
          </ac:spMkLst>
        </pc:spChg>
        <pc:spChg chg="del">
          <ac:chgData name="Rajashekar Atchi" userId="2ebe584e-20f3-4d5b-9cd4-f56557b1c32b" providerId="ADAL" clId="{70ED01E6-9351-4CE8-8266-B094E59D9E7D}" dt="2023-03-06T13:38:30.240" v="5" actId="478"/>
          <ac:spMkLst>
            <pc:docMk/>
            <pc:sldMk cId="2086780678" sldId="300"/>
            <ac:spMk id="7" creationId="{11E19614-0F88-F68B-8215-0CC3EFAB061B}"/>
          </ac:spMkLst>
        </pc:spChg>
        <pc:spChg chg="del">
          <ac:chgData name="Rajashekar Atchi" userId="2ebe584e-20f3-4d5b-9cd4-f56557b1c32b" providerId="ADAL" clId="{70ED01E6-9351-4CE8-8266-B094E59D9E7D}" dt="2023-03-06T13:38:31.159" v="6" actId="478"/>
          <ac:spMkLst>
            <pc:docMk/>
            <pc:sldMk cId="2086780678" sldId="300"/>
            <ac:spMk id="8" creationId="{57502A0D-5933-D7E8-73E4-8121CF87DF1C}"/>
          </ac:spMkLst>
        </pc:spChg>
        <pc:spChg chg="del">
          <ac:chgData name="Rajashekar Atchi" userId="2ebe584e-20f3-4d5b-9cd4-f56557b1c32b" providerId="ADAL" clId="{70ED01E6-9351-4CE8-8266-B094E59D9E7D}" dt="2023-03-06T13:38:32.016" v="7" actId="478"/>
          <ac:spMkLst>
            <pc:docMk/>
            <pc:sldMk cId="2086780678" sldId="300"/>
            <ac:spMk id="9" creationId="{E9DBDF8D-143A-0693-745C-2A3B92C7B677}"/>
          </ac:spMkLst>
        </pc:spChg>
        <pc:spChg chg="add mod">
          <ac:chgData name="Rajashekar Atchi" userId="2ebe584e-20f3-4d5b-9cd4-f56557b1c32b" providerId="ADAL" clId="{70ED01E6-9351-4CE8-8266-B094E59D9E7D}" dt="2023-03-06T13:40:18.983" v="25"/>
          <ac:spMkLst>
            <pc:docMk/>
            <pc:sldMk cId="2086780678" sldId="300"/>
            <ac:spMk id="14" creationId="{2380322B-2314-B1CE-E83A-1BE10A9A3214}"/>
          </ac:spMkLst>
        </pc:spChg>
        <pc:spChg chg="add mod">
          <ac:chgData name="Rajashekar Atchi" userId="2ebe584e-20f3-4d5b-9cd4-f56557b1c32b" providerId="ADAL" clId="{70ED01E6-9351-4CE8-8266-B094E59D9E7D}" dt="2023-03-06T14:59:18.107" v="81" actId="14100"/>
          <ac:spMkLst>
            <pc:docMk/>
            <pc:sldMk cId="2086780678" sldId="300"/>
            <ac:spMk id="20" creationId="{294DD057-B2A8-CD5F-5C51-595749F99C4C}"/>
          </ac:spMkLst>
        </pc:spChg>
        <pc:spChg chg="add mod">
          <ac:chgData name="Rajashekar Atchi" userId="2ebe584e-20f3-4d5b-9cd4-f56557b1c32b" providerId="ADAL" clId="{70ED01E6-9351-4CE8-8266-B094E59D9E7D}" dt="2023-03-06T14:59:39.874" v="102" actId="1076"/>
          <ac:spMkLst>
            <pc:docMk/>
            <pc:sldMk cId="2086780678" sldId="300"/>
            <ac:spMk id="21" creationId="{90EC6E10-4007-5E13-BF40-83336B5AB197}"/>
          </ac:spMkLst>
        </pc:spChg>
        <pc:graphicFrameChg chg="add del mod">
          <ac:chgData name="Rajashekar Atchi" userId="2ebe584e-20f3-4d5b-9cd4-f56557b1c32b" providerId="ADAL" clId="{70ED01E6-9351-4CE8-8266-B094E59D9E7D}" dt="2023-03-06T13:41:56.320" v="30" actId="478"/>
          <ac:graphicFrameMkLst>
            <pc:docMk/>
            <pc:sldMk cId="2086780678" sldId="300"/>
            <ac:graphicFrameMk id="16" creationId="{1CD10397-179D-DE70-1E79-89F125E81755}"/>
          </ac:graphicFrameMkLst>
        </pc:graphicFrameChg>
        <pc:picChg chg="add del mod">
          <ac:chgData name="Rajashekar Atchi" userId="2ebe584e-20f3-4d5b-9cd4-f56557b1c32b" providerId="ADAL" clId="{70ED01E6-9351-4CE8-8266-B094E59D9E7D}" dt="2023-03-06T13:39:01.677" v="17" actId="931"/>
          <ac:picMkLst>
            <pc:docMk/>
            <pc:sldMk cId="2086780678" sldId="300"/>
            <ac:picMk id="11" creationId="{56128912-BC21-BD68-5E9F-B8FDCB5937A7}"/>
          </ac:picMkLst>
        </pc:picChg>
        <pc:picChg chg="add del mod">
          <ac:chgData name="Rajashekar Atchi" userId="2ebe584e-20f3-4d5b-9cd4-f56557b1c32b" providerId="ADAL" clId="{70ED01E6-9351-4CE8-8266-B094E59D9E7D}" dt="2023-03-06T13:39:33.940" v="23" actId="931"/>
          <ac:picMkLst>
            <pc:docMk/>
            <pc:sldMk cId="2086780678" sldId="300"/>
            <ac:picMk id="13" creationId="{A40D6E87-21B7-69FB-6499-3ED98FE51114}"/>
          </ac:picMkLst>
        </pc:picChg>
        <pc:picChg chg="add mod">
          <ac:chgData name="Rajashekar Atchi" userId="2ebe584e-20f3-4d5b-9cd4-f56557b1c32b" providerId="ADAL" clId="{70ED01E6-9351-4CE8-8266-B094E59D9E7D}" dt="2023-03-06T13:40:33.095" v="27"/>
          <ac:picMkLst>
            <pc:docMk/>
            <pc:sldMk cId="2086780678" sldId="300"/>
            <ac:picMk id="15" creationId="{863212E0-535E-959B-D1E6-9A8F65E7C211}"/>
          </ac:picMkLst>
        </pc:picChg>
        <pc:picChg chg="add mod">
          <ac:chgData name="Rajashekar Atchi" userId="2ebe584e-20f3-4d5b-9cd4-f56557b1c32b" providerId="ADAL" clId="{70ED01E6-9351-4CE8-8266-B094E59D9E7D}" dt="2023-03-06T14:59:43.751" v="103" actId="14100"/>
          <ac:picMkLst>
            <pc:docMk/>
            <pc:sldMk cId="2086780678" sldId="300"/>
            <ac:picMk id="18" creationId="{650A2C49-0329-1B84-3761-0B4C2A6D1764}"/>
          </ac:picMkLst>
        </pc:picChg>
        <pc:picChg chg="add mod">
          <ac:chgData name="Rajashekar Atchi" userId="2ebe584e-20f3-4d5b-9cd4-f56557b1c32b" providerId="ADAL" clId="{70ED01E6-9351-4CE8-8266-B094E59D9E7D}" dt="2023-03-06T14:59:45.983" v="104" actId="14100"/>
          <ac:picMkLst>
            <pc:docMk/>
            <pc:sldMk cId="2086780678" sldId="300"/>
            <ac:picMk id="19" creationId="{F99E9B25-DEBB-6D4C-402E-F95396FE7F5A}"/>
          </ac:picMkLst>
        </pc:picChg>
      </pc:sldChg>
      <pc:sldChg chg="addSp delSp modSp add mod modTransition">
        <pc:chgData name="Rajashekar Atchi" userId="2ebe584e-20f3-4d5b-9cd4-f56557b1c32b" providerId="ADAL" clId="{70ED01E6-9351-4CE8-8266-B094E59D9E7D}" dt="2023-03-06T16:20:25.284" v="2118"/>
        <pc:sldMkLst>
          <pc:docMk/>
          <pc:sldMk cId="1095801846" sldId="301"/>
        </pc:sldMkLst>
        <pc:spChg chg="add del mod">
          <ac:chgData name="Rajashekar Atchi" userId="2ebe584e-20f3-4d5b-9cd4-f56557b1c32b" providerId="ADAL" clId="{70ED01E6-9351-4CE8-8266-B094E59D9E7D}" dt="2023-03-06T15:09:40.098" v="139"/>
          <ac:spMkLst>
            <pc:docMk/>
            <pc:sldMk cId="1095801846" sldId="301"/>
            <ac:spMk id="2" creationId="{843FE32C-CAAD-06BD-0697-CF5326A02BA4}"/>
          </ac:spMkLst>
        </pc:spChg>
        <pc:spChg chg="add mod">
          <ac:chgData name="Rajashekar Atchi" userId="2ebe584e-20f3-4d5b-9cd4-f56557b1c32b" providerId="ADAL" clId="{70ED01E6-9351-4CE8-8266-B094E59D9E7D}" dt="2023-03-06T15:12:21.411" v="295" actId="1076"/>
          <ac:spMkLst>
            <pc:docMk/>
            <pc:sldMk cId="1095801846" sldId="301"/>
            <ac:spMk id="3" creationId="{21B605E1-76B4-40F7-6361-E7E36E1FAAC1}"/>
          </ac:spMkLst>
        </pc:spChg>
        <pc:spChg chg="add del">
          <ac:chgData name="Rajashekar Atchi" userId="2ebe584e-20f3-4d5b-9cd4-f56557b1c32b" providerId="ADAL" clId="{70ED01E6-9351-4CE8-8266-B094E59D9E7D}" dt="2023-03-06T15:11:55.245" v="265" actId="478"/>
          <ac:spMkLst>
            <pc:docMk/>
            <pc:sldMk cId="1095801846" sldId="301"/>
            <ac:spMk id="6" creationId="{D8D3AAFC-BDB2-3AF6-9894-3FBD605FE2DE}"/>
          </ac:spMkLst>
        </pc:spChg>
        <pc:spChg chg="add mod">
          <ac:chgData name="Rajashekar Atchi" userId="2ebe584e-20f3-4d5b-9cd4-f56557b1c32b" providerId="ADAL" clId="{70ED01E6-9351-4CE8-8266-B094E59D9E7D}" dt="2023-03-06T15:12:00.473" v="266"/>
          <ac:spMkLst>
            <pc:docMk/>
            <pc:sldMk cId="1095801846" sldId="301"/>
            <ac:spMk id="7" creationId="{85BA43AF-D29E-FE1B-539D-8356671D7A2B}"/>
          </ac:spMkLst>
        </pc:spChg>
        <pc:spChg chg="mod">
          <ac:chgData name="Rajashekar Atchi" userId="2ebe584e-20f3-4d5b-9cd4-f56557b1c32b" providerId="ADAL" clId="{70ED01E6-9351-4CE8-8266-B094E59D9E7D}" dt="2023-03-06T15:12:13.476" v="294" actId="20577"/>
          <ac:spMkLst>
            <pc:docMk/>
            <pc:sldMk cId="1095801846" sldId="301"/>
            <ac:spMk id="14" creationId="{2380322B-2314-B1CE-E83A-1BE10A9A3214}"/>
          </ac:spMkLst>
        </pc:spChg>
        <pc:spChg chg="del">
          <ac:chgData name="Rajashekar Atchi" userId="2ebe584e-20f3-4d5b-9cd4-f56557b1c32b" providerId="ADAL" clId="{70ED01E6-9351-4CE8-8266-B094E59D9E7D}" dt="2023-03-06T15:11:41.142" v="258" actId="478"/>
          <ac:spMkLst>
            <pc:docMk/>
            <pc:sldMk cId="1095801846" sldId="301"/>
            <ac:spMk id="20" creationId="{294DD057-B2A8-CD5F-5C51-595749F99C4C}"/>
          </ac:spMkLst>
        </pc:spChg>
        <pc:spChg chg="del">
          <ac:chgData name="Rajashekar Atchi" userId="2ebe584e-20f3-4d5b-9cd4-f56557b1c32b" providerId="ADAL" clId="{70ED01E6-9351-4CE8-8266-B094E59D9E7D}" dt="2023-03-06T15:11:43.849" v="259" actId="478"/>
          <ac:spMkLst>
            <pc:docMk/>
            <pc:sldMk cId="1095801846" sldId="301"/>
            <ac:spMk id="21" creationId="{90EC6E10-4007-5E13-BF40-83336B5AB197}"/>
          </ac:spMkLst>
        </pc:spChg>
        <pc:picChg chg="mod">
          <ac:chgData name="Rajashekar Atchi" userId="2ebe584e-20f3-4d5b-9cd4-f56557b1c32b" providerId="ADAL" clId="{70ED01E6-9351-4CE8-8266-B094E59D9E7D}" dt="2023-03-06T15:09:30.771" v="136" actId="1076"/>
          <ac:picMkLst>
            <pc:docMk/>
            <pc:sldMk cId="1095801846" sldId="301"/>
            <ac:picMk id="18" creationId="{650A2C49-0329-1B84-3761-0B4C2A6D1764}"/>
          </ac:picMkLst>
        </pc:picChg>
        <pc:picChg chg="del">
          <ac:chgData name="Rajashekar Atchi" userId="2ebe584e-20f3-4d5b-9cd4-f56557b1c32b" providerId="ADAL" clId="{70ED01E6-9351-4CE8-8266-B094E59D9E7D}" dt="2023-03-06T15:09:21.593" v="133" actId="478"/>
          <ac:picMkLst>
            <pc:docMk/>
            <pc:sldMk cId="1095801846" sldId="301"/>
            <ac:picMk id="19" creationId="{F99E9B25-DEBB-6D4C-402E-F95396FE7F5A}"/>
          </ac:picMkLst>
        </pc:picChg>
      </pc:sldChg>
      <pc:sldChg chg="new del">
        <pc:chgData name="Rajashekar Atchi" userId="2ebe584e-20f3-4d5b-9cd4-f56557b1c32b" providerId="ADAL" clId="{70ED01E6-9351-4CE8-8266-B094E59D9E7D}" dt="2023-03-06T13:41:59.072" v="31" actId="47"/>
        <pc:sldMkLst>
          <pc:docMk/>
          <pc:sldMk cId="2897248553" sldId="301"/>
        </pc:sldMkLst>
      </pc:sldChg>
      <pc:sldChg chg="addSp delSp modSp add mod ord modTransition">
        <pc:chgData name="Rajashekar Atchi" userId="2ebe584e-20f3-4d5b-9cd4-f56557b1c32b" providerId="ADAL" clId="{70ED01E6-9351-4CE8-8266-B094E59D9E7D}" dt="2023-03-06T16:20:25.284" v="2118"/>
        <pc:sldMkLst>
          <pc:docMk/>
          <pc:sldMk cId="2140688225" sldId="302"/>
        </pc:sldMkLst>
        <pc:spChg chg="add del mod">
          <ac:chgData name="Rajashekar Atchi" userId="2ebe584e-20f3-4d5b-9cd4-f56557b1c32b" providerId="ADAL" clId="{70ED01E6-9351-4CE8-8266-B094E59D9E7D}" dt="2023-03-06T15:10:14.305" v="149" actId="478"/>
          <ac:spMkLst>
            <pc:docMk/>
            <pc:sldMk cId="2140688225" sldId="302"/>
            <ac:spMk id="3" creationId="{C8BEFE31-7033-F0FC-C864-176AEA01FACD}"/>
          </ac:spMkLst>
        </pc:spChg>
        <pc:spChg chg="add mod">
          <ac:chgData name="Rajashekar Atchi" userId="2ebe584e-20f3-4d5b-9cd4-f56557b1c32b" providerId="ADAL" clId="{70ED01E6-9351-4CE8-8266-B094E59D9E7D}" dt="2023-03-06T15:12:24.867" v="296" actId="1076"/>
          <ac:spMkLst>
            <pc:docMk/>
            <pc:sldMk cId="2140688225" sldId="302"/>
            <ac:spMk id="5" creationId="{49AEBAC4-9304-241B-F114-FFD4F03B80C8}"/>
          </ac:spMkLst>
        </pc:spChg>
        <pc:spChg chg="mod">
          <ac:chgData name="Rajashekar Atchi" userId="2ebe584e-20f3-4d5b-9cd4-f56557b1c32b" providerId="ADAL" clId="{70ED01E6-9351-4CE8-8266-B094E59D9E7D}" dt="2023-03-06T15:11:30.450" v="244" actId="20577"/>
          <ac:spMkLst>
            <pc:docMk/>
            <pc:sldMk cId="2140688225" sldId="302"/>
            <ac:spMk id="14" creationId="{2380322B-2314-B1CE-E83A-1BE10A9A3214}"/>
          </ac:spMkLst>
        </pc:spChg>
        <pc:spChg chg="del">
          <ac:chgData name="Rajashekar Atchi" userId="2ebe584e-20f3-4d5b-9cd4-f56557b1c32b" providerId="ADAL" clId="{70ED01E6-9351-4CE8-8266-B094E59D9E7D}" dt="2023-03-06T15:10:27.189" v="152" actId="478"/>
          <ac:spMkLst>
            <pc:docMk/>
            <pc:sldMk cId="2140688225" sldId="302"/>
            <ac:spMk id="20" creationId="{294DD057-B2A8-CD5F-5C51-595749F99C4C}"/>
          </ac:spMkLst>
        </pc:spChg>
        <pc:spChg chg="mod">
          <ac:chgData name="Rajashekar Atchi" userId="2ebe584e-20f3-4d5b-9cd4-f56557b1c32b" providerId="ADAL" clId="{70ED01E6-9351-4CE8-8266-B094E59D9E7D}" dt="2023-03-06T15:11:50.140" v="263" actId="403"/>
          <ac:spMkLst>
            <pc:docMk/>
            <pc:sldMk cId="2140688225" sldId="302"/>
            <ac:spMk id="21" creationId="{90EC6E10-4007-5E13-BF40-83336B5AB197}"/>
          </ac:spMkLst>
        </pc:spChg>
        <pc:picChg chg="del">
          <ac:chgData name="Rajashekar Atchi" userId="2ebe584e-20f3-4d5b-9cd4-f56557b1c32b" providerId="ADAL" clId="{70ED01E6-9351-4CE8-8266-B094E59D9E7D}" dt="2023-03-06T15:10:11.972" v="148" actId="478"/>
          <ac:picMkLst>
            <pc:docMk/>
            <pc:sldMk cId="2140688225" sldId="302"/>
            <ac:picMk id="18" creationId="{650A2C49-0329-1B84-3761-0B4C2A6D1764}"/>
          </ac:picMkLst>
        </pc:picChg>
        <pc:picChg chg="mod">
          <ac:chgData name="Rajashekar Atchi" userId="2ebe584e-20f3-4d5b-9cd4-f56557b1c32b" providerId="ADAL" clId="{70ED01E6-9351-4CE8-8266-B094E59D9E7D}" dt="2023-03-06T15:10:21.591" v="151" actId="14100"/>
          <ac:picMkLst>
            <pc:docMk/>
            <pc:sldMk cId="2140688225" sldId="302"/>
            <ac:picMk id="19" creationId="{F99E9B25-DEBB-6D4C-402E-F95396FE7F5A}"/>
          </ac:picMkLst>
        </pc:picChg>
      </pc:sldChg>
      <pc:sldChg chg="addSp delSp modSp add del mod">
        <pc:chgData name="Rajashekar Atchi" userId="2ebe584e-20f3-4d5b-9cd4-f56557b1c32b" providerId="ADAL" clId="{70ED01E6-9351-4CE8-8266-B094E59D9E7D}" dt="2023-03-06T16:17:43.260" v="2113" actId="47"/>
        <pc:sldMkLst>
          <pc:docMk/>
          <pc:sldMk cId="1370279092" sldId="303"/>
        </pc:sldMkLst>
        <pc:spChg chg="mod">
          <ac:chgData name="Rajashekar Atchi" userId="2ebe584e-20f3-4d5b-9cd4-f56557b1c32b" providerId="ADAL" clId="{70ED01E6-9351-4CE8-8266-B094E59D9E7D}" dt="2023-03-06T15:56:23.630" v="2029" actId="120"/>
          <ac:spMkLst>
            <pc:docMk/>
            <pc:sldMk cId="1370279092" sldId="303"/>
            <ac:spMk id="15" creationId="{00000000-0000-0000-0000-000000000000}"/>
          </ac:spMkLst>
        </pc:spChg>
        <pc:picChg chg="del">
          <ac:chgData name="Rajashekar Atchi" userId="2ebe584e-20f3-4d5b-9cd4-f56557b1c32b" providerId="ADAL" clId="{70ED01E6-9351-4CE8-8266-B094E59D9E7D}" dt="2023-03-06T15:56:12.520" v="2022" actId="478"/>
          <ac:picMkLst>
            <pc:docMk/>
            <pc:sldMk cId="1370279092" sldId="303"/>
            <ac:picMk id="2" creationId="{2B5DE278-2D4C-54FB-C2E1-9D09AE99E1DE}"/>
          </ac:picMkLst>
        </pc:picChg>
        <pc:picChg chg="add del mod">
          <ac:chgData name="Rajashekar Atchi" userId="2ebe584e-20f3-4d5b-9cd4-f56557b1c32b" providerId="ADAL" clId="{70ED01E6-9351-4CE8-8266-B094E59D9E7D}" dt="2023-03-06T15:56:50.821" v="2036" actId="478"/>
          <ac:picMkLst>
            <pc:docMk/>
            <pc:sldMk cId="1370279092" sldId="303"/>
            <ac:picMk id="3" creationId="{2956EABE-169D-EA3D-0010-8060F8033776}"/>
          </ac:picMkLst>
        </pc:picChg>
      </pc:sldChg>
      <pc:sldChg chg="delSp modSp add del mod modNotesTx">
        <pc:chgData name="Rajashekar Atchi" userId="2ebe584e-20f3-4d5b-9cd4-f56557b1c32b" providerId="ADAL" clId="{70ED01E6-9351-4CE8-8266-B094E59D9E7D}" dt="2023-03-06T15:50:31.809" v="1885" actId="47"/>
        <pc:sldMkLst>
          <pc:docMk/>
          <pc:sldMk cId="1616254519" sldId="303"/>
        </pc:sldMkLst>
        <pc:spChg chg="mod">
          <ac:chgData name="Rajashekar Atchi" userId="2ebe584e-20f3-4d5b-9cd4-f56557b1c32b" providerId="ADAL" clId="{70ED01E6-9351-4CE8-8266-B094E59D9E7D}" dt="2023-03-06T15:23:56.699" v="784" actId="20577"/>
          <ac:spMkLst>
            <pc:docMk/>
            <pc:sldMk cId="1616254519" sldId="303"/>
            <ac:spMk id="3" creationId="{602B8779-B74B-DDA1-2423-FF13C117D41C}"/>
          </ac:spMkLst>
        </pc:spChg>
        <pc:spChg chg="del">
          <ac:chgData name="Rajashekar Atchi" userId="2ebe584e-20f3-4d5b-9cd4-f56557b1c32b" providerId="ADAL" clId="{70ED01E6-9351-4CE8-8266-B094E59D9E7D}" dt="2023-03-06T15:15:21.755" v="433" actId="478"/>
          <ac:spMkLst>
            <pc:docMk/>
            <pc:sldMk cId="1616254519" sldId="303"/>
            <ac:spMk id="7" creationId="{F683F824-0F47-F6CE-A2FA-F40C8607446D}"/>
          </ac:spMkLst>
        </pc:spChg>
        <pc:spChg chg="del">
          <ac:chgData name="Rajashekar Atchi" userId="2ebe584e-20f3-4d5b-9cd4-f56557b1c32b" providerId="ADAL" clId="{70ED01E6-9351-4CE8-8266-B094E59D9E7D}" dt="2023-03-06T15:15:27.265" v="436" actId="478"/>
          <ac:spMkLst>
            <pc:docMk/>
            <pc:sldMk cId="1616254519" sldId="303"/>
            <ac:spMk id="8" creationId="{692A0C3A-4A94-7653-ACB6-E7F1288BC918}"/>
          </ac:spMkLst>
        </pc:spChg>
        <pc:spChg chg="del">
          <ac:chgData name="Rajashekar Atchi" userId="2ebe584e-20f3-4d5b-9cd4-f56557b1c32b" providerId="ADAL" clId="{70ED01E6-9351-4CE8-8266-B094E59D9E7D}" dt="2023-03-06T15:15:23.176" v="434" actId="478"/>
          <ac:spMkLst>
            <pc:docMk/>
            <pc:sldMk cId="1616254519" sldId="303"/>
            <ac:spMk id="9" creationId="{919468E3-E815-202F-EAEB-0E4F650B5246}"/>
          </ac:spMkLst>
        </pc:spChg>
        <pc:picChg chg="del">
          <ac:chgData name="Rajashekar Atchi" userId="2ebe584e-20f3-4d5b-9cd4-f56557b1c32b" providerId="ADAL" clId="{70ED01E6-9351-4CE8-8266-B094E59D9E7D}" dt="2023-03-06T15:15:23.896" v="435" actId="478"/>
          <ac:picMkLst>
            <pc:docMk/>
            <pc:sldMk cId="1616254519" sldId="303"/>
            <ac:picMk id="6" creationId="{08C55CF9-ACD8-8347-C06B-EE12277EBEF1}"/>
          </ac:picMkLst>
        </pc:picChg>
      </pc:sldChg>
      <pc:sldMasterChg chg="delSldLayout modSldLayout">
        <pc:chgData name="Rajashekar Atchi" userId="2ebe584e-20f3-4d5b-9cd4-f56557b1c32b" providerId="ADAL" clId="{70ED01E6-9351-4CE8-8266-B094E59D9E7D}" dt="2023-03-06T13:40:24.978" v="26" actId="478"/>
        <pc:sldMasterMkLst>
          <pc:docMk/>
          <pc:sldMasterMk cId="498414000" sldId="2147483667"/>
        </pc:sldMasterMkLst>
        <pc:sldLayoutChg chg="delSp mod">
          <pc:chgData name="Rajashekar Atchi" userId="2ebe584e-20f3-4d5b-9cd4-f56557b1c32b" providerId="ADAL" clId="{70ED01E6-9351-4CE8-8266-B094E59D9E7D}" dt="2023-03-06T13:40:24.978" v="26" actId="478"/>
          <pc:sldLayoutMkLst>
            <pc:docMk/>
            <pc:sldMasterMk cId="498414000" sldId="2147483667"/>
            <pc:sldLayoutMk cId="1290459668" sldId="2147483675"/>
          </pc:sldLayoutMkLst>
          <pc:picChg chg="del">
            <ac:chgData name="Rajashekar Atchi" userId="2ebe584e-20f3-4d5b-9cd4-f56557b1c32b" providerId="ADAL" clId="{70ED01E6-9351-4CE8-8266-B094E59D9E7D}" dt="2023-03-06T13:40:24.978" v="26" actId="478"/>
            <ac:picMkLst>
              <pc:docMk/>
              <pc:sldMasterMk cId="498414000" sldId="2147483667"/>
              <pc:sldLayoutMk cId="1290459668" sldId="2147483675"/>
              <ac:picMk id="78" creationId="{00000000-0000-0000-0000-000000000000}"/>
            </ac:picMkLst>
          </pc:picChg>
        </pc:sldLayoutChg>
        <pc:sldLayoutChg chg="del">
          <pc:chgData name="Rajashekar Atchi" userId="2ebe584e-20f3-4d5b-9cd4-f56557b1c32b" providerId="ADAL" clId="{70ED01E6-9351-4CE8-8266-B094E59D9E7D}" dt="2023-03-06T13:38:09.872" v="2" actId="47"/>
          <pc:sldLayoutMkLst>
            <pc:docMk/>
            <pc:sldMasterMk cId="498414000" sldId="2147483667"/>
            <pc:sldLayoutMk cId="1535423782" sldId="21474836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235F6-0A9D-4388-ACCF-D691EA62892B}" type="datetimeFigureOut">
              <a:rPr lang="en-IN" smtClean="0"/>
              <a:t>17-11-2023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C27CE-3503-4C23-BC32-76F032F3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047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Process Orchestration </a:t>
            </a:r>
          </a:p>
        </p:txBody>
      </p:sp>
    </p:spTree>
    <p:extLst>
      <p:ext uri="{BB962C8B-B14F-4D97-AF65-F5344CB8AC3E}">
        <p14:creationId xmlns:p14="http://schemas.microsoft.com/office/powerpoint/2010/main" val="141962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9" Type="http://schemas.openxmlformats.org/officeDocument/2006/relationships/image" Target="../media/image6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38" Type="http://schemas.openxmlformats.org/officeDocument/2006/relationships/image" Target="../media/image45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40" Type="http://schemas.openxmlformats.org/officeDocument/2006/relationships/image" Target="../media/image46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jp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C83536EB-7875-4B23-AFDF-2E03F9ED7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, whale&#10;&#10;Description automatically generated">
            <a:extLst>
              <a:ext uri="{FF2B5EF4-FFF2-40B4-BE49-F238E27FC236}">
                <a16:creationId xmlns:a16="http://schemas.microsoft.com/office/drawing/2014/main" id="{0D94D0DA-724B-41C2-9C47-7047EA13CD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</p:spPr>
        <p:txBody>
          <a:bodyPr anchor="ctr"/>
          <a:lstStyle>
            <a:lvl1pPr algn="ctr">
              <a:defRPr sz="648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137968" y="7627621"/>
            <a:ext cx="486592" cy="43815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fld id="{B1C1E5EA-C58D-4888-B408-FAEA08CC9828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123DC6B2-A59D-71F7-0E3C-6DE26E01D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"/>
            <a:ext cx="14630400" cy="82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4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1">
  <p:cSld name="Title - 1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954672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11772976" y="6744371"/>
            <a:ext cx="664800" cy="6648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3621288" y="6744371"/>
            <a:ext cx="664800" cy="664800"/>
          </a:xfrm>
          <a:prstGeom prst="roundRect">
            <a:avLst>
              <a:gd name="adj" fmla="val 50000"/>
            </a:avLst>
          </a:prstGeom>
          <a:solidFill>
            <a:srgbClr val="D1D3D4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12789367" y="6838409"/>
            <a:ext cx="479928" cy="476533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0854794" y="6744371"/>
            <a:ext cx="664800" cy="6648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buNone/>
              <a:defRPr sz="2080">
                <a:solidFill>
                  <a:schemeClr val="dk1"/>
                </a:solidFill>
              </a:defRPr>
            </a:lvl1pPr>
            <a:lvl2pPr lvl="1">
              <a:buNone/>
              <a:defRPr sz="2080">
                <a:solidFill>
                  <a:schemeClr val="dk1"/>
                </a:solidFill>
              </a:defRPr>
            </a:lvl2pPr>
            <a:lvl3pPr lvl="2">
              <a:buNone/>
              <a:defRPr sz="2080">
                <a:solidFill>
                  <a:schemeClr val="dk1"/>
                </a:solidFill>
              </a:defRPr>
            </a:lvl3pPr>
            <a:lvl4pPr lvl="3">
              <a:buNone/>
              <a:defRPr sz="2080">
                <a:solidFill>
                  <a:schemeClr val="dk1"/>
                </a:solidFill>
              </a:defRPr>
            </a:lvl4pPr>
            <a:lvl5pPr lvl="4">
              <a:buNone/>
              <a:defRPr sz="2080">
                <a:solidFill>
                  <a:schemeClr val="dk1"/>
                </a:solidFill>
              </a:defRPr>
            </a:lvl5pPr>
            <a:lvl6pPr lvl="5">
              <a:buNone/>
              <a:defRPr sz="2080">
                <a:solidFill>
                  <a:schemeClr val="dk1"/>
                </a:solidFill>
              </a:defRPr>
            </a:lvl6pPr>
            <a:lvl7pPr lvl="6">
              <a:buNone/>
              <a:defRPr sz="2080">
                <a:solidFill>
                  <a:schemeClr val="dk1"/>
                </a:solidFill>
              </a:defRPr>
            </a:lvl7pPr>
            <a:lvl8pPr lvl="7">
              <a:buNone/>
              <a:defRPr sz="2080">
                <a:solidFill>
                  <a:schemeClr val="dk1"/>
                </a:solidFill>
              </a:defRPr>
            </a:lvl8pPr>
            <a:lvl9pPr lvl="8">
              <a:buNone/>
              <a:defRPr sz="208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83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">
  <p:cSld name="Title - 2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730224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8909067" y="3843866"/>
            <a:ext cx="8985120" cy="8983680"/>
          </a:xfrm>
          <a:prstGeom prst="ellipse">
            <a:avLst/>
          </a:prstGeom>
          <a:noFill/>
          <a:ln w="3810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5" name="Google Shape;25;p3"/>
          <p:cNvSpPr/>
          <p:nvPr/>
        </p:nvSpPr>
        <p:spPr>
          <a:xfrm>
            <a:off x="9956184" y="4890288"/>
            <a:ext cx="6890880" cy="6890880"/>
          </a:xfrm>
          <a:prstGeom prst="ellipse">
            <a:avLst/>
          </a:prstGeom>
          <a:noFill/>
          <a:ln w="38100" cap="flat" cmpd="sng">
            <a:solidFill>
              <a:srgbClr val="0072C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" name="Google Shape;26;p3"/>
          <p:cNvSpPr/>
          <p:nvPr/>
        </p:nvSpPr>
        <p:spPr>
          <a:xfrm>
            <a:off x="11091406" y="6025509"/>
            <a:ext cx="4620000" cy="4620000"/>
          </a:xfrm>
          <a:prstGeom prst="ellipse">
            <a:avLst/>
          </a:prstGeom>
          <a:noFill/>
          <a:ln w="38100" cap="flat" cmpd="sng">
            <a:solidFill>
              <a:srgbClr val="00A7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772000" y="2706800"/>
            <a:ext cx="11258880" cy="11257440"/>
          </a:xfrm>
          <a:prstGeom prst="ellipse">
            <a:avLst/>
          </a:prstGeom>
          <a:noFill/>
          <a:ln w="3810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895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3">
  <p:cSld name="Title - 3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730224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3690854" y="7599762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buNone/>
              <a:defRPr sz="2080">
                <a:solidFill>
                  <a:schemeClr val="dk1"/>
                </a:solidFill>
              </a:defRPr>
            </a:lvl1pPr>
            <a:lvl2pPr lvl="1" rtl="0">
              <a:buNone/>
              <a:defRPr sz="2080">
                <a:solidFill>
                  <a:schemeClr val="dk1"/>
                </a:solidFill>
              </a:defRPr>
            </a:lvl2pPr>
            <a:lvl3pPr lvl="2" rtl="0">
              <a:buNone/>
              <a:defRPr sz="2080">
                <a:solidFill>
                  <a:schemeClr val="dk1"/>
                </a:solidFill>
              </a:defRPr>
            </a:lvl3pPr>
            <a:lvl4pPr lvl="3" rtl="0">
              <a:buNone/>
              <a:defRPr sz="2080">
                <a:solidFill>
                  <a:schemeClr val="dk1"/>
                </a:solidFill>
              </a:defRPr>
            </a:lvl4pPr>
            <a:lvl5pPr lvl="4" rtl="0">
              <a:buNone/>
              <a:defRPr sz="2080">
                <a:solidFill>
                  <a:schemeClr val="dk1"/>
                </a:solidFill>
              </a:defRPr>
            </a:lvl5pPr>
            <a:lvl6pPr lvl="5" rtl="0">
              <a:buNone/>
              <a:defRPr sz="2080">
                <a:solidFill>
                  <a:schemeClr val="dk1"/>
                </a:solidFill>
              </a:defRPr>
            </a:lvl6pPr>
            <a:lvl7pPr lvl="6" rtl="0">
              <a:buNone/>
              <a:defRPr sz="2080">
                <a:solidFill>
                  <a:schemeClr val="dk1"/>
                </a:solidFill>
              </a:defRPr>
            </a:lvl7pPr>
            <a:lvl8pPr lvl="7" rtl="0">
              <a:buNone/>
              <a:defRPr sz="2080">
                <a:solidFill>
                  <a:schemeClr val="dk1"/>
                </a:solidFill>
              </a:defRPr>
            </a:lvl8pPr>
            <a:lvl9pPr lvl="8" rtl="0">
              <a:buNone/>
              <a:defRPr sz="208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1122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4">
  <p:cSld name="Title - 4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13549080" y="0"/>
            <a:ext cx="1123200" cy="8229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7" name="Google Shape;37;p5"/>
          <p:cNvSpPr/>
          <p:nvPr/>
        </p:nvSpPr>
        <p:spPr>
          <a:xfrm>
            <a:off x="13885304" y="3032742"/>
            <a:ext cx="450720" cy="4464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8" name="Google Shape;38;p5"/>
          <p:cNvSpPr/>
          <p:nvPr/>
        </p:nvSpPr>
        <p:spPr>
          <a:xfrm>
            <a:off x="13885304" y="7271862"/>
            <a:ext cx="450720" cy="446400"/>
          </a:xfrm>
          <a:prstGeom prst="ellipse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9" name="Google Shape;39;p5"/>
          <p:cNvSpPr/>
          <p:nvPr/>
        </p:nvSpPr>
        <p:spPr>
          <a:xfrm rot="5400000">
            <a:off x="13893235" y="4431078"/>
            <a:ext cx="434880" cy="434880"/>
          </a:xfrm>
          <a:prstGeom prst="roundRect">
            <a:avLst>
              <a:gd name="adj" fmla="val 1952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0" name="Google Shape;40;p5"/>
          <p:cNvSpPr/>
          <p:nvPr/>
        </p:nvSpPr>
        <p:spPr>
          <a:xfrm rot="-2700000">
            <a:off x="13928079" y="5887627"/>
            <a:ext cx="365206" cy="362491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/>
          </p:nvPr>
        </p:nvSpPr>
        <p:spPr>
          <a:xfrm>
            <a:off x="731520" y="1843960"/>
            <a:ext cx="9480960" cy="26313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832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731520" y="477844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288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360" y="914401"/>
            <a:ext cx="1976157" cy="67644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731520" y="6534280"/>
            <a:ext cx="7302240" cy="126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4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76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lack">
  <p:cSld name="Section Header - Black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31520" y="1843960"/>
            <a:ext cx="13167360" cy="1346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544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11914819" y="5688880"/>
            <a:ext cx="4418880" cy="4418400"/>
          </a:xfrm>
          <a:prstGeom prst="ellipse">
            <a:avLst/>
          </a:prstGeom>
          <a:noFill/>
          <a:ln w="19050" cap="flat" cmpd="sng">
            <a:solidFill>
              <a:srgbClr val="888B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9" name="Google Shape;59;p7"/>
          <p:cNvSpPr/>
          <p:nvPr/>
        </p:nvSpPr>
        <p:spPr>
          <a:xfrm>
            <a:off x="12429650" y="6203818"/>
            <a:ext cx="3388800" cy="3388800"/>
          </a:xfrm>
          <a:prstGeom prst="ellipse">
            <a:avLst/>
          </a:prstGeom>
          <a:noFill/>
          <a:ln w="1905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0" name="Google Shape;60;p7"/>
          <p:cNvSpPr/>
          <p:nvPr/>
        </p:nvSpPr>
        <p:spPr>
          <a:xfrm>
            <a:off x="12987997" y="6762059"/>
            <a:ext cx="2272320" cy="2272320"/>
          </a:xfrm>
          <a:prstGeom prst="ellipse">
            <a:avLst/>
          </a:prstGeom>
          <a:noFill/>
          <a:ln w="1905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450805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Individual">
  <p:cSld name="Introduction - Individu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10800000">
            <a:off x="1408000" y="2205896"/>
            <a:ext cx="2852640" cy="285264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1F2A4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6252160" y="2087800"/>
            <a:ext cx="7149120" cy="522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2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3"/>
          </p:nvPr>
        </p:nvSpPr>
        <p:spPr>
          <a:xfrm>
            <a:off x="1577960" y="2355376"/>
            <a:ext cx="2961600" cy="296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subTitle" idx="4"/>
          </p:nvPr>
        </p:nvSpPr>
        <p:spPr>
          <a:xfrm>
            <a:off x="946760" y="5609414"/>
            <a:ext cx="4224000" cy="28315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5"/>
          </p:nvPr>
        </p:nvSpPr>
        <p:spPr>
          <a:xfrm>
            <a:off x="946760" y="6083862"/>
            <a:ext cx="4224000" cy="410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IBM Plex Sans Medium"/>
              <a:buNone/>
              <a:defRPr sz="224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6"/>
          </p:nvPr>
        </p:nvSpPr>
        <p:spPr>
          <a:xfrm>
            <a:off x="946760" y="6508866"/>
            <a:ext cx="4224000" cy="4108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224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92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0459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Team">
  <p:cSld name="Introduction - Tea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81492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84076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4"/>
          </p:nvPr>
        </p:nvSpPr>
        <p:spPr>
          <a:xfrm>
            <a:off x="84076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840760" y="5993398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6"/>
          </p:nvPr>
        </p:nvSpPr>
        <p:spPr>
          <a:xfrm>
            <a:off x="617736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subTitle" idx="7"/>
          </p:nvPr>
        </p:nvSpPr>
        <p:spPr>
          <a:xfrm>
            <a:off x="520320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8"/>
          </p:nvPr>
        </p:nvSpPr>
        <p:spPr>
          <a:xfrm>
            <a:off x="520320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9"/>
          </p:nvPr>
        </p:nvSpPr>
        <p:spPr>
          <a:xfrm>
            <a:off x="5203200" y="5993400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>
            <a:spLocks noGrp="1"/>
          </p:cNvSpPr>
          <p:nvPr>
            <p:ph type="pic" idx="13"/>
          </p:nvPr>
        </p:nvSpPr>
        <p:spPr>
          <a:xfrm>
            <a:off x="10539800" y="2734800"/>
            <a:ext cx="2275680" cy="22756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8" name="Google Shape;98;p11"/>
          <p:cNvSpPr txBox="1">
            <a:spLocks noGrp="1"/>
          </p:cNvSpPr>
          <p:nvPr>
            <p:ph type="subTitle" idx="14"/>
          </p:nvPr>
        </p:nvSpPr>
        <p:spPr>
          <a:xfrm>
            <a:off x="9565640" y="5328320"/>
            <a:ext cx="4224000" cy="36811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208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 b="1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5"/>
          </p:nvPr>
        </p:nvSpPr>
        <p:spPr>
          <a:xfrm>
            <a:off x="9565640" y="5693515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76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76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6"/>
          </p:nvPr>
        </p:nvSpPr>
        <p:spPr>
          <a:xfrm>
            <a:off x="9565640" y="5993400"/>
            <a:ext cx="4224000" cy="23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7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0446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Black">
  <p:cSld name="Title and body - Blac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732960" y="1853960"/>
            <a:ext cx="13167360" cy="7401600"/>
          </a:xfrm>
          <a:prstGeom prst="roundRect">
            <a:avLst>
              <a:gd name="adj" fmla="val 5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4388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1092240" y="2371640"/>
            <a:ext cx="12445920" cy="481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13538158" y="6191680"/>
            <a:ext cx="1503360" cy="1497203"/>
            <a:chOff x="511165" y="3659475"/>
            <a:chExt cx="939600" cy="935752"/>
          </a:xfrm>
        </p:grpSpPr>
        <p:sp>
          <p:nvSpPr>
            <p:cNvPr id="108" name="Google Shape;108;p12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1269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Orangemunda">
  <p:cSld name="Title &amp; body - Orangemunda">
    <p:bg>
      <p:bgPr>
        <a:solidFill>
          <a:schemeClr val="accen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732960" y="1853960"/>
            <a:ext cx="13167360" cy="7401600"/>
          </a:xfrm>
          <a:prstGeom prst="roundRect">
            <a:avLst>
              <a:gd name="adj" fmla="val 52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4388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1092240" y="2371320"/>
            <a:ext cx="12445920" cy="4817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13538158" y="2371320"/>
            <a:ext cx="1503360" cy="1497203"/>
            <a:chOff x="511165" y="3659475"/>
            <a:chExt cx="939600" cy="935752"/>
          </a:xfrm>
        </p:grpSpPr>
        <p:sp>
          <p:nvSpPr>
            <p:cNvPr id="121" name="Google Shape;121;p13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039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column Simple">
  <p:cSld name="Title &amp; body - 2 column Simp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1"/>
          </p:nvPr>
        </p:nvSpPr>
        <p:spPr>
          <a:xfrm>
            <a:off x="731520" y="2773520"/>
            <a:ext cx="6425760" cy="4536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1" name="Google Shape;131;p14"/>
          <p:cNvSpPr txBox="1">
            <a:spLocks noGrp="1"/>
          </p:cNvSpPr>
          <p:nvPr>
            <p:ph type="body" idx="2"/>
          </p:nvPr>
        </p:nvSpPr>
        <p:spPr>
          <a:xfrm>
            <a:off x="7473120" y="2773520"/>
            <a:ext cx="6425760" cy="4536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3"/>
          </p:nvPr>
        </p:nvSpPr>
        <p:spPr>
          <a:xfrm>
            <a:off x="747320" y="1839560"/>
            <a:ext cx="64257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4"/>
          </p:nvPr>
        </p:nvSpPr>
        <p:spPr>
          <a:xfrm>
            <a:off x="7473120" y="1839560"/>
            <a:ext cx="64257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>
            <a:spLocks noGrp="1"/>
          </p:cNvSpPr>
          <p:nvPr>
            <p:ph type="subTitle" idx="5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6956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Black">
  <p:cSld name="3 Column - Black">
    <p:bg>
      <p:bgPr>
        <a:solidFill>
          <a:schemeClr val="dk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31362" y="1843960"/>
            <a:ext cx="3995520" cy="369792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54" name="Google Shape;154;p16"/>
          <p:cNvSpPr/>
          <p:nvPr/>
        </p:nvSpPr>
        <p:spPr>
          <a:xfrm>
            <a:off x="731362" y="2547208"/>
            <a:ext cx="3995520" cy="4614240"/>
          </a:xfrm>
          <a:prstGeom prst="roundRect">
            <a:avLst>
              <a:gd name="adj" fmla="val 8673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711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903362" y="1843960"/>
            <a:ext cx="3995520" cy="3697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57" name="Google Shape;157;p16"/>
          <p:cNvSpPr/>
          <p:nvPr/>
        </p:nvSpPr>
        <p:spPr>
          <a:xfrm>
            <a:off x="9903362" y="2547208"/>
            <a:ext cx="3995520" cy="4614240"/>
          </a:xfrm>
          <a:prstGeom prst="roundRect">
            <a:avLst>
              <a:gd name="adj" fmla="val 788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3"/>
          </p:nvPr>
        </p:nvSpPr>
        <p:spPr>
          <a:xfrm>
            <a:off x="9883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307421" y="1843960"/>
            <a:ext cx="3995520" cy="369792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60" name="Google Shape;160;p16"/>
          <p:cNvSpPr/>
          <p:nvPr/>
        </p:nvSpPr>
        <p:spPr>
          <a:xfrm>
            <a:off x="5307421" y="2547208"/>
            <a:ext cx="3995520" cy="4614240"/>
          </a:xfrm>
          <a:prstGeom prst="roundRect">
            <a:avLst>
              <a:gd name="adj" fmla="val 81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4"/>
          </p:nvPr>
        </p:nvSpPr>
        <p:spPr>
          <a:xfrm>
            <a:off x="5287541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5"/>
          </p:nvPr>
        </p:nvSpPr>
        <p:spPr>
          <a:xfrm>
            <a:off x="92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6"/>
          </p:nvPr>
        </p:nvSpPr>
        <p:spPr>
          <a:xfrm>
            <a:off x="5488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7"/>
          </p:nvPr>
        </p:nvSpPr>
        <p:spPr>
          <a:xfrm>
            <a:off x="1007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256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335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White">
  <p:cSld name="3 Column - White"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731362" y="1843960"/>
            <a:ext cx="3995520" cy="369792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1" name="Google Shape;171;p17"/>
          <p:cNvSpPr/>
          <p:nvPr/>
        </p:nvSpPr>
        <p:spPr>
          <a:xfrm>
            <a:off x="731362" y="2547208"/>
            <a:ext cx="3995520" cy="4614240"/>
          </a:xfrm>
          <a:prstGeom prst="roundRect">
            <a:avLst>
              <a:gd name="adj" fmla="val 86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2"/>
          </p:nvPr>
        </p:nvSpPr>
        <p:spPr>
          <a:xfrm>
            <a:off x="711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9903362" y="1843960"/>
            <a:ext cx="3995520" cy="36979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4" name="Google Shape;174;p17"/>
          <p:cNvSpPr/>
          <p:nvPr/>
        </p:nvSpPr>
        <p:spPr>
          <a:xfrm>
            <a:off x="9903362" y="2547208"/>
            <a:ext cx="3995520" cy="4614240"/>
          </a:xfrm>
          <a:prstGeom prst="roundRect">
            <a:avLst>
              <a:gd name="adj" fmla="val 78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9883480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5307421" y="1843960"/>
            <a:ext cx="3995520" cy="369792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177" name="Google Shape;177;p17"/>
          <p:cNvSpPr/>
          <p:nvPr/>
        </p:nvSpPr>
        <p:spPr>
          <a:xfrm>
            <a:off x="5307421" y="2547208"/>
            <a:ext cx="3995520" cy="4614240"/>
          </a:xfrm>
          <a:prstGeom prst="roundRect">
            <a:avLst>
              <a:gd name="adj" fmla="val 8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4"/>
          </p:nvPr>
        </p:nvSpPr>
        <p:spPr>
          <a:xfrm>
            <a:off x="5287541" y="1861720"/>
            <a:ext cx="3995520" cy="69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5"/>
          </p:nvPr>
        </p:nvSpPr>
        <p:spPr>
          <a:xfrm>
            <a:off x="92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6"/>
          </p:nvPr>
        </p:nvSpPr>
        <p:spPr>
          <a:xfrm>
            <a:off x="5488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7"/>
          </p:nvPr>
        </p:nvSpPr>
        <p:spPr>
          <a:xfrm>
            <a:off x="10074960" y="2786680"/>
            <a:ext cx="3652320" cy="413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54752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- Black">
  <p:cSld name="4 Column - Black"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5" name="Google Shape;185;p18"/>
          <p:cNvSpPr/>
          <p:nvPr/>
        </p:nvSpPr>
        <p:spPr>
          <a:xfrm>
            <a:off x="4074206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398234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0722280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31360" y="1493520"/>
            <a:ext cx="3157920" cy="1547520"/>
          </a:xfrm>
          <a:prstGeom prst="roundRect">
            <a:avLst>
              <a:gd name="adj" fmla="val 22637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73120" rIns="146280" bIns="14628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1072228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0" name="Google Shape;190;p18"/>
          <p:cNvSpPr/>
          <p:nvPr/>
        </p:nvSpPr>
        <p:spPr>
          <a:xfrm>
            <a:off x="407420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1" name="Google Shape;191;p18"/>
          <p:cNvSpPr/>
          <p:nvPr/>
        </p:nvSpPr>
        <p:spPr>
          <a:xfrm>
            <a:off x="73136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2" name="Google Shape;192;p18"/>
          <p:cNvSpPr/>
          <p:nvPr/>
        </p:nvSpPr>
        <p:spPr>
          <a:xfrm>
            <a:off x="7398240" y="2225040"/>
            <a:ext cx="3157920" cy="52968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sp>
        <p:nvSpPr>
          <p:cNvPr id="193" name="Google Shape;193;p18"/>
          <p:cNvSpPr/>
          <p:nvPr/>
        </p:nvSpPr>
        <p:spPr>
          <a:xfrm>
            <a:off x="1044280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387219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11242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1035301" y="266701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044280" y="360769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387219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711242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11035301" y="360769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044280" y="454837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387219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711242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1035301" y="454837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387219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711242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1035301" y="548905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387219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7711242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11035301" y="6429738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1044280" y="5489056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044280" y="6429734"/>
            <a:ext cx="2532000" cy="6576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73136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406480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3"/>
          </p:nvPr>
        </p:nvSpPr>
        <p:spPr>
          <a:xfrm>
            <a:off x="739824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4"/>
          </p:nvPr>
        </p:nvSpPr>
        <p:spPr>
          <a:xfrm>
            <a:off x="10722280" y="1551960"/>
            <a:ext cx="3157920" cy="5971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288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5"/>
          </p:nvPr>
        </p:nvSpPr>
        <p:spPr>
          <a:xfrm>
            <a:off x="104428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6"/>
          </p:nvPr>
        </p:nvSpPr>
        <p:spPr>
          <a:xfrm>
            <a:off x="104428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7"/>
          </p:nvPr>
        </p:nvSpPr>
        <p:spPr>
          <a:xfrm>
            <a:off x="104428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8"/>
          </p:nvPr>
        </p:nvSpPr>
        <p:spPr>
          <a:xfrm>
            <a:off x="104428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9"/>
          </p:nvPr>
        </p:nvSpPr>
        <p:spPr>
          <a:xfrm>
            <a:off x="104428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3"/>
          </p:nvPr>
        </p:nvSpPr>
        <p:spPr>
          <a:xfrm>
            <a:off x="437776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14"/>
          </p:nvPr>
        </p:nvSpPr>
        <p:spPr>
          <a:xfrm>
            <a:off x="437776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15"/>
          </p:nvPr>
        </p:nvSpPr>
        <p:spPr>
          <a:xfrm>
            <a:off x="437776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16"/>
          </p:nvPr>
        </p:nvSpPr>
        <p:spPr>
          <a:xfrm>
            <a:off x="437776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17"/>
          </p:nvPr>
        </p:nvSpPr>
        <p:spPr>
          <a:xfrm>
            <a:off x="437776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18"/>
          </p:nvPr>
        </p:nvSpPr>
        <p:spPr>
          <a:xfrm>
            <a:off x="771120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19"/>
          </p:nvPr>
        </p:nvSpPr>
        <p:spPr>
          <a:xfrm>
            <a:off x="771120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20"/>
          </p:nvPr>
        </p:nvSpPr>
        <p:spPr>
          <a:xfrm>
            <a:off x="771120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21"/>
          </p:nvPr>
        </p:nvSpPr>
        <p:spPr>
          <a:xfrm>
            <a:off x="771120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22"/>
          </p:nvPr>
        </p:nvSpPr>
        <p:spPr>
          <a:xfrm>
            <a:off x="771120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3"/>
          </p:nvPr>
        </p:nvSpPr>
        <p:spPr>
          <a:xfrm>
            <a:off x="11035200" y="266700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24"/>
          </p:nvPr>
        </p:nvSpPr>
        <p:spPr>
          <a:xfrm>
            <a:off x="11035200" y="360768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25"/>
          </p:nvPr>
        </p:nvSpPr>
        <p:spPr>
          <a:xfrm>
            <a:off x="11035200" y="454836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26"/>
          </p:nvPr>
        </p:nvSpPr>
        <p:spPr>
          <a:xfrm>
            <a:off x="11035200" y="548904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7"/>
          </p:nvPr>
        </p:nvSpPr>
        <p:spPr>
          <a:xfrm>
            <a:off x="11035200" y="6429720"/>
            <a:ext cx="2532000" cy="65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0869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Black">
  <p:cSld name="Title only - Black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9524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Spacecraft">
  <p:cSld name="Blank - Spacecraf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591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dk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4876800" y="186840"/>
            <a:ext cx="8778240" cy="8103360"/>
          </a:xfrm>
          <a:prstGeom prst="round2SameRect">
            <a:avLst>
              <a:gd name="adj1" fmla="val 5745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474760" y="186840"/>
            <a:ext cx="4024320" cy="2373600"/>
          </a:xfrm>
          <a:prstGeom prst="roundRect">
            <a:avLst>
              <a:gd name="adj" fmla="val 1574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66" name="Google Shape;266;p24"/>
          <p:cNvSpPr txBox="1"/>
          <p:nvPr/>
        </p:nvSpPr>
        <p:spPr>
          <a:xfrm>
            <a:off x="489160" y="186840"/>
            <a:ext cx="399552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40"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 txBox="1">
            <a:spLocks noGrp="1"/>
          </p:cNvSpPr>
          <p:nvPr>
            <p:ph type="body" idx="2"/>
          </p:nvPr>
        </p:nvSpPr>
        <p:spPr>
          <a:xfrm>
            <a:off x="5254520" y="670560"/>
            <a:ext cx="8025600" cy="6788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8" name="Google Shape;268;p24"/>
          <p:cNvGrpSpPr/>
          <p:nvPr/>
        </p:nvGrpSpPr>
        <p:grpSpPr>
          <a:xfrm>
            <a:off x="487698" y="4311661"/>
            <a:ext cx="1646936" cy="1640349"/>
            <a:chOff x="3000325" y="3156400"/>
            <a:chExt cx="881054" cy="877530"/>
          </a:xfrm>
        </p:grpSpPr>
        <p:sp>
          <p:nvSpPr>
            <p:cNvPr id="269" name="Google Shape;269;p24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487677" y="597437"/>
            <a:ext cx="3995520" cy="1445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02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>
          <p15:clr>
            <a:srgbClr val="FA7B17"/>
          </p15:clr>
        </p15:guide>
        <p15:guide id="2" pos="2016">
          <p15:clr>
            <a:srgbClr val="FA7B17"/>
          </p15:clr>
        </p15:guide>
        <p15:guide id="3" pos="216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3 Items">
  <p:cSld name="TOC - 3 Items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-14400"/>
            <a:ext cx="5120640" cy="82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731520" y="2805160"/>
            <a:ext cx="3637440" cy="25905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4632803" y="3639882"/>
            <a:ext cx="1003200" cy="10032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1" name="Google Shape;301;p25"/>
          <p:cNvSpPr/>
          <p:nvPr/>
        </p:nvSpPr>
        <p:spPr>
          <a:xfrm rot="-2700000">
            <a:off x="4759042" y="5970845"/>
            <a:ext cx="724304" cy="719552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632802" y="1388482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"/>
          </p:nvPr>
        </p:nvSpPr>
        <p:spPr>
          <a:xfrm>
            <a:off x="5987520" y="605198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2"/>
          </p:nvPr>
        </p:nvSpPr>
        <p:spPr>
          <a:xfrm>
            <a:off x="5987520" y="38628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3"/>
          </p:nvPr>
        </p:nvSpPr>
        <p:spPr>
          <a:xfrm>
            <a:off x="5987520" y="16114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7739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4 Items">
  <p:cSld name="TOC - 4 Items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14360" y="-14360"/>
            <a:ext cx="5106240" cy="8244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10" name="Google Shape;310;p26"/>
          <p:cNvSpPr txBox="1">
            <a:spLocks noGrp="1"/>
          </p:cNvSpPr>
          <p:nvPr>
            <p:ph type="title"/>
          </p:nvPr>
        </p:nvSpPr>
        <p:spPr>
          <a:xfrm>
            <a:off x="731520" y="2805160"/>
            <a:ext cx="3637440" cy="25905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4632803" y="2793581"/>
            <a:ext cx="1003200" cy="10032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4632802" y="6196541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26"/>
          <p:cNvSpPr/>
          <p:nvPr/>
        </p:nvSpPr>
        <p:spPr>
          <a:xfrm rot="-2700000">
            <a:off x="4759042" y="4636864"/>
            <a:ext cx="724304" cy="719552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4632802" y="1029861"/>
            <a:ext cx="1003200" cy="100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1"/>
          </p:nvPr>
        </p:nvSpPr>
        <p:spPr>
          <a:xfrm>
            <a:off x="5987520" y="125282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subTitle" idx="2"/>
          </p:nvPr>
        </p:nvSpPr>
        <p:spPr>
          <a:xfrm>
            <a:off x="5987520" y="301654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3"/>
          </p:nvPr>
        </p:nvSpPr>
        <p:spPr>
          <a:xfrm>
            <a:off x="5987520" y="471798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4"/>
          </p:nvPr>
        </p:nvSpPr>
        <p:spPr>
          <a:xfrm>
            <a:off x="5987520" y="6419501"/>
            <a:ext cx="7911360" cy="5572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3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336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opics">
  <p:cSld name="5 Topics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>
            <a:spLocks noGrp="1"/>
          </p:cNvSpPr>
          <p:nvPr>
            <p:ph type="pic" idx="2"/>
          </p:nvPr>
        </p:nvSpPr>
        <p:spPr>
          <a:xfrm>
            <a:off x="129496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27"/>
          <p:cNvSpPr>
            <a:spLocks noGrp="1"/>
          </p:cNvSpPr>
          <p:nvPr>
            <p:ph type="pic" idx="3"/>
          </p:nvPr>
        </p:nvSpPr>
        <p:spPr>
          <a:xfrm>
            <a:off x="659664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27"/>
          <p:cNvSpPr>
            <a:spLocks noGrp="1"/>
          </p:cNvSpPr>
          <p:nvPr>
            <p:ph type="pic" idx="4"/>
          </p:nvPr>
        </p:nvSpPr>
        <p:spPr>
          <a:xfrm>
            <a:off x="11926520" y="1870560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27"/>
          <p:cNvSpPr>
            <a:spLocks noGrp="1"/>
          </p:cNvSpPr>
          <p:nvPr>
            <p:ph type="pic" idx="5"/>
          </p:nvPr>
        </p:nvSpPr>
        <p:spPr>
          <a:xfrm>
            <a:off x="3931701" y="4726621"/>
            <a:ext cx="1437120" cy="119376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7"/>
          <p:cNvSpPr>
            <a:spLocks noGrp="1"/>
          </p:cNvSpPr>
          <p:nvPr>
            <p:ph type="pic" idx="6"/>
          </p:nvPr>
        </p:nvSpPr>
        <p:spPr>
          <a:xfrm>
            <a:off x="9261581" y="4726621"/>
            <a:ext cx="1437120" cy="119376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9" name="Google Shape;329;p27"/>
          <p:cNvCxnSpPr/>
          <p:nvPr/>
        </p:nvCxnSpPr>
        <p:spPr>
          <a:xfrm rot="10800000">
            <a:off x="7329331" y="472664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4650291" y="178300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9980171" y="1783000"/>
            <a:ext cx="0" cy="254496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" name="Google Shape;332;p27"/>
          <p:cNvSpPr txBox="1">
            <a:spLocks noGrp="1"/>
          </p:cNvSpPr>
          <p:nvPr>
            <p:ph type="subTitle" idx="7"/>
          </p:nvPr>
        </p:nvSpPr>
        <p:spPr>
          <a:xfrm>
            <a:off x="74732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body" idx="8"/>
          </p:nvPr>
        </p:nvSpPr>
        <p:spPr>
          <a:xfrm>
            <a:off x="759080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subTitle" idx="9"/>
          </p:nvPr>
        </p:nvSpPr>
        <p:spPr>
          <a:xfrm>
            <a:off x="606320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600"/>
              </a:buClr>
              <a:buSzPts val="1600"/>
              <a:buFont typeface="IBM Plex Sans Medium"/>
              <a:buNone/>
              <a:defRPr sz="2560">
                <a:solidFill>
                  <a:srgbClr val="FFC6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13"/>
          </p:nvPr>
        </p:nvSpPr>
        <p:spPr>
          <a:xfrm>
            <a:off x="6067098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subTitle" idx="14"/>
          </p:nvPr>
        </p:nvSpPr>
        <p:spPr>
          <a:xfrm>
            <a:off x="11391800" y="3313520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600"/>
              <a:buFont typeface="IBM Plex Sans Medium"/>
              <a:buNone/>
              <a:defRPr sz="2560">
                <a:solidFill>
                  <a:srgbClr val="F9382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body" idx="15"/>
          </p:nvPr>
        </p:nvSpPr>
        <p:spPr>
          <a:xfrm>
            <a:off x="11391320" y="3791190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6"/>
          </p:nvPr>
        </p:nvSpPr>
        <p:spPr>
          <a:xfrm>
            <a:off x="8714040" y="6187957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256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6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56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7"/>
          </p:nvPr>
        </p:nvSpPr>
        <p:spPr>
          <a:xfrm>
            <a:off x="8725800" y="6656688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18"/>
          </p:nvPr>
        </p:nvSpPr>
        <p:spPr>
          <a:xfrm>
            <a:off x="3384160" y="6187957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 sz="256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9"/>
          </p:nvPr>
        </p:nvSpPr>
        <p:spPr>
          <a:xfrm>
            <a:off x="3395920" y="6656688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1pPr>
            <a:lvl2pPr marL="1463040" lvl="1" indent="-49784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2080">
                <a:solidFill>
                  <a:schemeClr val="lt1"/>
                </a:solidFill>
              </a:defRPr>
            </a:lvl2pPr>
            <a:lvl3pPr marL="2194560" lvl="2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9051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opics">
  <p:cSld name="6 Topics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>
            <a:spLocks noGrp="1"/>
          </p:cNvSpPr>
          <p:nvPr>
            <p:ph type="pic" idx="2"/>
          </p:nvPr>
        </p:nvSpPr>
        <p:spPr>
          <a:xfrm>
            <a:off x="688212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8"/>
          <p:cNvSpPr txBox="1">
            <a:spLocks noGrp="1"/>
          </p:cNvSpPr>
          <p:nvPr>
            <p:ph type="subTitle" idx="3"/>
          </p:nvPr>
        </p:nvSpPr>
        <p:spPr>
          <a:xfrm>
            <a:off x="604908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4"/>
          </p:nvPr>
        </p:nvSpPr>
        <p:spPr>
          <a:xfrm>
            <a:off x="606084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0" name="Google Shape;350;p28"/>
          <p:cNvSpPr>
            <a:spLocks noGrp="1"/>
          </p:cNvSpPr>
          <p:nvPr>
            <p:ph type="pic" idx="5"/>
          </p:nvPr>
        </p:nvSpPr>
        <p:spPr>
          <a:xfrm>
            <a:off x="688800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8"/>
          <p:cNvSpPr txBox="1">
            <a:spLocks noGrp="1"/>
          </p:cNvSpPr>
          <p:nvPr>
            <p:ph type="subTitle" idx="6"/>
          </p:nvPr>
        </p:nvSpPr>
        <p:spPr>
          <a:xfrm>
            <a:off x="605496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7"/>
          </p:nvPr>
        </p:nvSpPr>
        <p:spPr>
          <a:xfrm>
            <a:off x="606672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3" name="Google Shape;353;p28"/>
          <p:cNvSpPr>
            <a:spLocks noGrp="1"/>
          </p:cNvSpPr>
          <p:nvPr>
            <p:ph type="pic" idx="8"/>
          </p:nvPr>
        </p:nvSpPr>
        <p:spPr>
          <a:xfrm>
            <a:off x="324852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8"/>
          <p:cNvSpPr txBox="1">
            <a:spLocks noGrp="1"/>
          </p:cNvSpPr>
          <p:nvPr>
            <p:ph type="subTitle" idx="9"/>
          </p:nvPr>
        </p:nvSpPr>
        <p:spPr>
          <a:xfrm>
            <a:off x="241548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13"/>
          </p:nvPr>
        </p:nvSpPr>
        <p:spPr>
          <a:xfrm>
            <a:off x="242724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6" name="Google Shape;356;p28"/>
          <p:cNvSpPr>
            <a:spLocks noGrp="1"/>
          </p:cNvSpPr>
          <p:nvPr>
            <p:ph type="pic" idx="14"/>
          </p:nvPr>
        </p:nvSpPr>
        <p:spPr>
          <a:xfrm>
            <a:off x="325440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28"/>
          <p:cNvSpPr txBox="1">
            <a:spLocks noGrp="1"/>
          </p:cNvSpPr>
          <p:nvPr>
            <p:ph type="subTitle" idx="15"/>
          </p:nvPr>
        </p:nvSpPr>
        <p:spPr>
          <a:xfrm>
            <a:off x="242136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body" idx="16"/>
          </p:nvPr>
        </p:nvSpPr>
        <p:spPr>
          <a:xfrm>
            <a:off x="243312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59" name="Google Shape;359;p28"/>
          <p:cNvSpPr>
            <a:spLocks noGrp="1"/>
          </p:cNvSpPr>
          <p:nvPr>
            <p:ph type="pic" idx="17"/>
          </p:nvPr>
        </p:nvSpPr>
        <p:spPr>
          <a:xfrm>
            <a:off x="10533360" y="183075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8"/>
          <p:cNvSpPr txBox="1">
            <a:spLocks noGrp="1"/>
          </p:cNvSpPr>
          <p:nvPr>
            <p:ph type="subTitle" idx="18"/>
          </p:nvPr>
        </p:nvSpPr>
        <p:spPr>
          <a:xfrm>
            <a:off x="9700320" y="279917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body" idx="19"/>
          </p:nvPr>
        </p:nvSpPr>
        <p:spPr>
          <a:xfrm>
            <a:off x="9712080" y="327684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  <p:sp>
        <p:nvSpPr>
          <p:cNvPr id="362" name="Google Shape;362;p28"/>
          <p:cNvSpPr>
            <a:spLocks noGrp="1"/>
          </p:cNvSpPr>
          <p:nvPr>
            <p:ph type="pic" idx="20"/>
          </p:nvPr>
        </p:nvSpPr>
        <p:spPr>
          <a:xfrm>
            <a:off x="10539240" y="4778238"/>
            <a:ext cx="877920" cy="72912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8"/>
          <p:cNvSpPr txBox="1">
            <a:spLocks noGrp="1"/>
          </p:cNvSpPr>
          <p:nvPr>
            <p:ph type="subTitle" idx="21"/>
          </p:nvPr>
        </p:nvSpPr>
        <p:spPr>
          <a:xfrm>
            <a:off x="9706200" y="5746653"/>
            <a:ext cx="251952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256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4" name="Google Shape;364;p28"/>
          <p:cNvSpPr txBox="1">
            <a:spLocks noGrp="1"/>
          </p:cNvSpPr>
          <p:nvPr>
            <p:ph type="body" idx="22"/>
          </p:nvPr>
        </p:nvSpPr>
        <p:spPr>
          <a:xfrm>
            <a:off x="9717960" y="6224323"/>
            <a:ext cx="2520480" cy="12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1pPr>
            <a:lvl2pPr marL="1463040" lvl="1" indent="-47752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760">
                <a:solidFill>
                  <a:schemeClr val="lt1"/>
                </a:solidFill>
              </a:defRPr>
            </a:lvl2pPr>
            <a:lvl3pPr marL="2194560" lvl="2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3pPr>
            <a:lvl4pPr marL="2926080" lvl="3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4pPr>
            <a:lvl5pPr marL="3657600" lvl="4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5pPr>
            <a:lvl6pPr marL="4389120" lvl="5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6pPr>
            <a:lvl7pPr marL="5120640" lvl="6" indent="-47752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760"/>
            </a:lvl7pPr>
            <a:lvl8pPr marL="5852160" lvl="7" indent="-47752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760"/>
            </a:lvl8pPr>
            <a:lvl9pPr marL="6583680" lvl="8" indent="-47752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76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1298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1">
  <p:cSld name="3 Topics -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731520" y="19176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747310" y="558672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47310" y="369048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747310" y="1843962"/>
            <a:ext cx="1003200" cy="1003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1030941" y="1927383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1045936" y="3790028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1045034" y="5667670"/>
            <a:ext cx="404160" cy="1178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528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</a:t>
            </a:r>
            <a:endParaRPr sz="528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376" name="Google Shape;376;p29"/>
          <p:cNvGrpSpPr/>
          <p:nvPr/>
        </p:nvGrpSpPr>
        <p:grpSpPr>
          <a:xfrm>
            <a:off x="9944046" y="2664546"/>
            <a:ext cx="3722346" cy="3815792"/>
            <a:chOff x="1982862" y="3613287"/>
            <a:chExt cx="819900" cy="840483"/>
          </a:xfrm>
        </p:grpSpPr>
        <p:sp>
          <p:nvSpPr>
            <p:cNvPr id="377" name="Google Shape;377;p29"/>
            <p:cNvSpPr/>
            <p:nvPr/>
          </p:nvSpPr>
          <p:spPr>
            <a:xfrm>
              <a:off x="1982862" y="3633870"/>
              <a:ext cx="819900" cy="81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083370" y="3731983"/>
              <a:ext cx="623700" cy="6237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166919" y="3815537"/>
              <a:ext cx="456600" cy="45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080960" y="3732000"/>
              <a:ext cx="623700" cy="623700"/>
            </a:xfrm>
            <a:prstGeom prst="ellipse">
              <a:avLst/>
            </a:prstGeom>
            <a:noFill/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32411" y="3883453"/>
              <a:ext cx="320700" cy="320700"/>
            </a:xfrm>
            <a:prstGeom prst="ellipse">
              <a:avLst/>
            </a:prstGeom>
            <a:solidFill>
              <a:srgbClr val="FFC600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322915" y="3971532"/>
              <a:ext cx="144600" cy="144600"/>
            </a:xfrm>
            <a:prstGeom prst="ellipse">
              <a:avLst/>
            </a:prstGeom>
            <a:solidFill>
              <a:srgbClr val="F93822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2279924">
              <a:off x="2497970" y="3682498"/>
              <a:ext cx="36547" cy="413728"/>
            </a:xfrm>
            <a:prstGeom prst="roundRect">
              <a:avLst>
                <a:gd name="adj" fmla="val 16667"/>
              </a:avLst>
            </a:pr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4" name="Google Shape;384;p29"/>
            <p:cNvSpPr/>
            <p:nvPr/>
          </p:nvSpPr>
          <p:spPr>
            <a:xfrm rot="-6751234">
              <a:off x="2597281" y="3638302"/>
              <a:ext cx="102125" cy="116945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385" name="Google Shape;385;p29"/>
            <p:cNvSpPr/>
            <p:nvPr/>
          </p:nvSpPr>
          <p:spPr>
            <a:xfrm rot="-6733056">
              <a:off x="2646895" y="3621297"/>
              <a:ext cx="70587" cy="80758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386" name="Google Shape;386;p29"/>
          <p:cNvSpPr txBox="1">
            <a:spLocks noGrp="1"/>
          </p:cNvSpPr>
          <p:nvPr>
            <p:ph type="subTitle" idx="2"/>
          </p:nvPr>
        </p:nvSpPr>
        <p:spPr>
          <a:xfrm>
            <a:off x="2122760" y="186432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body" idx="3"/>
          </p:nvPr>
        </p:nvSpPr>
        <p:spPr>
          <a:xfrm>
            <a:off x="2151880" y="248294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subTitle" idx="4"/>
          </p:nvPr>
        </p:nvSpPr>
        <p:spPr>
          <a:xfrm>
            <a:off x="2122760" y="369048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5"/>
          </p:nvPr>
        </p:nvSpPr>
        <p:spPr>
          <a:xfrm>
            <a:off x="2151880" y="430910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6"/>
          </p:nvPr>
        </p:nvSpPr>
        <p:spPr>
          <a:xfrm>
            <a:off x="2122760" y="5614920"/>
            <a:ext cx="623328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32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body" idx="7"/>
          </p:nvPr>
        </p:nvSpPr>
        <p:spPr>
          <a:xfrm>
            <a:off x="2151880" y="6233542"/>
            <a:ext cx="6236160" cy="10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1pPr>
            <a:lvl2pPr marL="1463040" lvl="1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2pPr>
            <a:lvl3pPr marL="2194560" lvl="2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3pPr>
            <a:lvl4pPr marL="2926080" lvl="3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4pPr>
            <a:lvl5pPr marL="3657600" lvl="4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5pPr>
            <a:lvl6pPr marL="4389120" lvl="5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6pPr>
            <a:lvl7pPr marL="5120640" lvl="6" indent="-49784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80"/>
            </a:lvl7pPr>
            <a:lvl8pPr marL="5852160" lvl="7" indent="-49784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2080"/>
            </a:lvl8pPr>
            <a:lvl9pPr marL="6583680" lvl="8" indent="-49784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208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7183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1">
  <p:cSld name="4 Topics - 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 rot="-5400000">
            <a:off x="4837000" y="-2239400"/>
            <a:ext cx="5826240" cy="14019360"/>
          </a:xfrm>
          <a:prstGeom prst="round2SameRect">
            <a:avLst>
              <a:gd name="adj1" fmla="val 141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0"/>
          <p:cNvSpPr>
            <a:spLocks noGrp="1"/>
          </p:cNvSpPr>
          <p:nvPr>
            <p:ph type="pic" idx="2"/>
          </p:nvPr>
        </p:nvSpPr>
        <p:spPr>
          <a:xfrm>
            <a:off x="1529720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9" name="Google Shape;399;p30"/>
          <p:cNvSpPr>
            <a:spLocks noGrp="1"/>
          </p:cNvSpPr>
          <p:nvPr>
            <p:ph type="pic" idx="3"/>
          </p:nvPr>
        </p:nvSpPr>
        <p:spPr>
          <a:xfrm>
            <a:off x="1529720" y="4945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0" name="Google Shape;400;p30"/>
          <p:cNvSpPr>
            <a:spLocks noGrp="1"/>
          </p:cNvSpPr>
          <p:nvPr>
            <p:ph type="pic" idx="4"/>
          </p:nvPr>
        </p:nvSpPr>
        <p:spPr>
          <a:xfrm>
            <a:off x="7447880" y="2496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1" name="Google Shape;401;p30"/>
          <p:cNvSpPr>
            <a:spLocks noGrp="1"/>
          </p:cNvSpPr>
          <p:nvPr>
            <p:ph type="pic" idx="5"/>
          </p:nvPr>
        </p:nvSpPr>
        <p:spPr>
          <a:xfrm>
            <a:off x="7447880" y="4945800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2" name="Google Shape;402;p30"/>
          <p:cNvSpPr txBox="1">
            <a:spLocks noGrp="1"/>
          </p:cNvSpPr>
          <p:nvPr>
            <p:ph type="subTitle" idx="6"/>
          </p:nvPr>
        </p:nvSpPr>
        <p:spPr>
          <a:xfrm>
            <a:off x="3218840" y="251198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30"/>
          <p:cNvSpPr txBox="1">
            <a:spLocks noGrp="1"/>
          </p:cNvSpPr>
          <p:nvPr>
            <p:ph type="body" idx="7"/>
          </p:nvPr>
        </p:nvSpPr>
        <p:spPr>
          <a:xfrm>
            <a:off x="3237280" y="315698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30"/>
          <p:cNvSpPr txBox="1">
            <a:spLocks noGrp="1"/>
          </p:cNvSpPr>
          <p:nvPr>
            <p:ph type="subTitle" idx="8"/>
          </p:nvPr>
        </p:nvSpPr>
        <p:spPr>
          <a:xfrm>
            <a:off x="3218840" y="494582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9"/>
          </p:nvPr>
        </p:nvSpPr>
        <p:spPr>
          <a:xfrm>
            <a:off x="3237280" y="559082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13"/>
          </p:nvPr>
        </p:nvSpPr>
        <p:spPr>
          <a:xfrm>
            <a:off x="9155280" y="251198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body" idx="14"/>
          </p:nvPr>
        </p:nvSpPr>
        <p:spPr>
          <a:xfrm>
            <a:off x="9173720" y="315698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subTitle" idx="15"/>
          </p:nvPr>
        </p:nvSpPr>
        <p:spPr>
          <a:xfrm>
            <a:off x="9155280" y="4945821"/>
            <a:ext cx="394656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body" idx="16"/>
          </p:nvPr>
        </p:nvSpPr>
        <p:spPr>
          <a:xfrm>
            <a:off x="9173720" y="5590821"/>
            <a:ext cx="394848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2240">
                <a:solidFill>
                  <a:schemeClr val="lt1"/>
                </a:solidFill>
              </a:defRPr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0" name="Google Shape;410;p30"/>
          <p:cNvGrpSpPr/>
          <p:nvPr/>
        </p:nvGrpSpPr>
        <p:grpSpPr>
          <a:xfrm rot="5400000">
            <a:off x="-100393" y="5263742"/>
            <a:ext cx="1409686" cy="773784"/>
            <a:chOff x="5988337" y="3156400"/>
            <a:chExt cx="881054" cy="483615"/>
          </a:xfrm>
        </p:grpSpPr>
        <p:sp>
          <p:nvSpPr>
            <p:cNvPr id="411" name="Google Shape;411;p30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2750013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2">
  <p:cSld name="3 Topics - 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5400000">
            <a:off x="3980800" y="-2221640"/>
            <a:ext cx="5851680" cy="13982880"/>
          </a:xfrm>
          <a:prstGeom prst="round2SameRect">
            <a:avLst>
              <a:gd name="adj1" fmla="val 7469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0" name="Google Shape;4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1"/>
          <p:cNvSpPr>
            <a:spLocks noGrp="1"/>
          </p:cNvSpPr>
          <p:nvPr>
            <p:ph type="pic" idx="2"/>
          </p:nvPr>
        </p:nvSpPr>
        <p:spPr>
          <a:xfrm>
            <a:off x="1529720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3" name="Google Shape;433;p31"/>
          <p:cNvSpPr txBox="1">
            <a:spLocks noGrp="1"/>
          </p:cNvSpPr>
          <p:nvPr>
            <p:ph type="subTitle" idx="3"/>
          </p:nvPr>
        </p:nvSpPr>
        <p:spPr>
          <a:xfrm>
            <a:off x="733800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4"/>
          </p:nvPr>
        </p:nvSpPr>
        <p:spPr>
          <a:xfrm>
            <a:off x="747920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>
            <a:spLocks noGrp="1"/>
          </p:cNvSpPr>
          <p:nvPr>
            <p:ph type="pic" idx="5"/>
          </p:nvPr>
        </p:nvSpPr>
        <p:spPr>
          <a:xfrm>
            <a:off x="5753021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6" name="Google Shape;436;p31"/>
          <p:cNvSpPr txBox="1">
            <a:spLocks noGrp="1"/>
          </p:cNvSpPr>
          <p:nvPr>
            <p:ph type="subTitle" idx="6"/>
          </p:nvPr>
        </p:nvSpPr>
        <p:spPr>
          <a:xfrm>
            <a:off x="4957101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idx="7"/>
          </p:nvPr>
        </p:nvSpPr>
        <p:spPr>
          <a:xfrm>
            <a:off x="4971213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>
            <a:spLocks noGrp="1"/>
          </p:cNvSpPr>
          <p:nvPr>
            <p:ph type="pic" idx="8"/>
          </p:nvPr>
        </p:nvSpPr>
        <p:spPr>
          <a:xfrm>
            <a:off x="9976301" y="2496781"/>
            <a:ext cx="1445280" cy="144528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9" name="Google Shape;439;p31"/>
          <p:cNvSpPr txBox="1">
            <a:spLocks noGrp="1"/>
          </p:cNvSpPr>
          <p:nvPr>
            <p:ph type="subTitle" idx="9"/>
          </p:nvPr>
        </p:nvSpPr>
        <p:spPr>
          <a:xfrm>
            <a:off x="9180381" y="4151760"/>
            <a:ext cx="30216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0" name="Google Shape;440;p31"/>
          <p:cNvSpPr txBox="1">
            <a:spLocks noGrp="1"/>
          </p:cNvSpPr>
          <p:nvPr>
            <p:ph type="body" idx="13"/>
          </p:nvPr>
        </p:nvSpPr>
        <p:spPr>
          <a:xfrm>
            <a:off x="9194485" y="4796760"/>
            <a:ext cx="3023040" cy="25555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926080" lvl="3" indent="-5080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41" name="Google Shape;441;p31"/>
          <p:cNvGrpSpPr/>
          <p:nvPr/>
        </p:nvGrpSpPr>
        <p:grpSpPr>
          <a:xfrm>
            <a:off x="11885607" y="1613769"/>
            <a:ext cx="1409686" cy="773784"/>
            <a:chOff x="5988337" y="3156400"/>
            <a:chExt cx="881054" cy="483615"/>
          </a:xfrm>
        </p:grpSpPr>
        <p:sp>
          <p:nvSpPr>
            <p:cNvPr id="442" name="Google Shape;442;p31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19395425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Black">
  <p:cSld name="Content &amp; Image - Black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7012800" y="2097800"/>
            <a:ext cx="6902880" cy="5642880"/>
          </a:xfrm>
          <a:prstGeom prst="roundRect">
            <a:avLst>
              <a:gd name="adj" fmla="val 71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1" name="Google Shape;46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2"/>
          <p:cNvSpPr>
            <a:spLocks noGrp="1"/>
          </p:cNvSpPr>
          <p:nvPr>
            <p:ph type="pic" idx="2"/>
          </p:nvPr>
        </p:nvSpPr>
        <p:spPr>
          <a:xfrm>
            <a:off x="6769080" y="1843960"/>
            <a:ext cx="6902880" cy="565872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  <p:sp>
        <p:nvSpPr>
          <p:cNvPr id="464" name="Google Shape;464;p32"/>
          <p:cNvSpPr txBox="1">
            <a:spLocks noGrp="1"/>
          </p:cNvSpPr>
          <p:nvPr>
            <p:ph type="subTitle" idx="3"/>
          </p:nvPr>
        </p:nvSpPr>
        <p:spPr>
          <a:xfrm>
            <a:off x="747320" y="1839560"/>
            <a:ext cx="511632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4"/>
          </p:nvPr>
        </p:nvSpPr>
        <p:spPr>
          <a:xfrm>
            <a:off x="747320" y="2759360"/>
            <a:ext cx="5116320" cy="49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54956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Spacecraft">
  <p:cSld name="Content &amp; Image - Spacecraf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9" name="Google Shape;46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subTitle" idx="2"/>
          </p:nvPr>
        </p:nvSpPr>
        <p:spPr>
          <a:xfrm>
            <a:off x="8782560" y="1839560"/>
            <a:ext cx="511632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32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3"/>
          </p:nvPr>
        </p:nvSpPr>
        <p:spPr>
          <a:xfrm>
            <a:off x="8782560" y="2759360"/>
            <a:ext cx="5116320" cy="49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33"/>
          <p:cNvGrpSpPr/>
          <p:nvPr/>
        </p:nvGrpSpPr>
        <p:grpSpPr>
          <a:xfrm>
            <a:off x="731527" y="6671249"/>
            <a:ext cx="1409686" cy="773784"/>
            <a:chOff x="5988337" y="3156400"/>
            <a:chExt cx="881054" cy="483615"/>
          </a:xfrm>
        </p:grpSpPr>
        <p:sp>
          <p:nvSpPr>
            <p:cNvPr id="474" name="Google Shape;474;p33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489" name="Google Shape;489;p33"/>
          <p:cNvSpPr>
            <a:spLocks noGrp="1"/>
          </p:cNvSpPr>
          <p:nvPr>
            <p:ph type="pic" idx="4"/>
          </p:nvPr>
        </p:nvSpPr>
        <p:spPr>
          <a:xfrm>
            <a:off x="747320" y="1843960"/>
            <a:ext cx="7302240" cy="420144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77474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Topic Grey">
  <p:cSld name="Title &amp; body - 2 Topic Grey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7938120" y="2087800"/>
            <a:ext cx="5498400" cy="5844960"/>
          </a:xfrm>
          <a:prstGeom prst="roundRect">
            <a:avLst>
              <a:gd name="adj" fmla="val 749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2" name="Google Shape;492;p34"/>
          <p:cNvSpPr/>
          <p:nvPr/>
        </p:nvSpPr>
        <p:spPr>
          <a:xfrm>
            <a:off x="1682920" y="2087800"/>
            <a:ext cx="5498400" cy="5844960"/>
          </a:xfrm>
          <a:prstGeom prst="roundRect">
            <a:avLst>
              <a:gd name="adj" fmla="val 7554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3" name="Google Shape;493;p34"/>
          <p:cNvSpPr/>
          <p:nvPr/>
        </p:nvSpPr>
        <p:spPr>
          <a:xfrm>
            <a:off x="1439080" y="1843960"/>
            <a:ext cx="5498400" cy="5844960"/>
          </a:xfrm>
          <a:prstGeom prst="roundRect">
            <a:avLst>
              <a:gd name="adj" fmla="val 754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1851800" y="4644240"/>
            <a:ext cx="4672800" cy="269952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97" name="Google Shape;49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/>
          <p:nvPr/>
        </p:nvSpPr>
        <p:spPr>
          <a:xfrm>
            <a:off x="7694275" y="1843960"/>
            <a:ext cx="5498400" cy="5844960"/>
          </a:xfrm>
          <a:prstGeom prst="roundRect">
            <a:avLst>
              <a:gd name="adj" fmla="val 74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499" name="Google Shape;499;p34"/>
          <p:cNvSpPr txBox="1">
            <a:spLocks noGrp="1"/>
          </p:cNvSpPr>
          <p:nvPr>
            <p:ph type="body" idx="2"/>
          </p:nvPr>
        </p:nvSpPr>
        <p:spPr>
          <a:xfrm>
            <a:off x="8033800" y="4644240"/>
            <a:ext cx="4819200" cy="269952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4"/>
          <p:cNvSpPr>
            <a:spLocks noGrp="1"/>
          </p:cNvSpPr>
          <p:nvPr>
            <p:ph type="pic" idx="3"/>
          </p:nvPr>
        </p:nvSpPr>
        <p:spPr>
          <a:xfrm>
            <a:off x="3303800" y="214840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1" name="Google Shape;501;p34"/>
          <p:cNvSpPr>
            <a:spLocks noGrp="1"/>
          </p:cNvSpPr>
          <p:nvPr>
            <p:ph type="pic" idx="4"/>
          </p:nvPr>
        </p:nvSpPr>
        <p:spPr>
          <a:xfrm>
            <a:off x="9559080" y="214840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2" name="Google Shape;502;p34"/>
          <p:cNvSpPr txBox="1">
            <a:spLocks noGrp="1"/>
          </p:cNvSpPr>
          <p:nvPr>
            <p:ph type="subTitle" idx="5"/>
          </p:nvPr>
        </p:nvSpPr>
        <p:spPr>
          <a:xfrm>
            <a:off x="1851800" y="4024080"/>
            <a:ext cx="46728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subTitle" idx="6"/>
          </p:nvPr>
        </p:nvSpPr>
        <p:spPr>
          <a:xfrm>
            <a:off x="8033811" y="4024080"/>
            <a:ext cx="4672800" cy="498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43746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3">
  <p:cSld name="4 Topics - 3">
    <p:bg>
      <p:bgPr>
        <a:solidFill>
          <a:schemeClr val="dk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>
            <a:spLocks noGrp="1"/>
          </p:cNvSpPr>
          <p:nvPr>
            <p:ph type="pic" idx="2"/>
          </p:nvPr>
        </p:nvSpPr>
        <p:spPr>
          <a:xfrm>
            <a:off x="746424" y="164592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9" name="Google Shape;509;p35"/>
          <p:cNvSpPr txBox="1">
            <a:spLocks noGrp="1"/>
          </p:cNvSpPr>
          <p:nvPr>
            <p:ph type="subTitle" idx="1"/>
          </p:nvPr>
        </p:nvSpPr>
        <p:spPr>
          <a:xfrm>
            <a:off x="2449634" y="164592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3"/>
          </p:nvPr>
        </p:nvSpPr>
        <p:spPr>
          <a:xfrm>
            <a:off x="2472155" y="2167078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5"/>
          <p:cNvSpPr>
            <a:spLocks noGrp="1"/>
          </p:cNvSpPr>
          <p:nvPr>
            <p:ph type="pic" idx="4"/>
          </p:nvPr>
        </p:nvSpPr>
        <p:spPr>
          <a:xfrm>
            <a:off x="746424" y="3296594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2" name="Google Shape;512;p35"/>
          <p:cNvSpPr txBox="1">
            <a:spLocks noGrp="1"/>
          </p:cNvSpPr>
          <p:nvPr>
            <p:ph type="subTitle" idx="5"/>
          </p:nvPr>
        </p:nvSpPr>
        <p:spPr>
          <a:xfrm>
            <a:off x="2449634" y="3296594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body" idx="6"/>
          </p:nvPr>
        </p:nvSpPr>
        <p:spPr>
          <a:xfrm>
            <a:off x="2472155" y="3817752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5"/>
          <p:cNvSpPr>
            <a:spLocks noGrp="1"/>
          </p:cNvSpPr>
          <p:nvPr>
            <p:ph type="pic" idx="7"/>
          </p:nvPr>
        </p:nvSpPr>
        <p:spPr>
          <a:xfrm>
            <a:off x="746424" y="4947267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5" name="Google Shape;515;p35"/>
          <p:cNvSpPr txBox="1">
            <a:spLocks noGrp="1"/>
          </p:cNvSpPr>
          <p:nvPr>
            <p:ph type="subTitle" idx="8"/>
          </p:nvPr>
        </p:nvSpPr>
        <p:spPr>
          <a:xfrm>
            <a:off x="2449634" y="4947267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body" idx="9"/>
          </p:nvPr>
        </p:nvSpPr>
        <p:spPr>
          <a:xfrm>
            <a:off x="2472155" y="5468426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17" name="Google Shape;517;p35"/>
          <p:cNvCxnSpPr/>
          <p:nvPr/>
        </p:nvCxnSpPr>
        <p:spPr>
          <a:xfrm>
            <a:off x="732960" y="3051573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732960" y="4694112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9" name="Google Shape;519;p35"/>
          <p:cNvSpPr>
            <a:spLocks noGrp="1"/>
          </p:cNvSpPr>
          <p:nvPr>
            <p:ph type="pic" idx="13"/>
          </p:nvPr>
        </p:nvSpPr>
        <p:spPr>
          <a:xfrm>
            <a:off x="746424" y="656328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0" name="Google Shape;520;p35"/>
          <p:cNvSpPr txBox="1">
            <a:spLocks noGrp="1"/>
          </p:cNvSpPr>
          <p:nvPr>
            <p:ph type="subTitle" idx="14"/>
          </p:nvPr>
        </p:nvSpPr>
        <p:spPr>
          <a:xfrm>
            <a:off x="2449634" y="656328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body" idx="15"/>
          </p:nvPr>
        </p:nvSpPr>
        <p:spPr>
          <a:xfrm>
            <a:off x="2450360" y="7101840"/>
            <a:ext cx="1142688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920">
                <a:solidFill>
                  <a:schemeClr val="lt2"/>
                </a:solidFill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920">
                <a:solidFill>
                  <a:schemeClr val="lt2"/>
                </a:solidFill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92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22" name="Google Shape;522;p35"/>
          <p:cNvCxnSpPr/>
          <p:nvPr/>
        </p:nvCxnSpPr>
        <p:spPr>
          <a:xfrm>
            <a:off x="732960" y="6310125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215842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2">
  <p:cSld name="4 Topics - 2">
    <p:bg>
      <p:bgPr>
        <a:solidFill>
          <a:schemeClr val="lt2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6" name="Google Shape;526;p36"/>
          <p:cNvSpPr>
            <a:spLocks noGrp="1"/>
          </p:cNvSpPr>
          <p:nvPr>
            <p:ph type="pic" idx="2"/>
          </p:nvPr>
        </p:nvSpPr>
        <p:spPr>
          <a:xfrm>
            <a:off x="746424" y="164592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36"/>
          <p:cNvSpPr txBox="1">
            <a:spLocks noGrp="1"/>
          </p:cNvSpPr>
          <p:nvPr>
            <p:ph type="subTitle" idx="1"/>
          </p:nvPr>
        </p:nvSpPr>
        <p:spPr>
          <a:xfrm>
            <a:off x="2449634" y="164592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36"/>
          <p:cNvSpPr txBox="1">
            <a:spLocks noGrp="1"/>
          </p:cNvSpPr>
          <p:nvPr>
            <p:ph type="body" idx="3"/>
          </p:nvPr>
        </p:nvSpPr>
        <p:spPr>
          <a:xfrm>
            <a:off x="2472155" y="2167078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529" name="Google Shape;529;p36"/>
          <p:cNvSpPr>
            <a:spLocks noGrp="1"/>
          </p:cNvSpPr>
          <p:nvPr>
            <p:ph type="pic" idx="4"/>
          </p:nvPr>
        </p:nvSpPr>
        <p:spPr>
          <a:xfrm>
            <a:off x="746424" y="3296594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36"/>
          <p:cNvSpPr txBox="1">
            <a:spLocks noGrp="1"/>
          </p:cNvSpPr>
          <p:nvPr>
            <p:ph type="subTitle" idx="5"/>
          </p:nvPr>
        </p:nvSpPr>
        <p:spPr>
          <a:xfrm>
            <a:off x="2449634" y="3296594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IBM Plex Sans Medium"/>
              <a:buNone/>
              <a:defRPr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body" idx="6"/>
          </p:nvPr>
        </p:nvSpPr>
        <p:spPr>
          <a:xfrm>
            <a:off x="2472155" y="3817752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532" name="Google Shape;532;p36"/>
          <p:cNvSpPr>
            <a:spLocks noGrp="1"/>
          </p:cNvSpPr>
          <p:nvPr>
            <p:ph type="pic" idx="7"/>
          </p:nvPr>
        </p:nvSpPr>
        <p:spPr>
          <a:xfrm>
            <a:off x="746424" y="4947267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3" name="Google Shape;533;p36"/>
          <p:cNvSpPr txBox="1">
            <a:spLocks noGrp="1"/>
          </p:cNvSpPr>
          <p:nvPr>
            <p:ph type="subTitle" idx="8"/>
          </p:nvPr>
        </p:nvSpPr>
        <p:spPr>
          <a:xfrm>
            <a:off x="2449634" y="4947267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9"/>
          </p:nvPr>
        </p:nvSpPr>
        <p:spPr>
          <a:xfrm>
            <a:off x="2472155" y="5468426"/>
            <a:ext cx="1142832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cxnSp>
        <p:nvCxnSpPr>
          <p:cNvPr id="535" name="Google Shape;535;p36"/>
          <p:cNvCxnSpPr/>
          <p:nvPr/>
        </p:nvCxnSpPr>
        <p:spPr>
          <a:xfrm>
            <a:off x="732960" y="3051573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6"/>
          <p:cNvCxnSpPr/>
          <p:nvPr/>
        </p:nvCxnSpPr>
        <p:spPr>
          <a:xfrm>
            <a:off x="732960" y="4694112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>
            <a:spLocks noGrp="1"/>
          </p:cNvSpPr>
          <p:nvPr>
            <p:ph type="pic" idx="13"/>
          </p:nvPr>
        </p:nvSpPr>
        <p:spPr>
          <a:xfrm>
            <a:off x="746424" y="6563280"/>
            <a:ext cx="1252800" cy="114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8" name="Google Shape;538;p36"/>
          <p:cNvSpPr txBox="1">
            <a:spLocks noGrp="1"/>
          </p:cNvSpPr>
          <p:nvPr>
            <p:ph type="subTitle" idx="14"/>
          </p:nvPr>
        </p:nvSpPr>
        <p:spPr>
          <a:xfrm>
            <a:off x="2449634" y="6563280"/>
            <a:ext cx="11428320" cy="416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body" idx="15"/>
          </p:nvPr>
        </p:nvSpPr>
        <p:spPr>
          <a:xfrm>
            <a:off x="2450360" y="7101840"/>
            <a:ext cx="11426880" cy="6187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cxnSp>
        <p:nvCxnSpPr>
          <p:cNvPr id="540" name="Google Shape;540;p36"/>
          <p:cNvCxnSpPr/>
          <p:nvPr/>
        </p:nvCxnSpPr>
        <p:spPr>
          <a:xfrm>
            <a:off x="732960" y="6310125"/>
            <a:ext cx="131664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37962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&amp; Image">
  <p:cSld name="4 Topics &amp; Image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subTitle" idx="1"/>
          </p:nvPr>
        </p:nvSpPr>
        <p:spPr>
          <a:xfrm>
            <a:off x="738560" y="1820000"/>
            <a:ext cx="12740160" cy="95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IBM Plex Sans Medium"/>
              <a:buNone/>
              <a:defRPr sz="24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946560" y="3221240"/>
            <a:ext cx="6639840" cy="4262880"/>
          </a:xfrm>
          <a:prstGeom prst="roundRect">
            <a:avLst>
              <a:gd name="adj" fmla="val 1016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45" name="Google Shape;545;p37"/>
          <p:cNvSpPr>
            <a:spLocks noGrp="1"/>
          </p:cNvSpPr>
          <p:nvPr>
            <p:ph type="pic" idx="2"/>
          </p:nvPr>
        </p:nvSpPr>
        <p:spPr>
          <a:xfrm>
            <a:off x="731520" y="2977400"/>
            <a:ext cx="6582240" cy="4262880"/>
          </a:xfrm>
          <a:prstGeom prst="roundRect">
            <a:avLst>
              <a:gd name="adj" fmla="val 10485"/>
            </a:avLst>
          </a:prstGeom>
          <a:noFill/>
          <a:ln>
            <a:noFill/>
          </a:ln>
        </p:spPr>
      </p:sp>
      <p:sp>
        <p:nvSpPr>
          <p:cNvPr id="546" name="Google Shape;546;p37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47" name="Google Shape;5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 txBox="1">
            <a:spLocks noGrp="1"/>
          </p:cNvSpPr>
          <p:nvPr>
            <p:ph type="subTitle" idx="3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9" name="Google Shape;549;p37"/>
          <p:cNvCxnSpPr>
            <a:endCxn id="550" idx="0"/>
          </p:cNvCxnSpPr>
          <p:nvPr/>
        </p:nvCxnSpPr>
        <p:spPr>
          <a:xfrm flipH="1">
            <a:off x="8550157" y="3310293"/>
            <a:ext cx="9120" cy="3247680"/>
          </a:xfrm>
          <a:prstGeom prst="straightConnector1">
            <a:avLst/>
          </a:prstGeom>
          <a:noFill/>
          <a:ln w="9525" cap="flat" cmpd="sng">
            <a:solidFill>
              <a:srgbClr val="BBBCB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1" name="Google Shape;551;p37"/>
          <p:cNvSpPr/>
          <p:nvPr/>
        </p:nvSpPr>
        <p:spPr>
          <a:xfrm>
            <a:off x="8208837" y="2977397"/>
            <a:ext cx="682560" cy="68256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8208837" y="4143882"/>
            <a:ext cx="682560" cy="68256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37"/>
          <p:cNvSpPr/>
          <p:nvPr/>
        </p:nvSpPr>
        <p:spPr>
          <a:xfrm rot="-2700000">
            <a:off x="8279308" y="5423055"/>
            <a:ext cx="541701" cy="538306"/>
          </a:xfrm>
          <a:prstGeom prst="roundRect">
            <a:avLst>
              <a:gd name="adj" fmla="val 580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8208877" y="6557973"/>
            <a:ext cx="682560" cy="682560"/>
          </a:xfrm>
          <a:prstGeom prst="roundRect">
            <a:avLst>
              <a:gd name="adj" fmla="val 50000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4"/>
          </p:nvPr>
        </p:nvSpPr>
        <p:spPr>
          <a:xfrm>
            <a:off x="9214000" y="3153560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5"/>
          </p:nvPr>
        </p:nvSpPr>
        <p:spPr>
          <a:xfrm>
            <a:off x="9214000" y="4320040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6"/>
          </p:nvPr>
        </p:nvSpPr>
        <p:spPr>
          <a:xfrm>
            <a:off x="9214000" y="5526085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37"/>
          <p:cNvSpPr txBox="1">
            <a:spLocks noGrp="1"/>
          </p:cNvSpPr>
          <p:nvPr>
            <p:ph type="subTitle" idx="7"/>
          </p:nvPr>
        </p:nvSpPr>
        <p:spPr>
          <a:xfrm>
            <a:off x="9214000" y="6758502"/>
            <a:ext cx="4457760" cy="330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90660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Camunda">
  <p:cSld name="About Camunda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376280" y="3420960"/>
            <a:ext cx="13522560" cy="5003040"/>
          </a:xfrm>
          <a:prstGeom prst="round2SameRect">
            <a:avLst>
              <a:gd name="adj1" fmla="val 684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1"/>
          </p:nvPr>
        </p:nvSpPr>
        <p:spPr>
          <a:xfrm>
            <a:off x="731520" y="4886880"/>
            <a:ext cx="6583680" cy="21844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560"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38"/>
          <p:cNvSpPr txBox="1">
            <a:spLocks noGrp="1"/>
          </p:cNvSpPr>
          <p:nvPr>
            <p:ph type="subTitle" idx="2"/>
          </p:nvPr>
        </p:nvSpPr>
        <p:spPr>
          <a:xfrm>
            <a:off x="747320" y="745940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3" name="Google Shape;56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8909" y="100272"/>
            <a:ext cx="958624" cy="96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21" y="1060358"/>
            <a:ext cx="4382155" cy="149996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8"/>
          <p:cNvSpPr txBox="1"/>
          <p:nvPr/>
        </p:nvSpPr>
        <p:spPr>
          <a:xfrm>
            <a:off x="747320" y="172480"/>
            <a:ext cx="61656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4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</a:t>
            </a:r>
            <a:endParaRPr sz="544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6" name="Google Shape;566;p38"/>
          <p:cNvSpPr txBox="1">
            <a:spLocks noGrp="1"/>
          </p:cNvSpPr>
          <p:nvPr>
            <p:ph type="subTitle" idx="3"/>
          </p:nvPr>
        </p:nvSpPr>
        <p:spPr>
          <a:xfrm>
            <a:off x="731520" y="3696240"/>
            <a:ext cx="6583680" cy="83712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3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747320" y="2758800"/>
            <a:ext cx="5030400" cy="33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216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Orchestrate. Automate. Transform.</a:t>
            </a:r>
            <a:endParaRPr sz="216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6171417" y="816366"/>
            <a:ext cx="6276491" cy="1865997"/>
            <a:chOff x="4932575" y="3084725"/>
            <a:chExt cx="3928700" cy="1168000"/>
          </a:xfrm>
        </p:grpSpPr>
        <p:cxnSp>
          <p:nvCxnSpPr>
            <p:cNvPr id="569" name="Google Shape;569;p38"/>
            <p:cNvCxnSpPr/>
            <p:nvPr/>
          </p:nvCxnSpPr>
          <p:spPr>
            <a:xfrm>
              <a:off x="5681125" y="3991125"/>
              <a:ext cx="156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38"/>
            <p:cNvCxnSpPr>
              <a:stCxn id="571" idx="6"/>
              <a:endCxn id="572" idx="2"/>
            </p:cNvCxnSpPr>
            <p:nvPr/>
          </p:nvCxnSpPr>
          <p:spPr>
            <a:xfrm>
              <a:off x="5214275" y="3346325"/>
              <a:ext cx="3365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71" name="Google Shape;571;p38"/>
            <p:cNvSpPr/>
            <p:nvPr/>
          </p:nvSpPr>
          <p:spPr>
            <a:xfrm>
              <a:off x="4932575" y="3205475"/>
              <a:ext cx="281700" cy="28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579575" y="320547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3" name="Google Shape;573;p38"/>
            <p:cNvSpPr/>
            <p:nvPr/>
          </p:nvSpPr>
          <p:spPr>
            <a:xfrm rot="2700000">
              <a:off x="5526360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4" name="Google Shape;574;p38"/>
            <p:cNvSpPr/>
            <p:nvPr/>
          </p:nvSpPr>
          <p:spPr>
            <a:xfrm rot="2700000">
              <a:off x="7071978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108675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6350925" y="37295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7664450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cxnSp>
          <p:nvCxnSpPr>
            <p:cNvPr id="578" name="Google Shape;578;p38"/>
            <p:cNvCxnSpPr/>
            <p:nvPr/>
          </p:nvCxnSpPr>
          <p:spPr>
            <a:xfrm>
              <a:off x="56672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38"/>
            <p:cNvCxnSpPr/>
            <p:nvPr/>
          </p:nvCxnSpPr>
          <p:spPr>
            <a:xfrm>
              <a:off x="72128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070305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2">
  <p:cSld name="Case Study - 2">
    <p:bg>
      <p:bgPr>
        <a:solidFill>
          <a:schemeClr val="dk2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/>
          <p:nvPr/>
        </p:nvSpPr>
        <p:spPr>
          <a:xfrm>
            <a:off x="6366680" y="1867720"/>
            <a:ext cx="6797760" cy="4518720"/>
          </a:xfrm>
          <a:prstGeom prst="roundRect">
            <a:avLst>
              <a:gd name="adj" fmla="val 1017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61" name="Google Shape;661;p41"/>
          <p:cNvSpPr/>
          <p:nvPr/>
        </p:nvSpPr>
        <p:spPr>
          <a:xfrm>
            <a:off x="0" y="-28760"/>
            <a:ext cx="7315200" cy="82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62" name="Google Shape;662;p4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578064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"/>
          </p:nvPr>
        </p:nvSpPr>
        <p:spPr>
          <a:xfrm>
            <a:off x="731520" y="1894203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body" idx="3"/>
          </p:nvPr>
        </p:nvSpPr>
        <p:spPr>
          <a:xfrm>
            <a:off x="742922" y="2407866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4"/>
          </p:nvPr>
        </p:nvSpPr>
        <p:spPr>
          <a:xfrm>
            <a:off x="731520" y="3876694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5"/>
          </p:nvPr>
        </p:nvSpPr>
        <p:spPr>
          <a:xfrm>
            <a:off x="742922" y="4390371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6"/>
          </p:nvPr>
        </p:nvSpPr>
        <p:spPr>
          <a:xfrm>
            <a:off x="731520" y="5859186"/>
            <a:ext cx="578064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body" idx="7"/>
          </p:nvPr>
        </p:nvSpPr>
        <p:spPr>
          <a:xfrm>
            <a:off x="742922" y="6372877"/>
            <a:ext cx="5780640" cy="1330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920"/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920"/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920"/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920"/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920"/>
            </a:lvl9pPr>
          </a:lstStyle>
          <a:p>
            <a:endParaRPr/>
          </a:p>
        </p:txBody>
      </p:sp>
      <p:sp>
        <p:nvSpPr>
          <p:cNvPr id="670" name="Google Shape;670;p41"/>
          <p:cNvSpPr/>
          <p:nvPr/>
        </p:nvSpPr>
        <p:spPr>
          <a:xfrm rot="-2700000">
            <a:off x="6853603" y="3692582"/>
            <a:ext cx="874323" cy="868893"/>
          </a:xfrm>
          <a:prstGeom prst="roundRect">
            <a:avLst>
              <a:gd name="adj" fmla="val 58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1"/>
          <p:cNvSpPr txBox="1"/>
          <p:nvPr/>
        </p:nvSpPr>
        <p:spPr>
          <a:xfrm>
            <a:off x="7731200" y="2538520"/>
            <a:ext cx="590880" cy="54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768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“</a:t>
            </a:r>
            <a:endParaRPr sz="7680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3" name="Google Shape;673;p41"/>
          <p:cNvSpPr txBox="1">
            <a:spLocks noGrp="1"/>
          </p:cNvSpPr>
          <p:nvPr>
            <p:ph type="body" idx="8"/>
          </p:nvPr>
        </p:nvSpPr>
        <p:spPr>
          <a:xfrm>
            <a:off x="8322080" y="2759360"/>
            <a:ext cx="4253280" cy="3176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■"/>
              <a:defRPr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9"/>
          </p:nvPr>
        </p:nvSpPr>
        <p:spPr>
          <a:xfrm>
            <a:off x="8322080" y="6621280"/>
            <a:ext cx="372240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subTitle" idx="13"/>
          </p:nvPr>
        </p:nvSpPr>
        <p:spPr>
          <a:xfrm>
            <a:off x="8322080" y="7095520"/>
            <a:ext cx="372240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41"/>
          <p:cNvGrpSpPr/>
          <p:nvPr/>
        </p:nvGrpSpPr>
        <p:grpSpPr>
          <a:xfrm>
            <a:off x="13318598" y="6519240"/>
            <a:ext cx="1503360" cy="1497203"/>
            <a:chOff x="511165" y="3659475"/>
            <a:chExt cx="939600" cy="935752"/>
          </a:xfrm>
        </p:grpSpPr>
        <p:sp>
          <p:nvSpPr>
            <p:cNvPr id="677" name="Google Shape;677;p41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1569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4">
  <p:cSld name="Case Study - 4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2"/>
          <p:cNvSpPr txBox="1">
            <a:spLocks noGrp="1"/>
          </p:cNvSpPr>
          <p:nvPr>
            <p:ph type="sldNum" idx="12"/>
          </p:nvPr>
        </p:nvSpPr>
        <p:spPr>
          <a:xfrm>
            <a:off x="8487472" y="5278598"/>
            <a:ext cx="562080" cy="22128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5" name="Google Shape;685;p42"/>
          <p:cNvSpPr/>
          <p:nvPr/>
        </p:nvSpPr>
        <p:spPr>
          <a:xfrm rot="5400000">
            <a:off x="6464760" y="422794"/>
            <a:ext cx="5783520" cy="9525600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86" name="Google Shape;686;p42"/>
          <p:cNvSpPr/>
          <p:nvPr/>
        </p:nvSpPr>
        <p:spPr>
          <a:xfrm>
            <a:off x="511107" y="605549"/>
            <a:ext cx="9753120" cy="7425600"/>
          </a:xfrm>
          <a:prstGeom prst="roundRect">
            <a:avLst>
              <a:gd name="adj" fmla="val 4405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687" name="Google Shape;687;p42"/>
          <p:cNvSpPr/>
          <p:nvPr/>
        </p:nvSpPr>
        <p:spPr>
          <a:xfrm>
            <a:off x="511081" y="1905257"/>
            <a:ext cx="9754107" cy="6569050"/>
          </a:xfrm>
          <a:custGeom>
            <a:avLst/>
            <a:gdLst/>
            <a:ahLst/>
            <a:cxnLst/>
            <a:rect l="l" t="t" r="r" b="b"/>
            <a:pathLst>
              <a:path w="444500" h="457200" extrusionOk="0">
                <a:moveTo>
                  <a:pt x="444500" y="0"/>
                </a:moveTo>
                <a:lnTo>
                  <a:pt x="0" y="0"/>
                </a:lnTo>
                <a:lnTo>
                  <a:pt x="0" y="457200"/>
                </a:lnTo>
                <a:lnTo>
                  <a:pt x="444500" y="457200"/>
                </a:lnTo>
                <a:lnTo>
                  <a:pt x="4445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731520" y="848560"/>
            <a:ext cx="952560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>
            <a:spLocks noGrp="1"/>
          </p:cNvSpPr>
          <p:nvPr>
            <p:ph type="pic" idx="2"/>
          </p:nvPr>
        </p:nvSpPr>
        <p:spPr>
          <a:xfrm>
            <a:off x="11106680" y="1027960"/>
            <a:ext cx="1768800" cy="16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691" name="Google Shape;691;p42"/>
          <p:cNvCxnSpPr/>
          <p:nvPr/>
        </p:nvCxnSpPr>
        <p:spPr>
          <a:xfrm rot="10800000">
            <a:off x="265472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2"/>
          <p:cNvCxnSpPr/>
          <p:nvPr/>
        </p:nvCxnSpPr>
        <p:spPr>
          <a:xfrm rot="10800000">
            <a:off x="4480882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42"/>
          <p:cNvCxnSpPr/>
          <p:nvPr/>
        </p:nvCxnSpPr>
        <p:spPr>
          <a:xfrm rot="10800000">
            <a:off x="629392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42"/>
          <p:cNvCxnSpPr/>
          <p:nvPr/>
        </p:nvCxnSpPr>
        <p:spPr>
          <a:xfrm rot="10800000">
            <a:off x="8106960" y="3303598"/>
            <a:ext cx="0" cy="43852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929040" y="2958160"/>
            <a:ext cx="243264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42"/>
          <p:cNvCxnSpPr/>
          <p:nvPr/>
        </p:nvCxnSpPr>
        <p:spPr>
          <a:xfrm>
            <a:off x="7473266" y="2958160"/>
            <a:ext cx="243264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42"/>
          <p:cNvSpPr txBox="1">
            <a:spLocks noGrp="1"/>
          </p:cNvSpPr>
          <p:nvPr>
            <p:ph type="subTitle" idx="1"/>
          </p:nvPr>
        </p:nvSpPr>
        <p:spPr>
          <a:xfrm>
            <a:off x="1244720" y="2129520"/>
            <a:ext cx="826512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288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288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3"/>
          </p:nvPr>
        </p:nvSpPr>
        <p:spPr>
          <a:xfrm>
            <a:off x="3500400" y="2688680"/>
            <a:ext cx="3834240" cy="5006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101924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0" name="Google Shape;700;p42"/>
          <p:cNvSpPr txBox="1">
            <a:spLocks noGrp="1"/>
          </p:cNvSpPr>
          <p:nvPr>
            <p:ph type="subTitle" idx="5"/>
          </p:nvPr>
        </p:nvSpPr>
        <p:spPr>
          <a:xfrm>
            <a:off x="284540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subTitle" idx="6"/>
          </p:nvPr>
        </p:nvSpPr>
        <p:spPr>
          <a:xfrm>
            <a:off x="466500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647804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8291080" y="4319467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04" name="Google Shape;704;p42"/>
          <p:cNvSpPr>
            <a:spLocks noGrp="1"/>
          </p:cNvSpPr>
          <p:nvPr>
            <p:ph type="pic" idx="9"/>
          </p:nvPr>
        </p:nvSpPr>
        <p:spPr>
          <a:xfrm>
            <a:off x="141080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5" name="Google Shape;705;p42"/>
          <p:cNvSpPr>
            <a:spLocks noGrp="1"/>
          </p:cNvSpPr>
          <p:nvPr>
            <p:ph type="pic" idx="13"/>
          </p:nvPr>
        </p:nvSpPr>
        <p:spPr>
          <a:xfrm>
            <a:off x="323684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6" name="Google Shape;706;p42"/>
          <p:cNvSpPr>
            <a:spLocks noGrp="1"/>
          </p:cNvSpPr>
          <p:nvPr>
            <p:ph type="pic" idx="14"/>
          </p:nvPr>
        </p:nvSpPr>
        <p:spPr>
          <a:xfrm>
            <a:off x="505644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7" name="Google Shape;707;p42"/>
          <p:cNvSpPr>
            <a:spLocks noGrp="1"/>
          </p:cNvSpPr>
          <p:nvPr>
            <p:ph type="pic" idx="15"/>
          </p:nvPr>
        </p:nvSpPr>
        <p:spPr>
          <a:xfrm>
            <a:off x="686948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8" name="Google Shape;708;p42"/>
          <p:cNvSpPr>
            <a:spLocks noGrp="1"/>
          </p:cNvSpPr>
          <p:nvPr>
            <p:ph type="pic" idx="16"/>
          </p:nvPr>
        </p:nvSpPr>
        <p:spPr>
          <a:xfrm>
            <a:off x="8682520" y="3453800"/>
            <a:ext cx="661920" cy="6619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9" name="Google Shape;709;p42"/>
          <p:cNvSpPr txBox="1">
            <a:spLocks noGrp="1"/>
          </p:cNvSpPr>
          <p:nvPr>
            <p:ph type="subTitle" idx="17"/>
          </p:nvPr>
        </p:nvSpPr>
        <p:spPr>
          <a:xfrm>
            <a:off x="10192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0" name="Google Shape;710;p42"/>
          <p:cNvSpPr txBox="1">
            <a:spLocks noGrp="1"/>
          </p:cNvSpPr>
          <p:nvPr>
            <p:ph type="subTitle" idx="18"/>
          </p:nvPr>
        </p:nvSpPr>
        <p:spPr>
          <a:xfrm>
            <a:off x="284540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subTitle" idx="19"/>
          </p:nvPr>
        </p:nvSpPr>
        <p:spPr>
          <a:xfrm>
            <a:off x="466500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20"/>
          </p:nvPr>
        </p:nvSpPr>
        <p:spPr>
          <a:xfrm>
            <a:off x="64780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3" name="Google Shape;713;p42"/>
          <p:cNvSpPr txBox="1">
            <a:spLocks noGrp="1"/>
          </p:cNvSpPr>
          <p:nvPr>
            <p:ph type="subTitle" idx="21"/>
          </p:nvPr>
        </p:nvSpPr>
        <p:spPr>
          <a:xfrm>
            <a:off x="8297640" y="537332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4" name="Google Shape;714;p42"/>
          <p:cNvSpPr txBox="1">
            <a:spLocks noGrp="1"/>
          </p:cNvSpPr>
          <p:nvPr>
            <p:ph type="subTitle" idx="22"/>
          </p:nvPr>
        </p:nvSpPr>
        <p:spPr>
          <a:xfrm>
            <a:off x="10192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ubTitle" idx="23"/>
          </p:nvPr>
        </p:nvSpPr>
        <p:spPr>
          <a:xfrm>
            <a:off x="284540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subTitle" idx="24"/>
          </p:nvPr>
        </p:nvSpPr>
        <p:spPr>
          <a:xfrm>
            <a:off x="466500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ubTitle" idx="25"/>
          </p:nvPr>
        </p:nvSpPr>
        <p:spPr>
          <a:xfrm>
            <a:off x="64780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8" name="Google Shape;718;p42"/>
          <p:cNvSpPr txBox="1">
            <a:spLocks noGrp="1"/>
          </p:cNvSpPr>
          <p:nvPr>
            <p:ph type="subTitle" idx="26"/>
          </p:nvPr>
        </p:nvSpPr>
        <p:spPr>
          <a:xfrm>
            <a:off x="8297640" y="6382000"/>
            <a:ext cx="144480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19" name="Google Shape;719;p42"/>
          <p:cNvSpPr txBox="1">
            <a:spLocks noGrp="1"/>
          </p:cNvSpPr>
          <p:nvPr>
            <p:ph type="body" idx="27"/>
          </p:nvPr>
        </p:nvSpPr>
        <p:spPr>
          <a:xfrm>
            <a:off x="10502120" y="3697640"/>
            <a:ext cx="4253280" cy="444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48768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92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20" name="Google Shape;720;p42"/>
          <p:cNvSpPr txBox="1">
            <a:spLocks noGrp="1"/>
          </p:cNvSpPr>
          <p:nvPr>
            <p:ph type="subTitle" idx="28"/>
          </p:nvPr>
        </p:nvSpPr>
        <p:spPr>
          <a:xfrm>
            <a:off x="10576560" y="2912440"/>
            <a:ext cx="3322560" cy="500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92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54642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tatus">
  <p:cSld name="Project Status">
    <p:bg>
      <p:bgPr>
        <a:solidFill>
          <a:schemeClr val="dk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/>
          <p:nvPr/>
        </p:nvSpPr>
        <p:spPr>
          <a:xfrm>
            <a:off x="731520" y="4046101"/>
            <a:ext cx="2041440" cy="517920"/>
          </a:xfrm>
          <a:prstGeom prst="roundRect">
            <a:avLst>
              <a:gd name="adj" fmla="val 2363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3" name="Google Shape;723;p43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3"/>
          <p:cNvSpPr/>
          <p:nvPr/>
        </p:nvSpPr>
        <p:spPr>
          <a:xfrm>
            <a:off x="731501" y="2817138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FF69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731501" y="5275056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731501" y="6504016"/>
            <a:ext cx="2041440" cy="517920"/>
          </a:xfrm>
          <a:prstGeom prst="roundRect">
            <a:avLst>
              <a:gd name="adj" fmla="val 22637"/>
            </a:avLst>
          </a:prstGeom>
          <a:solidFill>
            <a:srgbClr val="FFC6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8951174" y="2817174"/>
            <a:ext cx="517920" cy="51792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8" name="Google Shape;728;p43"/>
          <p:cNvSpPr/>
          <p:nvPr/>
        </p:nvSpPr>
        <p:spPr>
          <a:xfrm>
            <a:off x="8951174" y="4046125"/>
            <a:ext cx="517920" cy="517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29" name="Google Shape;729;p43"/>
          <p:cNvSpPr/>
          <p:nvPr/>
        </p:nvSpPr>
        <p:spPr>
          <a:xfrm>
            <a:off x="8951174" y="5275075"/>
            <a:ext cx="517920" cy="517920"/>
          </a:xfrm>
          <a:prstGeom prst="ellipse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30" name="Google Shape;730;p43"/>
          <p:cNvSpPr/>
          <p:nvPr/>
        </p:nvSpPr>
        <p:spPr>
          <a:xfrm>
            <a:off x="8951174" y="6504026"/>
            <a:ext cx="517920" cy="517920"/>
          </a:xfrm>
          <a:prstGeom prst="ellipse">
            <a:avLst/>
          </a:prstGeom>
          <a:solidFill>
            <a:srgbClr val="FFC600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3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3" name="Google Shape;733;p43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43"/>
          <p:cNvSpPr txBox="1">
            <a:spLocks noGrp="1"/>
          </p:cNvSpPr>
          <p:nvPr>
            <p:ph type="subTitle" idx="2"/>
          </p:nvPr>
        </p:nvSpPr>
        <p:spPr>
          <a:xfrm>
            <a:off x="731520" y="183952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3"/>
          <p:cNvSpPr txBox="1">
            <a:spLocks noGrp="1"/>
          </p:cNvSpPr>
          <p:nvPr>
            <p:ph type="subTitle" idx="3"/>
          </p:nvPr>
        </p:nvSpPr>
        <p:spPr>
          <a:xfrm>
            <a:off x="3556480" y="1839520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4"/>
          </p:nvPr>
        </p:nvSpPr>
        <p:spPr>
          <a:xfrm>
            <a:off x="8951160" y="1839520"/>
            <a:ext cx="237456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43"/>
          <p:cNvSpPr txBox="1">
            <a:spLocks noGrp="1"/>
          </p:cNvSpPr>
          <p:nvPr>
            <p:ph type="subTitle" idx="5"/>
          </p:nvPr>
        </p:nvSpPr>
        <p:spPr>
          <a:xfrm>
            <a:off x="11833280" y="183952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56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3"/>
          <p:cNvSpPr txBox="1">
            <a:spLocks noGrp="1"/>
          </p:cNvSpPr>
          <p:nvPr>
            <p:ph type="subTitle" idx="6"/>
          </p:nvPr>
        </p:nvSpPr>
        <p:spPr>
          <a:xfrm>
            <a:off x="731520" y="281716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92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39" name="Google Shape;739;p43"/>
          <p:cNvSpPr txBox="1">
            <a:spLocks noGrp="1"/>
          </p:cNvSpPr>
          <p:nvPr>
            <p:ph type="subTitle" idx="7"/>
          </p:nvPr>
        </p:nvSpPr>
        <p:spPr>
          <a:xfrm>
            <a:off x="731520" y="527504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0" name="Google Shape;740;p43"/>
          <p:cNvSpPr txBox="1">
            <a:spLocks noGrp="1"/>
          </p:cNvSpPr>
          <p:nvPr>
            <p:ph type="subTitle" idx="8"/>
          </p:nvPr>
        </p:nvSpPr>
        <p:spPr>
          <a:xfrm>
            <a:off x="731520" y="6489141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1" name="Google Shape;741;p43"/>
          <p:cNvSpPr txBox="1">
            <a:spLocks noGrp="1"/>
          </p:cNvSpPr>
          <p:nvPr>
            <p:ph type="subTitle" idx="9"/>
          </p:nvPr>
        </p:nvSpPr>
        <p:spPr>
          <a:xfrm>
            <a:off x="3556480" y="2785029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2" name="Google Shape;742;p43"/>
          <p:cNvSpPr txBox="1">
            <a:spLocks noGrp="1"/>
          </p:cNvSpPr>
          <p:nvPr>
            <p:ph type="subTitle" idx="13"/>
          </p:nvPr>
        </p:nvSpPr>
        <p:spPr>
          <a:xfrm>
            <a:off x="3556480" y="4059309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3" name="Google Shape;743;p43"/>
          <p:cNvSpPr txBox="1">
            <a:spLocks noGrp="1"/>
          </p:cNvSpPr>
          <p:nvPr>
            <p:ph type="subTitle" idx="14"/>
          </p:nvPr>
        </p:nvSpPr>
        <p:spPr>
          <a:xfrm>
            <a:off x="3556480" y="5250728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ubTitle" idx="15"/>
          </p:nvPr>
        </p:nvSpPr>
        <p:spPr>
          <a:xfrm>
            <a:off x="3556480" y="6517208"/>
            <a:ext cx="498288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45" name="Google Shape;745;p43"/>
          <p:cNvSpPr txBox="1">
            <a:spLocks noGrp="1"/>
          </p:cNvSpPr>
          <p:nvPr>
            <p:ph type="subTitle" idx="16"/>
          </p:nvPr>
        </p:nvSpPr>
        <p:spPr>
          <a:xfrm>
            <a:off x="9604189" y="2692709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6" name="Google Shape;746;p43"/>
          <p:cNvSpPr txBox="1">
            <a:spLocks noGrp="1"/>
          </p:cNvSpPr>
          <p:nvPr>
            <p:ph type="subTitle" idx="17"/>
          </p:nvPr>
        </p:nvSpPr>
        <p:spPr>
          <a:xfrm>
            <a:off x="9604189" y="3966995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7" name="Google Shape;747;p43"/>
          <p:cNvSpPr txBox="1">
            <a:spLocks noGrp="1"/>
          </p:cNvSpPr>
          <p:nvPr>
            <p:ph type="subTitle" idx="18"/>
          </p:nvPr>
        </p:nvSpPr>
        <p:spPr>
          <a:xfrm>
            <a:off x="9604189" y="5158421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8" name="Google Shape;748;p43"/>
          <p:cNvSpPr txBox="1">
            <a:spLocks noGrp="1"/>
          </p:cNvSpPr>
          <p:nvPr>
            <p:ph type="subTitle" idx="19"/>
          </p:nvPr>
        </p:nvSpPr>
        <p:spPr>
          <a:xfrm>
            <a:off x="9604189" y="6424906"/>
            <a:ext cx="1734720" cy="7209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76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76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9" name="Google Shape;749;p43"/>
          <p:cNvSpPr txBox="1">
            <a:spLocks noGrp="1"/>
          </p:cNvSpPr>
          <p:nvPr>
            <p:ph type="subTitle" idx="20"/>
          </p:nvPr>
        </p:nvSpPr>
        <p:spPr>
          <a:xfrm>
            <a:off x="11846469" y="2798218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0" name="Google Shape;750;p43"/>
          <p:cNvSpPr txBox="1">
            <a:spLocks noGrp="1"/>
          </p:cNvSpPr>
          <p:nvPr>
            <p:ph type="subTitle" idx="21"/>
          </p:nvPr>
        </p:nvSpPr>
        <p:spPr>
          <a:xfrm>
            <a:off x="11846469" y="4072504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1" name="Google Shape;751;p43"/>
          <p:cNvSpPr txBox="1">
            <a:spLocks noGrp="1"/>
          </p:cNvSpPr>
          <p:nvPr>
            <p:ph type="subTitle" idx="22"/>
          </p:nvPr>
        </p:nvSpPr>
        <p:spPr>
          <a:xfrm>
            <a:off x="11846469" y="5263930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2" name="Google Shape;752;p43"/>
          <p:cNvSpPr txBox="1">
            <a:spLocks noGrp="1"/>
          </p:cNvSpPr>
          <p:nvPr>
            <p:ph type="subTitle" idx="23"/>
          </p:nvPr>
        </p:nvSpPr>
        <p:spPr>
          <a:xfrm>
            <a:off x="11846469" y="6530416"/>
            <a:ext cx="2041440" cy="720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76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760"/>
            </a:lvl9pPr>
          </a:lstStyle>
          <a:p>
            <a:endParaRPr/>
          </a:p>
        </p:txBody>
      </p:sp>
      <p:sp>
        <p:nvSpPr>
          <p:cNvPr id="753" name="Google Shape;753;p43"/>
          <p:cNvSpPr txBox="1">
            <a:spLocks noGrp="1"/>
          </p:cNvSpPr>
          <p:nvPr>
            <p:ph type="subTitle" idx="24"/>
          </p:nvPr>
        </p:nvSpPr>
        <p:spPr>
          <a:xfrm>
            <a:off x="731520" y="4046080"/>
            <a:ext cx="2041440" cy="51792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92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92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79994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1">
  <p:cSld name="Timeline - 1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4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4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57" name="Google Shape;75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59" name="Google Shape;759;p44"/>
          <p:cNvCxnSpPr/>
          <p:nvPr/>
        </p:nvCxnSpPr>
        <p:spPr>
          <a:xfrm>
            <a:off x="1975134" y="4297640"/>
            <a:ext cx="1179408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0" name="Google Shape;760;p44"/>
          <p:cNvSpPr/>
          <p:nvPr/>
        </p:nvSpPr>
        <p:spPr>
          <a:xfrm>
            <a:off x="283866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1" name="Google Shape;761;p44"/>
          <p:cNvCxnSpPr>
            <a:stCxn id="760" idx="2"/>
          </p:cNvCxnSpPr>
          <p:nvPr/>
        </p:nvCxnSpPr>
        <p:spPr>
          <a:xfrm>
            <a:off x="2977381" y="443635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2" name="Google Shape;762;p44"/>
          <p:cNvSpPr/>
          <p:nvPr/>
        </p:nvSpPr>
        <p:spPr>
          <a:xfrm>
            <a:off x="748986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509490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988482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12279781" y="4158917"/>
            <a:ext cx="277440" cy="27744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5233621" y="368803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4"/>
          <p:cNvCxnSpPr/>
          <p:nvPr/>
        </p:nvCxnSpPr>
        <p:spPr>
          <a:xfrm>
            <a:off x="7628581" y="442267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4"/>
          <p:cNvCxnSpPr/>
          <p:nvPr/>
        </p:nvCxnSpPr>
        <p:spPr>
          <a:xfrm>
            <a:off x="10023541" y="373539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4"/>
          <p:cNvCxnSpPr/>
          <p:nvPr/>
        </p:nvCxnSpPr>
        <p:spPr>
          <a:xfrm>
            <a:off x="12418501" y="4436357"/>
            <a:ext cx="0" cy="5044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4"/>
          <p:cNvSpPr/>
          <p:nvPr/>
        </p:nvSpPr>
        <p:spPr>
          <a:xfrm>
            <a:off x="13700838" y="4184478"/>
            <a:ext cx="198062" cy="226314"/>
          </a:xfrm>
          <a:custGeom>
            <a:avLst/>
            <a:gdLst/>
            <a:ahLst/>
            <a:cxnLst/>
            <a:rect l="l" t="t" r="r" b="b"/>
            <a:pathLst>
              <a:path w="184073" h="209550" extrusionOk="0">
                <a:moveTo>
                  <a:pt x="7715" y="0"/>
                </a:moveTo>
                <a:lnTo>
                  <a:pt x="6638" y="359"/>
                </a:lnTo>
                <a:lnTo>
                  <a:pt x="5562" y="718"/>
                </a:lnTo>
                <a:lnTo>
                  <a:pt x="4665" y="1256"/>
                </a:lnTo>
                <a:lnTo>
                  <a:pt x="3588" y="1794"/>
                </a:lnTo>
                <a:lnTo>
                  <a:pt x="2691" y="2512"/>
                </a:lnTo>
                <a:lnTo>
                  <a:pt x="1973" y="3409"/>
                </a:lnTo>
                <a:lnTo>
                  <a:pt x="1435" y="4306"/>
                </a:lnTo>
                <a:lnTo>
                  <a:pt x="897" y="5382"/>
                </a:lnTo>
                <a:lnTo>
                  <a:pt x="359" y="6459"/>
                </a:lnTo>
                <a:lnTo>
                  <a:pt x="179" y="7715"/>
                </a:lnTo>
                <a:lnTo>
                  <a:pt x="0" y="8970"/>
                </a:lnTo>
                <a:lnTo>
                  <a:pt x="0" y="104775"/>
                </a:lnTo>
                <a:lnTo>
                  <a:pt x="0" y="200580"/>
                </a:lnTo>
                <a:lnTo>
                  <a:pt x="179" y="201835"/>
                </a:lnTo>
                <a:lnTo>
                  <a:pt x="359" y="203091"/>
                </a:lnTo>
                <a:lnTo>
                  <a:pt x="897" y="204168"/>
                </a:lnTo>
                <a:lnTo>
                  <a:pt x="1435" y="205244"/>
                </a:lnTo>
                <a:lnTo>
                  <a:pt x="1973" y="206141"/>
                </a:lnTo>
                <a:lnTo>
                  <a:pt x="2691" y="207038"/>
                </a:lnTo>
                <a:lnTo>
                  <a:pt x="3588" y="207756"/>
                </a:lnTo>
                <a:lnTo>
                  <a:pt x="4665" y="208294"/>
                </a:lnTo>
                <a:lnTo>
                  <a:pt x="5562" y="208832"/>
                </a:lnTo>
                <a:lnTo>
                  <a:pt x="6638" y="209191"/>
                </a:lnTo>
                <a:lnTo>
                  <a:pt x="7715" y="209550"/>
                </a:lnTo>
                <a:lnTo>
                  <a:pt x="10047" y="209550"/>
                </a:lnTo>
                <a:lnTo>
                  <a:pt x="11303" y="209371"/>
                </a:lnTo>
                <a:lnTo>
                  <a:pt x="12379" y="208832"/>
                </a:lnTo>
                <a:lnTo>
                  <a:pt x="13635" y="208294"/>
                </a:lnTo>
                <a:lnTo>
                  <a:pt x="179408" y="112669"/>
                </a:lnTo>
                <a:lnTo>
                  <a:pt x="180485" y="111951"/>
                </a:lnTo>
                <a:lnTo>
                  <a:pt x="181382" y="111054"/>
                </a:lnTo>
                <a:lnTo>
                  <a:pt x="182279" y="110157"/>
                </a:lnTo>
                <a:lnTo>
                  <a:pt x="182817" y="109081"/>
                </a:lnTo>
                <a:lnTo>
                  <a:pt x="183355" y="108184"/>
                </a:lnTo>
                <a:lnTo>
                  <a:pt x="183714" y="107107"/>
                </a:lnTo>
                <a:lnTo>
                  <a:pt x="183894" y="105851"/>
                </a:lnTo>
                <a:lnTo>
                  <a:pt x="184073" y="104775"/>
                </a:lnTo>
                <a:lnTo>
                  <a:pt x="183894" y="103699"/>
                </a:lnTo>
                <a:lnTo>
                  <a:pt x="183714" y="102443"/>
                </a:lnTo>
                <a:lnTo>
                  <a:pt x="183355" y="101366"/>
                </a:lnTo>
                <a:lnTo>
                  <a:pt x="182817" y="100469"/>
                </a:lnTo>
                <a:lnTo>
                  <a:pt x="182279" y="99393"/>
                </a:lnTo>
                <a:lnTo>
                  <a:pt x="181382" y="98496"/>
                </a:lnTo>
                <a:lnTo>
                  <a:pt x="180485" y="97599"/>
                </a:lnTo>
                <a:lnTo>
                  <a:pt x="179408" y="96881"/>
                </a:lnTo>
                <a:lnTo>
                  <a:pt x="13635" y="1256"/>
                </a:lnTo>
                <a:lnTo>
                  <a:pt x="12379" y="718"/>
                </a:lnTo>
                <a:lnTo>
                  <a:pt x="11303" y="179"/>
                </a:lnTo>
                <a:lnTo>
                  <a:pt x="100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46280" tIns="146280" rIns="146280" bIns="14628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771" name="Google Shape;771;p44"/>
          <p:cNvSpPr>
            <a:spLocks noGrp="1"/>
          </p:cNvSpPr>
          <p:nvPr>
            <p:ph type="pic" idx="2"/>
          </p:nvPr>
        </p:nvSpPr>
        <p:spPr>
          <a:xfrm>
            <a:off x="4754360" y="18439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2" name="Google Shape;772;p44"/>
          <p:cNvSpPr>
            <a:spLocks noGrp="1"/>
          </p:cNvSpPr>
          <p:nvPr>
            <p:ph type="pic" idx="3"/>
          </p:nvPr>
        </p:nvSpPr>
        <p:spPr>
          <a:xfrm>
            <a:off x="9531080" y="18439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3" name="Google Shape;773;p44"/>
          <p:cNvSpPr>
            <a:spLocks noGrp="1"/>
          </p:cNvSpPr>
          <p:nvPr>
            <p:ph type="pic" idx="4"/>
          </p:nvPr>
        </p:nvSpPr>
        <p:spPr>
          <a:xfrm>
            <a:off x="11939240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4" name="Google Shape;774;p44"/>
          <p:cNvSpPr>
            <a:spLocks noGrp="1"/>
          </p:cNvSpPr>
          <p:nvPr>
            <p:ph type="pic" idx="5"/>
          </p:nvPr>
        </p:nvSpPr>
        <p:spPr>
          <a:xfrm>
            <a:off x="7142701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5" name="Google Shape;775;p44"/>
          <p:cNvSpPr>
            <a:spLocks noGrp="1"/>
          </p:cNvSpPr>
          <p:nvPr>
            <p:ph type="pic" idx="6"/>
          </p:nvPr>
        </p:nvSpPr>
        <p:spPr>
          <a:xfrm>
            <a:off x="2498061" y="5062741"/>
            <a:ext cx="958560" cy="95856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6" name="Google Shape;776;p44"/>
          <p:cNvSpPr txBox="1">
            <a:spLocks noGrp="1"/>
          </p:cNvSpPr>
          <p:nvPr>
            <p:ph type="subTitle" idx="7"/>
          </p:nvPr>
        </p:nvSpPr>
        <p:spPr>
          <a:xfrm>
            <a:off x="3969560" y="2926800"/>
            <a:ext cx="25281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8"/>
          </p:nvPr>
        </p:nvSpPr>
        <p:spPr>
          <a:xfrm>
            <a:off x="8693720" y="2950480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9"/>
          </p:nvPr>
        </p:nvSpPr>
        <p:spPr>
          <a:xfrm>
            <a:off x="11088680" y="6179654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13"/>
          </p:nvPr>
        </p:nvSpPr>
        <p:spPr>
          <a:xfrm>
            <a:off x="6292160" y="6193334"/>
            <a:ext cx="26596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subTitle" idx="14"/>
          </p:nvPr>
        </p:nvSpPr>
        <p:spPr>
          <a:xfrm>
            <a:off x="1587960" y="6179634"/>
            <a:ext cx="277872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600"/>
            </a:lvl9pPr>
          </a:lstStyle>
          <a:p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15"/>
          </p:nvPr>
        </p:nvSpPr>
        <p:spPr>
          <a:xfrm>
            <a:off x="190188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6"/>
          </p:nvPr>
        </p:nvSpPr>
        <p:spPr>
          <a:xfrm>
            <a:off x="656984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7"/>
          </p:nvPr>
        </p:nvSpPr>
        <p:spPr>
          <a:xfrm>
            <a:off x="11343080" y="341768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8"/>
          </p:nvPr>
        </p:nvSpPr>
        <p:spPr>
          <a:xfrm>
            <a:off x="8934920" y="453384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9"/>
          </p:nvPr>
        </p:nvSpPr>
        <p:spPr>
          <a:xfrm>
            <a:off x="4158200" y="4533840"/>
            <a:ext cx="215088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256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256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20"/>
          </p:nvPr>
        </p:nvSpPr>
        <p:spPr>
          <a:xfrm>
            <a:off x="352000" y="3932728"/>
            <a:ext cx="1444800" cy="728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224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1584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2">
  <p:cSld name="Timeline - 2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45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90" name="Google Shape;79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2" name="Google Shape;792;p45"/>
          <p:cNvCxnSpPr/>
          <p:nvPr/>
        </p:nvCxnSpPr>
        <p:spPr>
          <a:xfrm>
            <a:off x="-97960" y="2228800"/>
            <a:ext cx="128784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>
            <a:off x="12780112" y="2228920"/>
            <a:ext cx="0" cy="191232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>
            <a:off x="1860032" y="4141240"/>
            <a:ext cx="1092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5"/>
          <p:cNvCxnSpPr/>
          <p:nvPr/>
        </p:nvCxnSpPr>
        <p:spPr>
          <a:xfrm>
            <a:off x="1860032" y="4141240"/>
            <a:ext cx="0" cy="191232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5"/>
          <p:cNvCxnSpPr/>
          <p:nvPr/>
        </p:nvCxnSpPr>
        <p:spPr>
          <a:xfrm>
            <a:off x="1860021" y="6053560"/>
            <a:ext cx="1286832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45"/>
          <p:cNvSpPr/>
          <p:nvPr/>
        </p:nvSpPr>
        <p:spPr>
          <a:xfrm>
            <a:off x="3099760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6935102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10770445" y="1843960"/>
            <a:ext cx="769920" cy="76992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3099760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6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6935102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10770445" y="3756283"/>
            <a:ext cx="769920" cy="76992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3099760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7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6935102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10770445" y="5668608"/>
            <a:ext cx="769920" cy="76992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</a:t>
            </a:r>
            <a:endParaRPr sz="368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45"/>
          <p:cNvSpPr txBox="1">
            <a:spLocks noGrp="1"/>
          </p:cNvSpPr>
          <p:nvPr>
            <p:ph type="subTitle" idx="2"/>
          </p:nvPr>
        </p:nvSpPr>
        <p:spPr>
          <a:xfrm>
            <a:off x="2069520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2069520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2069520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5904781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subTitle" idx="6"/>
          </p:nvPr>
        </p:nvSpPr>
        <p:spPr>
          <a:xfrm>
            <a:off x="5904781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1" name="Google Shape;811;p45"/>
          <p:cNvSpPr txBox="1">
            <a:spLocks noGrp="1"/>
          </p:cNvSpPr>
          <p:nvPr>
            <p:ph type="subTitle" idx="7"/>
          </p:nvPr>
        </p:nvSpPr>
        <p:spPr>
          <a:xfrm>
            <a:off x="5904781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2" name="Google Shape;812;p45"/>
          <p:cNvSpPr txBox="1">
            <a:spLocks noGrp="1"/>
          </p:cNvSpPr>
          <p:nvPr>
            <p:ph type="subTitle" idx="8"/>
          </p:nvPr>
        </p:nvSpPr>
        <p:spPr>
          <a:xfrm>
            <a:off x="9740061" y="2795981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3" name="Google Shape;813;p45"/>
          <p:cNvSpPr txBox="1">
            <a:spLocks noGrp="1"/>
          </p:cNvSpPr>
          <p:nvPr>
            <p:ph type="subTitle" idx="9"/>
          </p:nvPr>
        </p:nvSpPr>
        <p:spPr>
          <a:xfrm>
            <a:off x="9740061" y="467776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  <p:sp>
        <p:nvSpPr>
          <p:cNvPr id="814" name="Google Shape;814;p45"/>
          <p:cNvSpPr txBox="1">
            <a:spLocks noGrp="1"/>
          </p:cNvSpPr>
          <p:nvPr>
            <p:ph type="subTitle" idx="13"/>
          </p:nvPr>
        </p:nvSpPr>
        <p:spPr>
          <a:xfrm>
            <a:off x="9740061" y="6560440"/>
            <a:ext cx="2830560" cy="636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92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92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0434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1">
  <p:cSld name="Quote - 1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"/>
          <p:cNvSpPr/>
          <p:nvPr/>
        </p:nvSpPr>
        <p:spPr>
          <a:xfrm>
            <a:off x="1746720" y="1496400"/>
            <a:ext cx="11136960" cy="5236800"/>
          </a:xfrm>
          <a:prstGeom prst="roundRect">
            <a:avLst>
              <a:gd name="adj" fmla="val 1266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2974640" y="1961701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7F7F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7F7F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8" name="Google Shape;818;p46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9" name="Google Shape;81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46"/>
          <p:cNvSpPr txBox="1">
            <a:spLocks noGrp="1"/>
          </p:cNvSpPr>
          <p:nvPr>
            <p:ph type="body" idx="2"/>
          </p:nvPr>
        </p:nvSpPr>
        <p:spPr>
          <a:xfrm>
            <a:off x="3798800" y="2404800"/>
            <a:ext cx="8622720" cy="3052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384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22" name="Google Shape;822;p46"/>
          <p:cNvSpPr txBox="1">
            <a:spLocks noGrp="1"/>
          </p:cNvSpPr>
          <p:nvPr>
            <p:ph type="subTitle" idx="3"/>
          </p:nvPr>
        </p:nvSpPr>
        <p:spPr>
          <a:xfrm>
            <a:off x="7031920" y="5517570"/>
            <a:ext cx="538944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6"/>
          <p:cNvSpPr txBox="1">
            <a:spLocks noGrp="1"/>
          </p:cNvSpPr>
          <p:nvPr>
            <p:ph type="subTitle" idx="4"/>
          </p:nvPr>
        </p:nvSpPr>
        <p:spPr>
          <a:xfrm>
            <a:off x="7031920" y="5931120"/>
            <a:ext cx="5389440" cy="3446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4" name="Google Shape;824;p46"/>
          <p:cNvGrpSpPr/>
          <p:nvPr/>
        </p:nvGrpSpPr>
        <p:grpSpPr>
          <a:xfrm>
            <a:off x="805036" y="5517546"/>
            <a:ext cx="1537826" cy="1531677"/>
            <a:chOff x="3000325" y="3156400"/>
            <a:chExt cx="881054" cy="877530"/>
          </a:xfrm>
        </p:grpSpPr>
        <p:sp>
          <p:nvSpPr>
            <p:cNvPr id="825" name="Google Shape;825;p46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</p:spTree>
    <p:extLst>
      <p:ext uri="{BB962C8B-B14F-4D97-AF65-F5344CB8AC3E}">
        <p14:creationId xmlns:p14="http://schemas.microsoft.com/office/powerpoint/2010/main" val="13997051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3">
  <p:cSld name="Quote - 3">
    <p:bg>
      <p:bgPr>
        <a:solidFill>
          <a:schemeClr val="dk1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87" name="Google Shape;88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8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112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889" name="Google Shape;889;p48"/>
          <p:cNvGrpSpPr/>
          <p:nvPr/>
        </p:nvGrpSpPr>
        <p:grpSpPr>
          <a:xfrm rot="10800000">
            <a:off x="11713600" y="1965488"/>
            <a:ext cx="1206560" cy="4892544"/>
            <a:chOff x="1409525" y="1524925"/>
            <a:chExt cx="754100" cy="2588100"/>
          </a:xfrm>
        </p:grpSpPr>
        <p:sp>
          <p:nvSpPr>
            <p:cNvPr id="890" name="Google Shape;890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grpSp>
        <p:nvGrpSpPr>
          <p:cNvPr id="893" name="Google Shape;893;p48"/>
          <p:cNvGrpSpPr/>
          <p:nvPr/>
        </p:nvGrpSpPr>
        <p:grpSpPr>
          <a:xfrm>
            <a:off x="1710280" y="1965390"/>
            <a:ext cx="1206560" cy="4892544"/>
            <a:chOff x="1409525" y="1524925"/>
            <a:chExt cx="754100" cy="2588100"/>
          </a:xfrm>
        </p:grpSpPr>
        <p:sp>
          <p:nvSpPr>
            <p:cNvPr id="894" name="Google Shape;894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80"/>
            </a:p>
          </p:txBody>
        </p:sp>
      </p:grpSp>
      <p:sp>
        <p:nvSpPr>
          <p:cNvPr id="897" name="Google Shape;897;p48"/>
          <p:cNvSpPr txBox="1"/>
          <p:nvPr/>
        </p:nvSpPr>
        <p:spPr>
          <a:xfrm>
            <a:off x="2730800" y="2449381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8" name="Google Shape;898;p48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48"/>
          <p:cNvSpPr txBox="1">
            <a:spLocks noGrp="1"/>
          </p:cNvSpPr>
          <p:nvPr>
            <p:ph type="body" idx="2"/>
          </p:nvPr>
        </p:nvSpPr>
        <p:spPr>
          <a:xfrm>
            <a:off x="3554960" y="2773520"/>
            <a:ext cx="8362560" cy="2675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384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288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0" name="Google Shape;900;p48"/>
          <p:cNvSpPr txBox="1">
            <a:spLocks noGrp="1"/>
          </p:cNvSpPr>
          <p:nvPr>
            <p:ph type="subTitle" idx="3"/>
          </p:nvPr>
        </p:nvSpPr>
        <p:spPr>
          <a:xfrm>
            <a:off x="6690533" y="5448560"/>
            <a:ext cx="522672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224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48"/>
          <p:cNvSpPr txBox="1">
            <a:spLocks noGrp="1"/>
          </p:cNvSpPr>
          <p:nvPr>
            <p:ph type="subTitle" idx="4"/>
          </p:nvPr>
        </p:nvSpPr>
        <p:spPr>
          <a:xfrm>
            <a:off x="6690533" y="5864214"/>
            <a:ext cx="522672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92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734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4">
  <p:cSld name="Quote - 4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49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9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112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49"/>
          <p:cNvSpPr txBox="1"/>
          <p:nvPr/>
        </p:nvSpPr>
        <p:spPr>
          <a:xfrm>
            <a:off x="4712160" y="2455690"/>
            <a:ext cx="82416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920"/>
              </a:spcAft>
              <a:buNone/>
            </a:pPr>
            <a:r>
              <a:rPr lang="en" sz="96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96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8" name="Google Shape;908;p49"/>
          <p:cNvSpPr txBox="1">
            <a:spLocks noGrp="1"/>
          </p:cNvSpPr>
          <p:nvPr>
            <p:ph type="body" idx="2"/>
          </p:nvPr>
        </p:nvSpPr>
        <p:spPr>
          <a:xfrm>
            <a:off x="5536320" y="2779850"/>
            <a:ext cx="8362560" cy="490896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609600" rtl="0">
              <a:spcBef>
                <a:spcPts val="0"/>
              </a:spcBef>
              <a:spcAft>
                <a:spcPts val="0"/>
              </a:spcAft>
              <a:buSzPts val="2400"/>
              <a:buFont typeface="IBM Plex Sans Light"/>
              <a:buChar char="■"/>
              <a:defRPr sz="384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1463040" lvl="1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2194560" lvl="2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2926080" lvl="3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3657600" lvl="4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4389120" lvl="5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5120640" lvl="6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5852160" lvl="7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6583680" lvl="8" indent="-54864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288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9" name="Google Shape;909;p49"/>
          <p:cNvSpPr txBox="1">
            <a:spLocks noGrp="1"/>
          </p:cNvSpPr>
          <p:nvPr>
            <p:ph type="subTitle" idx="3"/>
          </p:nvPr>
        </p:nvSpPr>
        <p:spPr>
          <a:xfrm>
            <a:off x="990683" y="5932280"/>
            <a:ext cx="358944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24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9"/>
          <p:cNvSpPr txBox="1">
            <a:spLocks noGrp="1"/>
          </p:cNvSpPr>
          <p:nvPr>
            <p:ph type="subTitle" idx="4"/>
          </p:nvPr>
        </p:nvSpPr>
        <p:spPr>
          <a:xfrm>
            <a:off x="990683" y="6347926"/>
            <a:ext cx="3589440" cy="301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92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1" name="Google Shape;911;p49"/>
          <p:cNvSpPr>
            <a:spLocks noGrp="1"/>
          </p:cNvSpPr>
          <p:nvPr>
            <p:ph type="pic" idx="5"/>
          </p:nvPr>
        </p:nvSpPr>
        <p:spPr>
          <a:xfrm>
            <a:off x="1344920" y="2779840"/>
            <a:ext cx="2880960" cy="288096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912" name="Google Shape;912;p49"/>
          <p:cNvCxnSpPr>
            <a:stCxn id="911" idx="2"/>
          </p:cNvCxnSpPr>
          <p:nvPr/>
        </p:nvCxnSpPr>
        <p:spPr>
          <a:xfrm rot="10800000">
            <a:off x="-433480" y="4220320"/>
            <a:ext cx="17784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748474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 Announcement">
  <p:cSld name="Event Announcement"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"/>
          <p:cNvSpPr/>
          <p:nvPr/>
        </p:nvSpPr>
        <p:spPr>
          <a:xfrm>
            <a:off x="731520" y="3651880"/>
            <a:ext cx="6238080" cy="3662400"/>
          </a:xfrm>
          <a:prstGeom prst="roundRect">
            <a:avLst>
              <a:gd name="adj" fmla="val 12204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80"/>
          </a:p>
        </p:txBody>
      </p:sp>
      <p:sp>
        <p:nvSpPr>
          <p:cNvPr id="915" name="Google Shape;915;p50"/>
          <p:cNvSpPr/>
          <p:nvPr/>
        </p:nvSpPr>
        <p:spPr>
          <a:xfrm>
            <a:off x="5328600" y="182880"/>
            <a:ext cx="8412000" cy="8661600"/>
          </a:xfrm>
          <a:prstGeom prst="roundRect">
            <a:avLst>
              <a:gd name="adj" fmla="val 466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/>
          </a:p>
        </p:txBody>
      </p:sp>
      <p:grpSp>
        <p:nvGrpSpPr>
          <p:cNvPr id="916" name="Google Shape;916;p50"/>
          <p:cNvGrpSpPr/>
          <p:nvPr/>
        </p:nvGrpSpPr>
        <p:grpSpPr>
          <a:xfrm>
            <a:off x="12991878" y="6047035"/>
            <a:ext cx="1272744" cy="1267533"/>
            <a:chOff x="137675" y="266700"/>
            <a:chExt cx="939600" cy="935752"/>
          </a:xfrm>
        </p:grpSpPr>
        <p:sp>
          <p:nvSpPr>
            <p:cNvPr id="917" name="Google Shape;917;p50"/>
            <p:cNvSpPr/>
            <p:nvPr/>
          </p:nvSpPr>
          <p:spPr>
            <a:xfrm>
              <a:off x="137675" y="26670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8" name="Google Shape;918;p50"/>
            <p:cNvSpPr/>
            <p:nvPr/>
          </p:nvSpPr>
          <p:spPr>
            <a:xfrm>
              <a:off x="137675" y="44023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37675" y="61376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137675" y="78729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1" name="Google Shape;921;p50"/>
            <p:cNvSpPr/>
            <p:nvPr/>
          </p:nvSpPr>
          <p:spPr>
            <a:xfrm>
              <a:off x="137675" y="96082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2" name="Google Shape;922;p50"/>
            <p:cNvSpPr/>
            <p:nvPr/>
          </p:nvSpPr>
          <p:spPr>
            <a:xfrm>
              <a:off x="137675" y="113435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3" name="Google Shape;923;p50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4" name="Google Shape;924;p50"/>
          <p:cNvSpPr txBox="1">
            <a:spLocks noGrp="1"/>
          </p:cNvSpPr>
          <p:nvPr>
            <p:ph type="subTitle" idx="1"/>
          </p:nvPr>
        </p:nvSpPr>
        <p:spPr>
          <a:xfrm>
            <a:off x="747320" y="7703240"/>
            <a:ext cx="3722400" cy="3302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112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0"/>
          <p:cNvSpPr txBox="1">
            <a:spLocks noGrp="1"/>
          </p:cNvSpPr>
          <p:nvPr>
            <p:ph type="subTitle" idx="2"/>
          </p:nvPr>
        </p:nvSpPr>
        <p:spPr>
          <a:xfrm>
            <a:off x="1164120" y="4297160"/>
            <a:ext cx="3579360" cy="13838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24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3"/>
          </p:nvPr>
        </p:nvSpPr>
        <p:spPr>
          <a:xfrm>
            <a:off x="1164120" y="5802920"/>
            <a:ext cx="3579360" cy="10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Sans Medium"/>
              <a:buNone/>
              <a:defRPr sz="24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880" b="1"/>
            </a:lvl9pPr>
          </a:lstStyle>
          <a:p>
            <a:endParaRPr/>
          </a:p>
        </p:txBody>
      </p:sp>
      <p:sp>
        <p:nvSpPr>
          <p:cNvPr id="927" name="Google Shape;927;p50"/>
          <p:cNvSpPr txBox="1">
            <a:spLocks noGrp="1"/>
          </p:cNvSpPr>
          <p:nvPr>
            <p:ph type="subTitle" idx="4"/>
          </p:nvPr>
        </p:nvSpPr>
        <p:spPr>
          <a:xfrm>
            <a:off x="5736840" y="6305760"/>
            <a:ext cx="3777600" cy="85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2880" b="1">
                <a:solidFill>
                  <a:srgbClr val="F93822"/>
                </a:solidFill>
              </a:defRPr>
            </a:lvl9pPr>
          </a:lstStyle>
          <a:p>
            <a:endParaRPr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5"/>
          </p:nvPr>
        </p:nvSpPr>
        <p:spPr>
          <a:xfrm>
            <a:off x="5736837" y="1992160"/>
            <a:ext cx="7684320" cy="4619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9" name="Google Shape;929;p50"/>
          <p:cNvSpPr txBox="1">
            <a:spLocks noGrp="1"/>
          </p:cNvSpPr>
          <p:nvPr>
            <p:ph type="title"/>
          </p:nvPr>
        </p:nvSpPr>
        <p:spPr>
          <a:xfrm>
            <a:off x="5736837" y="182880"/>
            <a:ext cx="7684320" cy="144528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30" name="Google Shape;93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1774" y="99205"/>
            <a:ext cx="958624" cy="958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50"/>
          <p:cNvCxnSpPr/>
          <p:nvPr/>
        </p:nvCxnSpPr>
        <p:spPr>
          <a:xfrm>
            <a:off x="5736840" y="7271880"/>
            <a:ext cx="258912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86549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er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"/>
          <p:cNvSpPr/>
          <p:nvPr/>
        </p:nvSpPr>
        <p:spPr>
          <a:xfrm>
            <a:off x="4068171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4068171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5" name="Google Shape;935;p51"/>
          <p:cNvSpPr/>
          <p:nvPr/>
        </p:nvSpPr>
        <p:spPr>
          <a:xfrm>
            <a:off x="7404821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7404821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7" name="Google Shape;937;p51"/>
          <p:cNvSpPr/>
          <p:nvPr/>
        </p:nvSpPr>
        <p:spPr>
          <a:xfrm>
            <a:off x="10741472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10741472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39" name="Google Shape;939;p51"/>
          <p:cNvSpPr/>
          <p:nvPr/>
        </p:nvSpPr>
        <p:spPr>
          <a:xfrm>
            <a:off x="731520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731520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1" name="Google Shape;941;p51"/>
          <p:cNvSpPr/>
          <p:nvPr/>
        </p:nvSpPr>
        <p:spPr>
          <a:xfrm>
            <a:off x="731520" y="1412160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731520" y="1976590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3" name="Google Shape;943;p51"/>
          <p:cNvSpPr/>
          <p:nvPr/>
        </p:nvSpPr>
        <p:spPr>
          <a:xfrm>
            <a:off x="4068171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4068171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5" name="Google Shape;945;p51"/>
          <p:cNvSpPr/>
          <p:nvPr/>
        </p:nvSpPr>
        <p:spPr>
          <a:xfrm>
            <a:off x="7404821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7404821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7" name="Google Shape;947;p51"/>
          <p:cNvSpPr/>
          <p:nvPr/>
        </p:nvSpPr>
        <p:spPr>
          <a:xfrm>
            <a:off x="10741472" y="4794934"/>
            <a:ext cx="3154080" cy="307872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10741472" y="5359365"/>
            <a:ext cx="3157440" cy="267408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40" tIns="91440" rIns="91440" bIns="914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40"/>
          </a:p>
        </p:txBody>
      </p:sp>
      <p:sp>
        <p:nvSpPr>
          <p:cNvPr id="949" name="Google Shape;949;p51"/>
          <p:cNvSpPr txBox="1"/>
          <p:nvPr/>
        </p:nvSpPr>
        <p:spPr>
          <a:xfrm>
            <a:off x="4860456" y="1482310"/>
            <a:ext cx="154128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Insurance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11721658" y="1482310"/>
            <a:ext cx="117696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Media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11370414" y="4892490"/>
            <a:ext cx="203712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Public Sector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895763" y="4892490"/>
            <a:ext cx="276384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 &amp; Logistics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4790422" y="4892490"/>
            <a:ext cx="180960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8226355" y="1482310"/>
            <a:ext cx="154128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Telecom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7970621" y="4892490"/>
            <a:ext cx="211200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Manufacturing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6" name="Google Shape;956;p51"/>
          <p:cNvSpPr txBox="1"/>
          <p:nvPr/>
        </p:nvSpPr>
        <p:spPr>
          <a:xfrm>
            <a:off x="996026" y="1482310"/>
            <a:ext cx="2524320" cy="39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0" tIns="109720" rIns="109720" bIns="10972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2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Financial Services</a:t>
            </a:r>
            <a:endParaRPr sz="192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957" name="Google Shape;95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17197" y="2372243"/>
            <a:ext cx="1204550" cy="37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3939" y="3675553"/>
            <a:ext cx="709949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9211" y="3094643"/>
            <a:ext cx="1334266" cy="257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9921" y="2224613"/>
            <a:ext cx="600568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18398" y="2925846"/>
            <a:ext cx="901053" cy="595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7184" y="3704431"/>
            <a:ext cx="1204550" cy="37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382571" y="3799667"/>
            <a:ext cx="1236915" cy="517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213709" y="2721651"/>
            <a:ext cx="1253770" cy="540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15358" y="3077282"/>
            <a:ext cx="1450624" cy="56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1"/>
          <p:cNvPicPr preferRelativeResize="0"/>
          <p:nvPr/>
        </p:nvPicPr>
        <p:blipFill rotWithShape="1">
          <a:blip r:embed="rId11">
            <a:alphaModFix/>
          </a:blip>
          <a:srcRect l="26600"/>
          <a:stretch/>
        </p:blipFill>
        <p:spPr>
          <a:xfrm>
            <a:off x="12003599" y="7194929"/>
            <a:ext cx="1540456" cy="461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206504" y="6191351"/>
            <a:ext cx="1421405" cy="301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1" descr="EDF - Logos, brands and logotype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930453" y="6555569"/>
            <a:ext cx="1540454" cy="37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026168" y="5586550"/>
            <a:ext cx="1361731" cy="41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1" descr="Airbus Logo PNG Transparent &amp; SVG Vector - Freebie Supply"/>
          <p:cNvPicPr preferRelativeResize="0"/>
          <p:nvPr/>
        </p:nvPicPr>
        <p:blipFill rotWithShape="1">
          <a:blip r:embed="rId15">
            <a:alphaModFix/>
          </a:blip>
          <a:srcRect t="39280" b="40601"/>
          <a:stretch/>
        </p:blipFill>
        <p:spPr>
          <a:xfrm>
            <a:off x="1302864" y="5708483"/>
            <a:ext cx="1888560" cy="37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1" descr="Kuehne + Nagel - Logos, brands and logotyp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214504" y="6309993"/>
            <a:ext cx="2126064" cy="48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1" descr="Taking You From Point A to Point Possible - BNSF Logistics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506053" y="7142328"/>
            <a:ext cx="1608454" cy="41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1"/>
          <p:cNvPicPr preferRelativeResize="0"/>
          <p:nvPr/>
        </p:nvPicPr>
        <p:blipFill rotWithShape="1">
          <a:blip r:embed="rId18">
            <a:alphaModFix/>
          </a:blip>
          <a:srcRect l="5440" t="29974" r="5812" b="33399"/>
          <a:stretch/>
        </p:blipFill>
        <p:spPr>
          <a:xfrm>
            <a:off x="5463415" y="6465830"/>
            <a:ext cx="1661342" cy="35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958597" y="5629926"/>
            <a:ext cx="982426" cy="292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289232" y="5998463"/>
            <a:ext cx="1540461" cy="330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327877" y="6736685"/>
            <a:ext cx="895037" cy="71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661742" y="7293907"/>
            <a:ext cx="1421403" cy="26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9200374" y="2482730"/>
            <a:ext cx="1271856" cy="30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605679" y="2200138"/>
            <a:ext cx="1522486" cy="43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573186" y="2882706"/>
            <a:ext cx="1522483" cy="401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7794656" y="3534258"/>
            <a:ext cx="562800" cy="55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9307352" y="3059864"/>
            <a:ext cx="1164864" cy="55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7668778" y="5751343"/>
            <a:ext cx="1661317" cy="290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8699130" y="6247967"/>
            <a:ext cx="1484165" cy="28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655870" y="6506660"/>
            <a:ext cx="1088218" cy="50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1" descr="Who We Are | Zymergen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179355" y="7293907"/>
            <a:ext cx="1888557" cy="28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86876" y="2355684"/>
            <a:ext cx="1494885" cy="30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1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86870" y="3055297"/>
            <a:ext cx="1494885" cy="384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1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2350982" y="2317437"/>
            <a:ext cx="1539637" cy="384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2588710" y="3066655"/>
            <a:ext cx="1064155" cy="308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1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855513" y="3739362"/>
            <a:ext cx="530574" cy="43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1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86871" y="3793114"/>
            <a:ext cx="1494885" cy="435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11044750" y="2331678"/>
            <a:ext cx="1732141" cy="26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3671763" y="99217"/>
            <a:ext cx="958624" cy="95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51"/>
          <p:cNvSpPr txBox="1"/>
          <p:nvPr/>
        </p:nvSpPr>
        <p:spPr>
          <a:xfrm>
            <a:off x="747080" y="189721"/>
            <a:ext cx="131520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4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400+ Customers Across Industries</a:t>
            </a:r>
            <a:endParaRPr sz="544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6" name="Google Shape;996;p5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97" name="Google Shape;997;p5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9055524" y="3811280"/>
            <a:ext cx="525957" cy="641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079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_5">
  <p:cSld name="TITLE_AND_BODY_3_5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8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60" cy="91632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58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60" cy="546624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731520" lvl="0" indent="-52832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1463040" lvl="1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2194560" lvl="2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926080" lvl="3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657600" lvl="4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389120" lvl="5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5120640" lvl="6" indent="-508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852160" lvl="7" indent="-508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583680" lvl="8" indent="-5080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4" name="Google Shape;1084;p58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920" cy="62976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612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40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47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43.xml"/><Relationship Id="rId40" Type="http://schemas.openxmlformats.org/officeDocument/2006/relationships/slideLayout" Target="../slideLayouts/slideLayout46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31" Type="http://schemas.openxmlformats.org/officeDocument/2006/relationships/slideLayout" Target="../slideLayouts/slideLayout37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41.xml"/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721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1520" y="182880"/>
            <a:ext cx="13167360" cy="144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1520" y="1843960"/>
            <a:ext cx="13167360" cy="546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386720" y="7688874"/>
            <a:ext cx="877920" cy="34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28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841400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3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4" r:id="rId31"/>
    <p:sldLayoutId id="2147483705" r:id="rId32"/>
    <p:sldLayoutId id="2147483706" r:id="rId33"/>
    <p:sldLayoutId id="2147483707" r:id="rId34"/>
    <p:sldLayoutId id="2147483708" r:id="rId35"/>
    <p:sldLayoutId id="2147483709" r:id="rId36"/>
    <p:sldLayoutId id="2147483710" r:id="rId37"/>
    <p:sldLayoutId id="2147483711" r:id="rId38"/>
    <p:sldLayoutId id="2147483712" r:id="rId39"/>
    <p:sldLayoutId id="2147483713" r:id="rId40"/>
    <p:sldLayoutId id="2147483717" r:id="rId4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4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orient="horz" pos="648">
          <p15:clr>
            <a:srgbClr val="EA4335"/>
          </p15:clr>
        </p15:guide>
        <p15:guide id="4" pos="288">
          <p15:clr>
            <a:srgbClr val="EA4335"/>
          </p15:clr>
        </p15:guide>
        <p15:guide id="5" pos="5472">
          <p15:clr>
            <a:srgbClr val="EA4335"/>
          </p15:clr>
        </p15:guide>
        <p15:guide id="6" pos="5616">
          <p15:clr>
            <a:srgbClr val="EA4335"/>
          </p15:clr>
        </p15:guide>
        <p15:guide id="7" orient="horz" pos="3163">
          <p15:clr>
            <a:srgbClr val="EA4335"/>
          </p15:clr>
        </p15:guide>
        <p15:guide id="8" orient="horz" pos="3027">
          <p15:clr>
            <a:srgbClr val="EA4335"/>
          </p15:clr>
        </p15:guide>
        <p15:guide id="9" orient="horz" pos="726">
          <p15:clr>
            <a:srgbClr val="EA4335"/>
          </p15:clr>
        </p15:guide>
        <p15:guide id="10" orient="horz" pos="1092">
          <p15:clr>
            <a:srgbClr val="EA4335"/>
          </p15:clr>
        </p15:guide>
        <p15:guide id="11" orient="horz" pos="10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575C7C-066E-1398-4125-63A2F141C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303" y="2263837"/>
            <a:ext cx="13269169" cy="1932977"/>
          </a:xfrm>
        </p:spPr>
        <p:txBody>
          <a:bodyPr lIns="109728" tIns="54864" rIns="109728" bIns="54864" anchor="ctr">
            <a:normAutofit/>
          </a:bodyPr>
          <a:lstStyle/>
          <a:p>
            <a:pPr marL="15240" marR="6096" algn="l">
              <a:lnSpc>
                <a:spcPts val="6204"/>
              </a:lnSpc>
              <a:spcBef>
                <a:spcPts val="792"/>
              </a:spcBef>
            </a:pPr>
            <a:r>
              <a:rPr lang="en-IN" sz="4320" spc="186" dirty="0">
                <a:solidFill>
                  <a:srgbClr val="FFFFFF"/>
                </a:solidFill>
                <a:latin typeface="Trebuchet MS"/>
                <a:cs typeface="Trebuchet MS"/>
              </a:rPr>
              <a:t>Camunda 8 Self-Managed Deployment</a:t>
            </a:r>
            <a:endParaRPr lang="en-IN" sz="4320" dirty="0">
              <a:latin typeface="Trebuchet MS"/>
              <a:cs typeface="Trebuchet M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13398" y="4786861"/>
            <a:ext cx="546822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160" spc="186" dirty="0">
                <a:solidFill>
                  <a:srgbClr val="FFFFFF"/>
                </a:solidFill>
                <a:latin typeface="Trebuchet MS"/>
                <a:cs typeface="Trebuchet MS"/>
              </a:rPr>
              <a:t>Self Managed Deployment Use Cases</a:t>
            </a:r>
            <a:endParaRPr lang="en-IN" sz="216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2403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304800" y="326410"/>
            <a:ext cx="9372600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3200" kern="0" spc="-114" dirty="0">
                <a:solidFill>
                  <a:schemeClr val="tx1"/>
                </a:solidFill>
                <a:latin typeface="IBM Plex Sans" panose="020B0503050203000203" pitchFamily="34" charset="0"/>
              </a:rPr>
              <a:t>Wedbush Camunda Self-Managed - Kubernetes </a:t>
            </a:r>
            <a:endParaRPr lang="en-IN" sz="320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8962977" y="1414729"/>
            <a:ext cx="4113279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3600" kern="0" dirty="0">
                <a:solidFill>
                  <a:schemeClr val="tx1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360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05985" y="2369796"/>
            <a:ext cx="4619695" cy="121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2000" b="1"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indent="-4572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 err="1">
                <a:latin typeface="IBM Plex Sans"/>
                <a:sym typeface="IBM Plex Sans"/>
              </a:rPr>
              <a:t>gRPC</a:t>
            </a:r>
            <a:r>
              <a:rPr lang="en-US" sz="3200" baseline="30000" dirty="0">
                <a:latin typeface="IBM Plex Sans"/>
                <a:sym typeface="IBM Plex Sans"/>
              </a:rPr>
              <a:t> supported Ingress controller is needed to communicate to </a:t>
            </a:r>
            <a:r>
              <a:rPr lang="en-US" sz="3200" baseline="30000" dirty="0" err="1">
                <a:latin typeface="IBM Plex Sans"/>
                <a:sym typeface="IBM Plex Sans"/>
              </a:rPr>
              <a:t>zeebe</a:t>
            </a:r>
            <a:r>
              <a:rPr lang="en-US" sz="3200" baseline="30000" dirty="0">
                <a:latin typeface="IBM Plex Sans"/>
                <a:sym typeface="IBM Plex Sans"/>
              </a:rPr>
              <a:t> gateway</a:t>
            </a:r>
            <a:endParaRPr sz="3200" baseline="30000" dirty="0">
              <a:latin typeface="IBM Plex Sans"/>
              <a:sym typeface="IBM Plex Sans"/>
            </a:endParaRPr>
          </a:p>
        </p:txBody>
      </p:sp>
      <p:sp>
        <p:nvSpPr>
          <p:cNvPr id="9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9205985" y="3899636"/>
            <a:ext cx="4745313" cy="93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endParaRPr lang="en-US" sz="3200" baseline="30000" dirty="0">
              <a:latin typeface="IBM Plex Sans"/>
              <a:sym typeface="IBM Plex Sans"/>
            </a:endParaRPr>
          </a:p>
          <a:p>
            <a:pPr marL="342900" indent="-342900">
              <a:lnSpc>
                <a:spcPct val="90000"/>
              </a:lnSpc>
              <a:spcBef>
                <a:spcPts val="160"/>
              </a:spcBef>
              <a:buFont typeface="Wingdings" panose="05000000000000000000" pitchFamily="2" charset="2"/>
              <a:buChar char="§"/>
            </a:pPr>
            <a:r>
              <a:rPr lang="en-US" sz="3200" baseline="30000" dirty="0">
                <a:latin typeface="IBM Plex Sans"/>
                <a:sym typeface="IBM Plex Sans"/>
              </a:rPr>
              <a:t>Camunda 8 supports only </a:t>
            </a:r>
            <a:r>
              <a:rPr lang="en-US" sz="3200" baseline="30000" dirty="0" err="1">
                <a:latin typeface="IBM Plex Sans"/>
                <a:sym typeface="IBM Plex Sans"/>
              </a:rPr>
              <a:t>Keycloak</a:t>
            </a:r>
            <a:r>
              <a:rPr lang="en-US" sz="3200" baseline="30000" dirty="0">
                <a:latin typeface="IBM Plex Sans"/>
                <a:sym typeface="IBM Plex Sans"/>
              </a:rPr>
              <a:t> as IDP for auth/authorization</a:t>
            </a:r>
            <a:endParaRPr sz="3200" baseline="30000" dirty="0">
              <a:latin typeface="IBM Plex Sans"/>
              <a:sym typeface="IBM Plex Sans"/>
            </a:endParaRPr>
          </a:p>
        </p:txBody>
      </p:sp>
      <p:pic>
        <p:nvPicPr>
          <p:cNvPr id="16" name="Picture 15" descr="A diagram of a computer&#10;&#10;Description automatically generated">
            <a:extLst>
              <a:ext uri="{FF2B5EF4-FFF2-40B4-BE49-F238E27FC236}">
                <a16:creationId xmlns:a16="http://schemas.microsoft.com/office/drawing/2014/main" id="{397F7FB0-5BA4-CDCF-4B3F-8EF6FAB26E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75" y="1414729"/>
            <a:ext cx="7747526" cy="466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7930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304800" y="326410"/>
            <a:ext cx="9372600" cy="63991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143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1920">
              <a:lnSpc>
                <a:spcPts val="4815"/>
              </a:lnSpc>
              <a:spcBef>
                <a:spcPts val="90"/>
              </a:spcBef>
            </a:pPr>
            <a:r>
              <a:rPr lang="en-US" sz="3600" kern="0" spc="-114" dirty="0">
                <a:solidFill>
                  <a:schemeClr val="tx1"/>
                </a:solidFill>
                <a:latin typeface="IBM Plex Sans" panose="020B0503050203000203" pitchFamily="34" charset="0"/>
              </a:rPr>
              <a:t>Caterpillar Camunda Self-Managed - Docker </a:t>
            </a:r>
            <a:endParaRPr lang="en-IN" sz="3600" kern="0" dirty="0">
              <a:solidFill>
                <a:schemeClr val="tx1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9E80D53-E594-4314-D3CD-6CD03021D6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43" y="1572303"/>
            <a:ext cx="8650713" cy="54749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94396231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54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mund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7F7F7"/>
      </a:lt2>
      <a:accent1>
        <a:srgbClr val="FC5D0D"/>
      </a:accent1>
      <a:accent2>
        <a:srgbClr val="26D07C"/>
      </a:accent2>
      <a:accent3>
        <a:srgbClr val="00A7B5"/>
      </a:accent3>
      <a:accent4>
        <a:srgbClr val="888B8D"/>
      </a:accent4>
      <a:accent5>
        <a:srgbClr val="BBBCBC"/>
      </a:accent5>
      <a:accent6>
        <a:srgbClr val="0072CE"/>
      </a:accent6>
      <a:hlink>
        <a:srgbClr val="0072C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5415</TotalTime>
  <Words>46</Words>
  <Application>Microsoft Office PowerPoint</Application>
  <PresentationFormat>Custom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Trebuchet MS</vt:lpstr>
      <vt:lpstr>IBM Plex Sans Medium</vt:lpstr>
      <vt:lpstr>IBM Plex Sans Light</vt:lpstr>
      <vt:lpstr>Wingdings</vt:lpstr>
      <vt:lpstr>Verdana</vt:lpstr>
      <vt:lpstr>IBM Plex Sans SemiBold</vt:lpstr>
      <vt:lpstr>IBM Plex Sans</vt:lpstr>
      <vt:lpstr>Calibri</vt:lpstr>
      <vt:lpstr>IBM Plex Mono SemiBold</vt:lpstr>
      <vt:lpstr>Arial</vt:lpstr>
      <vt:lpstr>Office Theme</vt:lpstr>
      <vt:lpstr>Camunda</vt:lpstr>
      <vt:lpstr>Camunda 8 Self-Managed Deployment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SURGE_V7A.cdr</dc:title>
  <dc:creator>Pradeep</dc:creator>
  <cp:lastModifiedBy>Muralibabu Muthukrishnan</cp:lastModifiedBy>
  <cp:revision>218</cp:revision>
  <dcterms:created xsi:type="dcterms:W3CDTF">2022-02-19T13:03:16Z</dcterms:created>
  <dcterms:modified xsi:type="dcterms:W3CDTF">2023-11-17T16:34:16Z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2022-02-19T00:00:00Z</vt:filetime>
  </property>
  <property fmtid="{D5CDD505-2E9C-101B-9397-08002B2CF9AE}" pid="3" name="Creator">
    <vt:lpwstr>CorelDRAW 2017</vt:lpwstr>
  </property>
  <property fmtid="{D5CDD505-2E9C-101B-9397-08002B2CF9AE}" pid="4" name="LastSaved">
    <vt:filetime>2022-02-19T00:00:00Z</vt:filetime>
  </property>
</Properties>
</file>