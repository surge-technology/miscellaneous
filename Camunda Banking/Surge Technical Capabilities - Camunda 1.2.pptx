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15"/>
  </p:notesMasterIdLst>
  <p:sldIdLst>
    <p:sldId id="256" r:id="rId3"/>
    <p:sldId id="325" r:id="rId4"/>
    <p:sldId id="324" r:id="rId5"/>
    <p:sldId id="340" r:id="rId6"/>
    <p:sldId id="329" r:id="rId7"/>
    <p:sldId id="330" r:id="rId8"/>
    <p:sldId id="342" r:id="rId9"/>
    <p:sldId id="341" r:id="rId10"/>
    <p:sldId id="322" r:id="rId11"/>
    <p:sldId id="343" r:id="rId12"/>
    <p:sldId id="323" r:id="rId13"/>
    <p:sldId id="326" r:id="rId1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C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83" autoAdjust="0"/>
  </p:normalViewPr>
  <p:slideViewPr>
    <p:cSldViewPr>
      <p:cViewPr varScale="1">
        <p:scale>
          <a:sx n="90" d="100"/>
          <a:sy n="90" d="100"/>
        </p:scale>
        <p:origin x="60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44AEE-F20F-48B5-9D18-5D4F0064A42C}" type="datetimeFigureOut">
              <a:rPr lang="en-IN" smtClean="0"/>
              <a:t>10-07-2023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56FB-B468-455F-90C2-B676AADEC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275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Arial" panose="020B0604020202020204" pitchFamily="34" charset="0"/>
              <a:buNone/>
            </a:pPr>
            <a:endParaRPr lang="en-I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856FB-B468-455F-90C2-B676AADEC7B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716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856FB-B468-455F-90C2-B676AADEC7B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1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4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4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jp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8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859" y="62003"/>
            <a:ext cx="599139" cy="599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91399" y="1752575"/>
            <a:ext cx="7594600" cy="1657985"/>
          </a:xfrm>
          <a:custGeom>
            <a:avLst/>
            <a:gdLst/>
            <a:ahLst/>
            <a:cxnLst/>
            <a:rect l="l" t="t" r="r" b="b"/>
            <a:pathLst>
              <a:path w="7594600" h="1657985">
                <a:moveTo>
                  <a:pt x="7479019" y="1657499"/>
                </a:moveTo>
                <a:lnTo>
                  <a:pt x="115179" y="1657499"/>
                </a:lnTo>
                <a:lnTo>
                  <a:pt x="70346" y="1648448"/>
                </a:lnTo>
                <a:lnTo>
                  <a:pt x="33735" y="1623764"/>
                </a:lnTo>
                <a:lnTo>
                  <a:pt x="9051" y="1587153"/>
                </a:lnTo>
                <a:lnTo>
                  <a:pt x="0" y="1542320"/>
                </a:lnTo>
                <a:lnTo>
                  <a:pt x="0" y="115179"/>
                </a:lnTo>
                <a:lnTo>
                  <a:pt x="9051" y="70346"/>
                </a:lnTo>
                <a:lnTo>
                  <a:pt x="33735" y="33735"/>
                </a:lnTo>
                <a:lnTo>
                  <a:pt x="70346" y="9051"/>
                </a:lnTo>
                <a:lnTo>
                  <a:pt x="115179" y="0"/>
                </a:lnTo>
                <a:lnTo>
                  <a:pt x="7479019" y="0"/>
                </a:lnTo>
                <a:lnTo>
                  <a:pt x="7523097" y="8767"/>
                </a:lnTo>
                <a:lnTo>
                  <a:pt x="7560464" y="33735"/>
                </a:lnTo>
                <a:lnTo>
                  <a:pt x="7585432" y="71102"/>
                </a:lnTo>
                <a:lnTo>
                  <a:pt x="7594199" y="115179"/>
                </a:lnTo>
                <a:lnTo>
                  <a:pt x="7594199" y="1542320"/>
                </a:lnTo>
                <a:lnTo>
                  <a:pt x="7585148" y="1587153"/>
                </a:lnTo>
                <a:lnTo>
                  <a:pt x="7560464" y="1623764"/>
                </a:lnTo>
                <a:lnTo>
                  <a:pt x="7523853" y="1648448"/>
                </a:lnTo>
                <a:lnTo>
                  <a:pt x="7479019" y="1657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67074" y="3595699"/>
            <a:ext cx="1539875" cy="789305"/>
          </a:xfrm>
          <a:custGeom>
            <a:avLst/>
            <a:gdLst/>
            <a:ahLst/>
            <a:cxnLst/>
            <a:rect l="l" t="t" r="r" b="b"/>
            <a:pathLst>
              <a:path w="1539875" h="789304">
                <a:moveTo>
                  <a:pt x="1457559" y="788699"/>
                </a:moveTo>
                <a:lnTo>
                  <a:pt x="81740" y="788699"/>
                </a:lnTo>
                <a:lnTo>
                  <a:pt x="49923" y="782276"/>
                </a:lnTo>
                <a:lnTo>
                  <a:pt x="23941" y="764758"/>
                </a:lnTo>
                <a:lnTo>
                  <a:pt x="6423" y="738776"/>
                </a:lnTo>
                <a:lnTo>
                  <a:pt x="0" y="706958"/>
                </a:lnTo>
                <a:lnTo>
                  <a:pt x="0" y="81740"/>
                </a:lnTo>
                <a:lnTo>
                  <a:pt x="6423" y="49923"/>
                </a:lnTo>
                <a:lnTo>
                  <a:pt x="23941" y="23941"/>
                </a:lnTo>
                <a:lnTo>
                  <a:pt x="49923" y="6423"/>
                </a:lnTo>
                <a:lnTo>
                  <a:pt x="81740" y="0"/>
                </a:lnTo>
                <a:lnTo>
                  <a:pt x="1457559" y="0"/>
                </a:lnTo>
                <a:lnTo>
                  <a:pt x="1502908" y="13733"/>
                </a:lnTo>
                <a:lnTo>
                  <a:pt x="1533077" y="50459"/>
                </a:lnTo>
                <a:lnTo>
                  <a:pt x="1539299" y="81740"/>
                </a:lnTo>
                <a:lnTo>
                  <a:pt x="1539299" y="706958"/>
                </a:lnTo>
                <a:lnTo>
                  <a:pt x="1532876" y="738776"/>
                </a:lnTo>
                <a:lnTo>
                  <a:pt x="1515358" y="764758"/>
                </a:lnTo>
                <a:lnTo>
                  <a:pt x="1489376" y="782276"/>
                </a:lnTo>
                <a:lnTo>
                  <a:pt x="1457559" y="788699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35096" y="3681799"/>
            <a:ext cx="1403985" cy="616585"/>
          </a:xfrm>
          <a:custGeom>
            <a:avLst/>
            <a:gdLst/>
            <a:ahLst/>
            <a:cxnLst/>
            <a:rect l="l" t="t" r="r" b="b"/>
            <a:pathLst>
              <a:path w="1403985" h="616585">
                <a:moveTo>
                  <a:pt x="1352366" y="616499"/>
                </a:moveTo>
                <a:lnTo>
                  <a:pt x="51033" y="616499"/>
                </a:lnTo>
                <a:lnTo>
                  <a:pt x="31169" y="612489"/>
                </a:lnTo>
                <a:lnTo>
                  <a:pt x="14947" y="601552"/>
                </a:lnTo>
                <a:lnTo>
                  <a:pt x="4010" y="585330"/>
                </a:lnTo>
                <a:lnTo>
                  <a:pt x="0" y="565465"/>
                </a:lnTo>
                <a:lnTo>
                  <a:pt x="0" y="51033"/>
                </a:lnTo>
                <a:lnTo>
                  <a:pt x="4010" y="31169"/>
                </a:lnTo>
                <a:lnTo>
                  <a:pt x="14947" y="14947"/>
                </a:lnTo>
                <a:lnTo>
                  <a:pt x="31169" y="4010"/>
                </a:lnTo>
                <a:lnTo>
                  <a:pt x="51033" y="0"/>
                </a:lnTo>
                <a:lnTo>
                  <a:pt x="1352366" y="0"/>
                </a:lnTo>
                <a:lnTo>
                  <a:pt x="1388452" y="14947"/>
                </a:lnTo>
                <a:lnTo>
                  <a:pt x="1403400" y="51033"/>
                </a:lnTo>
                <a:lnTo>
                  <a:pt x="1403400" y="565465"/>
                </a:lnTo>
                <a:lnTo>
                  <a:pt x="1399389" y="585330"/>
                </a:lnTo>
                <a:lnTo>
                  <a:pt x="1388452" y="601552"/>
                </a:lnTo>
                <a:lnTo>
                  <a:pt x="1372230" y="612489"/>
                </a:lnTo>
                <a:lnTo>
                  <a:pt x="1352366" y="6164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0225" y="126491"/>
            <a:ext cx="808355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859" y="62003"/>
            <a:ext cx="599140" cy="5991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859" y="62003"/>
            <a:ext cx="599140" cy="5991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1">
  <p:cSld name="Title - 1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59667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7358110" y="4215232"/>
            <a:ext cx="415500" cy="41550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513305" y="4215232"/>
            <a:ext cx="415500" cy="415500"/>
          </a:xfrm>
          <a:prstGeom prst="roundRect">
            <a:avLst>
              <a:gd name="adj" fmla="val 50000"/>
            </a:avLst>
          </a:prstGeom>
          <a:solidFill>
            <a:srgbClr val="D1D3D4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" name="Google Shape;14;p2"/>
          <p:cNvSpPr/>
          <p:nvPr/>
        </p:nvSpPr>
        <p:spPr>
          <a:xfrm rot="-2700000">
            <a:off x="7993354" y="4274006"/>
            <a:ext cx="299955" cy="297833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6784246" y="4215232"/>
            <a:ext cx="415500" cy="4155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330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2">
  <p:cSld name="Title - 2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45639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5568167" y="2402416"/>
            <a:ext cx="5615700" cy="5614800"/>
          </a:xfrm>
          <a:prstGeom prst="ellipse">
            <a:avLst/>
          </a:prstGeom>
          <a:noFill/>
          <a:ln w="3810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3"/>
          <p:cNvSpPr/>
          <p:nvPr/>
        </p:nvSpPr>
        <p:spPr>
          <a:xfrm>
            <a:off x="6222615" y="3056430"/>
            <a:ext cx="4306800" cy="4306800"/>
          </a:xfrm>
          <a:prstGeom prst="ellipse">
            <a:avLst/>
          </a:prstGeom>
          <a:noFill/>
          <a:ln w="38100" cap="flat" cmpd="sng">
            <a:solidFill>
              <a:srgbClr val="0072C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" name="Google Shape;26;p3"/>
          <p:cNvSpPr/>
          <p:nvPr/>
        </p:nvSpPr>
        <p:spPr>
          <a:xfrm>
            <a:off x="6932129" y="3765943"/>
            <a:ext cx="2887500" cy="2887500"/>
          </a:xfrm>
          <a:prstGeom prst="ellipse">
            <a:avLst/>
          </a:prstGeom>
          <a:noFill/>
          <a:ln w="38100" cap="flat" cmpd="sng">
            <a:solidFill>
              <a:srgbClr val="00A7B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57500" y="1691750"/>
            <a:ext cx="7036800" cy="7035900"/>
          </a:xfrm>
          <a:prstGeom prst="ellipse">
            <a:avLst/>
          </a:prstGeom>
          <a:noFill/>
          <a:ln w="3810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998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3">
  <p:cSld name="Title - 3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45639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</a:defRPr>
            </a:lvl1pPr>
            <a:lvl2pPr lvl="1" rtl="0">
              <a:buNone/>
              <a:defRPr sz="1300">
                <a:solidFill>
                  <a:schemeClr val="dk1"/>
                </a:solidFill>
              </a:defRPr>
            </a:lvl2pPr>
            <a:lvl3pPr lvl="2" rtl="0">
              <a:buNone/>
              <a:defRPr sz="1300">
                <a:solidFill>
                  <a:schemeClr val="dk1"/>
                </a:solidFill>
              </a:defRPr>
            </a:lvl3pPr>
            <a:lvl4pPr lvl="3" rtl="0">
              <a:buNone/>
              <a:defRPr sz="1300">
                <a:solidFill>
                  <a:schemeClr val="dk1"/>
                </a:solidFill>
              </a:defRPr>
            </a:lvl4pPr>
            <a:lvl5pPr lvl="4" rtl="0">
              <a:buNone/>
              <a:defRPr sz="1300">
                <a:solidFill>
                  <a:schemeClr val="dk1"/>
                </a:solidFill>
              </a:defRPr>
            </a:lvl5pPr>
            <a:lvl6pPr lvl="5" rtl="0">
              <a:buNone/>
              <a:defRPr sz="1300">
                <a:solidFill>
                  <a:schemeClr val="dk1"/>
                </a:solidFill>
              </a:defRPr>
            </a:lvl6pPr>
            <a:lvl7pPr lvl="6" rtl="0">
              <a:buNone/>
              <a:defRPr sz="1300">
                <a:solidFill>
                  <a:schemeClr val="dk1"/>
                </a:solidFill>
              </a:defRPr>
            </a:lvl7pPr>
            <a:lvl8pPr lvl="7" rtl="0">
              <a:buNone/>
              <a:defRPr sz="1300">
                <a:solidFill>
                  <a:schemeClr val="dk1"/>
                </a:solidFill>
              </a:defRPr>
            </a:lvl8pPr>
            <a:lvl9pPr lvl="8" rtl="0">
              <a:buNone/>
              <a:defRPr sz="13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06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4">
  <p:cSld name="Title - 4">
    <p:bg>
      <p:bgPr>
        <a:solidFill>
          <a:schemeClr val="dk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8468175" y="0"/>
            <a:ext cx="702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" name="Google Shape;37;p5"/>
          <p:cNvSpPr/>
          <p:nvPr/>
        </p:nvSpPr>
        <p:spPr>
          <a:xfrm>
            <a:off x="8678315" y="1895464"/>
            <a:ext cx="281700" cy="2790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" name="Google Shape;38;p5"/>
          <p:cNvSpPr/>
          <p:nvPr/>
        </p:nvSpPr>
        <p:spPr>
          <a:xfrm>
            <a:off x="8678315" y="4544914"/>
            <a:ext cx="281700" cy="279000"/>
          </a:xfrm>
          <a:prstGeom prst="ellipse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" name="Google Shape;39;p5"/>
          <p:cNvSpPr/>
          <p:nvPr/>
        </p:nvSpPr>
        <p:spPr>
          <a:xfrm rot="5400000">
            <a:off x="8683272" y="2769424"/>
            <a:ext cx="271800" cy="271800"/>
          </a:xfrm>
          <a:prstGeom prst="roundRect">
            <a:avLst>
              <a:gd name="adj" fmla="val 1952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" name="Google Shape;40;p5"/>
          <p:cNvSpPr/>
          <p:nvPr/>
        </p:nvSpPr>
        <p:spPr>
          <a:xfrm rot="-2700000">
            <a:off x="8705049" y="3679767"/>
            <a:ext cx="228254" cy="226557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59256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57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Black">
  <p:cSld name="Section Header - Black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457200" y="1152475"/>
            <a:ext cx="8229600" cy="84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7446762" y="3555550"/>
            <a:ext cx="2761800" cy="2761500"/>
          </a:xfrm>
          <a:prstGeom prst="ellipse">
            <a:avLst/>
          </a:prstGeom>
          <a:noFill/>
          <a:ln w="19050" cap="flat" cmpd="sng">
            <a:solidFill>
              <a:srgbClr val="888B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" name="Google Shape;59;p7"/>
          <p:cNvSpPr/>
          <p:nvPr/>
        </p:nvSpPr>
        <p:spPr>
          <a:xfrm>
            <a:off x="7768531" y="3877386"/>
            <a:ext cx="2118000" cy="2118000"/>
          </a:xfrm>
          <a:prstGeom prst="ellipse">
            <a:avLst/>
          </a:prstGeom>
          <a:noFill/>
          <a:ln w="1905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" name="Google Shape;60;p7"/>
          <p:cNvSpPr/>
          <p:nvPr/>
        </p:nvSpPr>
        <p:spPr>
          <a:xfrm>
            <a:off x="8117498" y="4226287"/>
            <a:ext cx="1420200" cy="1420200"/>
          </a:xfrm>
          <a:prstGeom prst="ellipse">
            <a:avLst/>
          </a:prstGeom>
          <a:noFill/>
          <a:ln w="1905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29318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Black">
  <p:cSld name="Title &amp; body - Black">
    <p:bg>
      <p:bgPr>
        <a:solidFill>
          <a:schemeClr val="dk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2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1562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Individual">
  <p:cSld name="Introduction - Individual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 rot="10800000">
            <a:off x="880000" y="1378685"/>
            <a:ext cx="1782900" cy="1782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1F2A4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3907600" y="1304875"/>
            <a:ext cx="4468200" cy="32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9" name="Google Shape;79;p10"/>
          <p:cNvSpPr txBox="1">
            <a:spLocks noGrp="1"/>
          </p:cNvSpPr>
          <p:nvPr>
            <p:ph type="subTitle" idx="2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pic" idx="3"/>
          </p:nvPr>
        </p:nvSpPr>
        <p:spPr>
          <a:xfrm>
            <a:off x="986225" y="1472110"/>
            <a:ext cx="1851000" cy="1851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1" name="Google Shape;81;p10"/>
          <p:cNvSpPr txBox="1">
            <a:spLocks noGrp="1"/>
          </p:cNvSpPr>
          <p:nvPr>
            <p:ph type="subTitle" idx="4"/>
          </p:nvPr>
        </p:nvSpPr>
        <p:spPr>
          <a:xfrm>
            <a:off x="591725" y="3505884"/>
            <a:ext cx="2640000" cy="28315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5"/>
          </p:nvPr>
        </p:nvSpPr>
        <p:spPr>
          <a:xfrm>
            <a:off x="591725" y="3802414"/>
            <a:ext cx="2640000" cy="2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IBM Plex Sans Medium"/>
              <a:buNone/>
              <a:defRPr sz="14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ubTitle" idx="6"/>
          </p:nvPr>
        </p:nvSpPr>
        <p:spPr>
          <a:xfrm>
            <a:off x="591725" y="4068041"/>
            <a:ext cx="2640000" cy="2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3594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Team">
  <p:cSld name="Introduction - Tea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1134325" y="1709250"/>
            <a:ext cx="1422300" cy="142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subTitle" idx="3"/>
          </p:nvPr>
        </p:nvSpPr>
        <p:spPr>
          <a:xfrm>
            <a:off x="525475" y="3330200"/>
            <a:ext cx="2640000" cy="2300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ubTitle" idx="4"/>
          </p:nvPr>
        </p:nvSpPr>
        <p:spPr>
          <a:xfrm>
            <a:off x="525475" y="3558447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1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5"/>
          </p:nvPr>
        </p:nvSpPr>
        <p:spPr>
          <a:xfrm>
            <a:off x="525475" y="3745874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>
            <a:spLocks noGrp="1"/>
          </p:cNvSpPr>
          <p:nvPr>
            <p:ph type="pic" idx="6"/>
          </p:nvPr>
        </p:nvSpPr>
        <p:spPr>
          <a:xfrm>
            <a:off x="3860850" y="1709250"/>
            <a:ext cx="1422300" cy="142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4" name="Google Shape;94;p11"/>
          <p:cNvSpPr txBox="1">
            <a:spLocks noGrp="1"/>
          </p:cNvSpPr>
          <p:nvPr>
            <p:ph type="subTitle" idx="7"/>
          </p:nvPr>
        </p:nvSpPr>
        <p:spPr>
          <a:xfrm>
            <a:off x="3252000" y="3330200"/>
            <a:ext cx="2640000" cy="2300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ubTitle" idx="8"/>
          </p:nvPr>
        </p:nvSpPr>
        <p:spPr>
          <a:xfrm>
            <a:off x="3252000" y="3558447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1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subTitle" idx="9"/>
          </p:nvPr>
        </p:nvSpPr>
        <p:spPr>
          <a:xfrm>
            <a:off x="3252000" y="3745875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>
            <a:spLocks noGrp="1"/>
          </p:cNvSpPr>
          <p:nvPr>
            <p:ph type="pic" idx="13"/>
          </p:nvPr>
        </p:nvSpPr>
        <p:spPr>
          <a:xfrm>
            <a:off x="6587375" y="1709250"/>
            <a:ext cx="1422300" cy="142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8" name="Google Shape;98;p11"/>
          <p:cNvSpPr txBox="1">
            <a:spLocks noGrp="1"/>
          </p:cNvSpPr>
          <p:nvPr>
            <p:ph type="subTitle" idx="14"/>
          </p:nvPr>
        </p:nvSpPr>
        <p:spPr>
          <a:xfrm>
            <a:off x="5978525" y="3330200"/>
            <a:ext cx="2640000" cy="2300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ubTitle" idx="15"/>
          </p:nvPr>
        </p:nvSpPr>
        <p:spPr>
          <a:xfrm>
            <a:off x="5978525" y="3558447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1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16"/>
          </p:nvPr>
        </p:nvSpPr>
        <p:spPr>
          <a:xfrm>
            <a:off x="5978525" y="3745875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4123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Black">
  <p:cSld name="Title and body - Blac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/>
          <p:nvPr/>
        </p:nvSpPr>
        <p:spPr>
          <a:xfrm>
            <a:off x="458100" y="1158725"/>
            <a:ext cx="8229600" cy="4626000"/>
          </a:xfrm>
          <a:prstGeom prst="roundRect">
            <a:avLst>
              <a:gd name="adj" fmla="val 5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682650" y="1482275"/>
            <a:ext cx="7778700" cy="30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2"/>
          <p:cNvGrpSpPr/>
          <p:nvPr/>
        </p:nvGrpSpPr>
        <p:grpSpPr>
          <a:xfrm>
            <a:off x="8461349" y="3869800"/>
            <a:ext cx="939600" cy="935752"/>
            <a:chOff x="511165" y="3659475"/>
            <a:chExt cx="939600" cy="935752"/>
          </a:xfrm>
        </p:grpSpPr>
        <p:sp>
          <p:nvSpPr>
            <p:cNvPr id="108" name="Google Shape;108;p12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1441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Orangemunda">
  <p:cSld name="Title &amp; body - Orangemunda">
    <p:bg>
      <p:bgPr>
        <a:solidFill>
          <a:schemeClr val="accen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17" name="Google Shape;11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318" y="62670"/>
            <a:ext cx="599140" cy="6000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/>
          <p:nvPr/>
        </p:nvSpPr>
        <p:spPr>
          <a:xfrm>
            <a:off x="458100" y="1158725"/>
            <a:ext cx="8229600" cy="4626000"/>
          </a:xfrm>
          <a:prstGeom prst="roundRect">
            <a:avLst>
              <a:gd name="adj" fmla="val 524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1"/>
          </p:nvPr>
        </p:nvSpPr>
        <p:spPr>
          <a:xfrm>
            <a:off x="682650" y="1482075"/>
            <a:ext cx="7778700" cy="30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20" name="Google Shape;120;p13"/>
          <p:cNvGrpSpPr/>
          <p:nvPr/>
        </p:nvGrpSpPr>
        <p:grpSpPr>
          <a:xfrm>
            <a:off x="8461349" y="1482075"/>
            <a:ext cx="939600" cy="935752"/>
            <a:chOff x="511165" y="3659475"/>
            <a:chExt cx="939600" cy="935752"/>
          </a:xfrm>
        </p:grpSpPr>
        <p:sp>
          <p:nvSpPr>
            <p:cNvPr id="121" name="Google Shape;121;p13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7688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column Simple">
  <p:cSld name="Title &amp; body - 2 column Simp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1"/>
          </p:nvPr>
        </p:nvSpPr>
        <p:spPr>
          <a:xfrm>
            <a:off x="457200" y="1733450"/>
            <a:ext cx="4016100" cy="283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31" name="Google Shape;131;p14"/>
          <p:cNvSpPr txBox="1">
            <a:spLocks noGrp="1"/>
          </p:cNvSpPr>
          <p:nvPr>
            <p:ph type="body" idx="2"/>
          </p:nvPr>
        </p:nvSpPr>
        <p:spPr>
          <a:xfrm>
            <a:off x="4670700" y="1733450"/>
            <a:ext cx="4016100" cy="283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ubTitle" idx="3"/>
          </p:nvPr>
        </p:nvSpPr>
        <p:spPr>
          <a:xfrm>
            <a:off x="467075" y="1149725"/>
            <a:ext cx="40161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4"/>
          </p:nvPr>
        </p:nvSpPr>
        <p:spPr>
          <a:xfrm>
            <a:off x="4670700" y="1149725"/>
            <a:ext cx="40161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pic>
        <p:nvPicPr>
          <p:cNvPr id="134" name="Google Shape;13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>
            <a:spLocks noGrp="1"/>
          </p:cNvSpPr>
          <p:nvPr>
            <p:ph type="subTitle" idx="5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9376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Black">
  <p:cSld name="3 Column - Black">
    <p:bg>
      <p:bgPr>
        <a:solidFill>
          <a:schemeClr val="dk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57101" y="1152475"/>
            <a:ext cx="2497200" cy="231120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54" name="Google Shape;154;p16"/>
          <p:cNvSpPr/>
          <p:nvPr/>
        </p:nvSpPr>
        <p:spPr>
          <a:xfrm>
            <a:off x="457101" y="1592005"/>
            <a:ext cx="2497200" cy="2883900"/>
          </a:xfrm>
          <a:prstGeom prst="roundRect">
            <a:avLst>
              <a:gd name="adj" fmla="val 8673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2"/>
          </p:nvPr>
        </p:nvSpPr>
        <p:spPr>
          <a:xfrm>
            <a:off x="4446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6189601" y="1152475"/>
            <a:ext cx="2497200" cy="23112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57" name="Google Shape;157;p16"/>
          <p:cNvSpPr/>
          <p:nvPr/>
        </p:nvSpPr>
        <p:spPr>
          <a:xfrm>
            <a:off x="6189601" y="1592005"/>
            <a:ext cx="2497200" cy="2883900"/>
          </a:xfrm>
          <a:prstGeom prst="roundRect">
            <a:avLst>
              <a:gd name="adj" fmla="val 7882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3"/>
          </p:nvPr>
        </p:nvSpPr>
        <p:spPr>
          <a:xfrm>
            <a:off x="61771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3317138" y="1152475"/>
            <a:ext cx="2497200" cy="231120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60" name="Google Shape;160;p16"/>
          <p:cNvSpPr/>
          <p:nvPr/>
        </p:nvSpPr>
        <p:spPr>
          <a:xfrm>
            <a:off x="3317138" y="1592005"/>
            <a:ext cx="2497200" cy="2883900"/>
          </a:xfrm>
          <a:prstGeom prst="roundRect">
            <a:avLst>
              <a:gd name="adj" fmla="val 81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61" name="Google Shape;161;p16"/>
          <p:cNvSpPr txBox="1">
            <a:spLocks noGrp="1"/>
          </p:cNvSpPr>
          <p:nvPr>
            <p:ph type="subTitle" idx="4"/>
          </p:nvPr>
        </p:nvSpPr>
        <p:spPr>
          <a:xfrm>
            <a:off x="3304713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5"/>
          </p:nvPr>
        </p:nvSpPr>
        <p:spPr>
          <a:xfrm>
            <a:off x="5781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6"/>
          </p:nvPr>
        </p:nvSpPr>
        <p:spPr>
          <a:xfrm>
            <a:off x="34306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body" idx="7"/>
          </p:nvPr>
        </p:nvSpPr>
        <p:spPr>
          <a:xfrm>
            <a:off x="629685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529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White">
  <p:cSld name="3 Column - White">
    <p:bg>
      <p:bgPr>
        <a:solidFill>
          <a:schemeClr val="dk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57101" y="1152475"/>
            <a:ext cx="2497200" cy="231120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71" name="Google Shape;171;p17"/>
          <p:cNvSpPr/>
          <p:nvPr/>
        </p:nvSpPr>
        <p:spPr>
          <a:xfrm>
            <a:off x="457101" y="1592005"/>
            <a:ext cx="2497200" cy="2883900"/>
          </a:xfrm>
          <a:prstGeom prst="roundRect">
            <a:avLst>
              <a:gd name="adj" fmla="val 867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72" name="Google Shape;172;p17"/>
          <p:cNvSpPr txBox="1">
            <a:spLocks noGrp="1"/>
          </p:cNvSpPr>
          <p:nvPr>
            <p:ph type="subTitle" idx="2"/>
          </p:nvPr>
        </p:nvSpPr>
        <p:spPr>
          <a:xfrm>
            <a:off x="4446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6189601" y="1152475"/>
            <a:ext cx="2497200" cy="23112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74" name="Google Shape;174;p17"/>
          <p:cNvSpPr/>
          <p:nvPr/>
        </p:nvSpPr>
        <p:spPr>
          <a:xfrm>
            <a:off x="6189601" y="1592005"/>
            <a:ext cx="2497200" cy="2883900"/>
          </a:xfrm>
          <a:prstGeom prst="roundRect">
            <a:avLst>
              <a:gd name="adj" fmla="val 78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3"/>
          </p:nvPr>
        </p:nvSpPr>
        <p:spPr>
          <a:xfrm>
            <a:off x="61771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3317138" y="1152475"/>
            <a:ext cx="2497200" cy="231120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77" name="Google Shape;177;p17"/>
          <p:cNvSpPr/>
          <p:nvPr/>
        </p:nvSpPr>
        <p:spPr>
          <a:xfrm>
            <a:off x="3317138" y="1592005"/>
            <a:ext cx="2497200" cy="2883900"/>
          </a:xfrm>
          <a:prstGeom prst="roundRect">
            <a:avLst>
              <a:gd name="adj" fmla="val 81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4"/>
          </p:nvPr>
        </p:nvSpPr>
        <p:spPr>
          <a:xfrm>
            <a:off x="3304713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5"/>
          </p:nvPr>
        </p:nvSpPr>
        <p:spPr>
          <a:xfrm>
            <a:off x="5781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6"/>
          </p:nvPr>
        </p:nvSpPr>
        <p:spPr>
          <a:xfrm>
            <a:off x="34306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body" idx="7"/>
          </p:nvPr>
        </p:nvSpPr>
        <p:spPr>
          <a:xfrm>
            <a:off x="629685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4213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 - Black">
  <p:cSld name="4 Column - Black">
    <p:bg>
      <p:bgPr>
        <a:solidFill>
          <a:schemeClr val="dk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85" name="Google Shape;185;p18"/>
          <p:cNvSpPr/>
          <p:nvPr/>
        </p:nvSpPr>
        <p:spPr>
          <a:xfrm>
            <a:off x="2546379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623896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701425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57100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701425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0" name="Google Shape;190;p18"/>
          <p:cNvSpPr/>
          <p:nvPr/>
        </p:nvSpPr>
        <p:spPr>
          <a:xfrm>
            <a:off x="2546375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1" name="Google Shape;191;p18"/>
          <p:cNvSpPr/>
          <p:nvPr/>
        </p:nvSpPr>
        <p:spPr>
          <a:xfrm>
            <a:off x="457100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2" name="Google Shape;192;p18"/>
          <p:cNvSpPr/>
          <p:nvPr/>
        </p:nvSpPr>
        <p:spPr>
          <a:xfrm>
            <a:off x="4623900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3" name="Google Shape;193;p18"/>
          <p:cNvSpPr/>
          <p:nvPr/>
        </p:nvSpPr>
        <p:spPr>
          <a:xfrm>
            <a:off x="652675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2742012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819526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897063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52675" y="2254810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2742012" y="225481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819526" y="225481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897063" y="225481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652675" y="2842735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2742012" y="284273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819526" y="284273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897063" y="284273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742012" y="343066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819526" y="343066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897063" y="343066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2742012" y="40185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819526" y="40185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897063" y="40185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52675" y="3430660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52675" y="4018584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3" name="Google Shape;21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>
            <a:spLocks noGrp="1"/>
          </p:cNvSpPr>
          <p:nvPr>
            <p:ph type="subTitle" idx="1"/>
          </p:nvPr>
        </p:nvSpPr>
        <p:spPr>
          <a:xfrm>
            <a:off x="457100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2"/>
          </p:nvPr>
        </p:nvSpPr>
        <p:spPr>
          <a:xfrm>
            <a:off x="2540500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3"/>
          </p:nvPr>
        </p:nvSpPr>
        <p:spPr>
          <a:xfrm>
            <a:off x="4623900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4"/>
          </p:nvPr>
        </p:nvSpPr>
        <p:spPr>
          <a:xfrm>
            <a:off x="6701425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5"/>
          </p:nvPr>
        </p:nvSpPr>
        <p:spPr>
          <a:xfrm>
            <a:off x="652675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6"/>
          </p:nvPr>
        </p:nvSpPr>
        <p:spPr>
          <a:xfrm>
            <a:off x="652675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7"/>
          </p:nvPr>
        </p:nvSpPr>
        <p:spPr>
          <a:xfrm>
            <a:off x="652675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8"/>
          </p:nvPr>
        </p:nvSpPr>
        <p:spPr>
          <a:xfrm>
            <a:off x="652675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subTitle" idx="9"/>
          </p:nvPr>
        </p:nvSpPr>
        <p:spPr>
          <a:xfrm>
            <a:off x="652675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3"/>
          </p:nvPr>
        </p:nvSpPr>
        <p:spPr>
          <a:xfrm>
            <a:off x="2736100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subTitle" idx="14"/>
          </p:nvPr>
        </p:nvSpPr>
        <p:spPr>
          <a:xfrm>
            <a:off x="2736100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5" name="Google Shape;225;p18"/>
          <p:cNvSpPr txBox="1">
            <a:spLocks noGrp="1"/>
          </p:cNvSpPr>
          <p:nvPr>
            <p:ph type="subTitle" idx="15"/>
          </p:nvPr>
        </p:nvSpPr>
        <p:spPr>
          <a:xfrm>
            <a:off x="2736100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subTitle" idx="16"/>
          </p:nvPr>
        </p:nvSpPr>
        <p:spPr>
          <a:xfrm>
            <a:off x="2736100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subTitle" idx="17"/>
          </p:nvPr>
        </p:nvSpPr>
        <p:spPr>
          <a:xfrm>
            <a:off x="2736100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subTitle" idx="18"/>
          </p:nvPr>
        </p:nvSpPr>
        <p:spPr>
          <a:xfrm>
            <a:off x="4819500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subTitle" idx="19"/>
          </p:nvPr>
        </p:nvSpPr>
        <p:spPr>
          <a:xfrm>
            <a:off x="4819500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subTitle" idx="20"/>
          </p:nvPr>
        </p:nvSpPr>
        <p:spPr>
          <a:xfrm>
            <a:off x="4819500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subTitle" idx="21"/>
          </p:nvPr>
        </p:nvSpPr>
        <p:spPr>
          <a:xfrm>
            <a:off x="4819500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22"/>
          </p:nvPr>
        </p:nvSpPr>
        <p:spPr>
          <a:xfrm>
            <a:off x="4819500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ubTitle" idx="23"/>
          </p:nvPr>
        </p:nvSpPr>
        <p:spPr>
          <a:xfrm>
            <a:off x="6897000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24"/>
          </p:nvPr>
        </p:nvSpPr>
        <p:spPr>
          <a:xfrm>
            <a:off x="6897000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ubTitle" idx="25"/>
          </p:nvPr>
        </p:nvSpPr>
        <p:spPr>
          <a:xfrm>
            <a:off x="6897000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26"/>
          </p:nvPr>
        </p:nvSpPr>
        <p:spPr>
          <a:xfrm>
            <a:off x="6897000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ubTitle" idx="27"/>
          </p:nvPr>
        </p:nvSpPr>
        <p:spPr>
          <a:xfrm>
            <a:off x="6897000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9383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Black">
  <p:cSld name="Title only - Black">
    <p:bg>
      <p:bgPr>
        <a:solidFill>
          <a:schemeClr val="dk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46" name="Google Shape;24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6254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Spacecraft">
  <p:cSld name="Blank - Spacecraf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50" name="Google Shape;25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9111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dk2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/>
          <p:nvPr/>
        </p:nvSpPr>
        <p:spPr>
          <a:xfrm>
            <a:off x="3048000" y="116775"/>
            <a:ext cx="5486400" cy="5064600"/>
          </a:xfrm>
          <a:prstGeom prst="round2SameRect">
            <a:avLst>
              <a:gd name="adj1" fmla="val 5745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2" name="Google Shape;262;p2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296725" y="116775"/>
            <a:ext cx="2515200" cy="1483500"/>
          </a:xfrm>
          <a:prstGeom prst="roundRect">
            <a:avLst>
              <a:gd name="adj" fmla="val 1574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6" name="Google Shape;266;p24"/>
          <p:cNvSpPr txBox="1"/>
          <p:nvPr/>
        </p:nvSpPr>
        <p:spPr>
          <a:xfrm>
            <a:off x="305725" y="116775"/>
            <a:ext cx="2497200" cy="14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400" b="1">
              <a:solidFill>
                <a:schemeClr val="l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7" name="Google Shape;267;p24"/>
          <p:cNvSpPr txBox="1">
            <a:spLocks noGrp="1"/>
          </p:cNvSpPr>
          <p:nvPr>
            <p:ph type="body" idx="2"/>
          </p:nvPr>
        </p:nvSpPr>
        <p:spPr>
          <a:xfrm>
            <a:off x="3284075" y="419100"/>
            <a:ext cx="5016000" cy="42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68" name="Google Shape;268;p24"/>
          <p:cNvGrpSpPr/>
          <p:nvPr/>
        </p:nvGrpSpPr>
        <p:grpSpPr>
          <a:xfrm>
            <a:off x="304811" y="2694789"/>
            <a:ext cx="1029335" cy="1025218"/>
            <a:chOff x="3000325" y="3156400"/>
            <a:chExt cx="881054" cy="877530"/>
          </a:xfrm>
        </p:grpSpPr>
        <p:sp>
          <p:nvSpPr>
            <p:cNvPr id="269" name="Google Shape;269;p24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94" name="Google Shape;294;p24"/>
          <p:cNvSpPr txBox="1">
            <a:spLocks noGrp="1"/>
          </p:cNvSpPr>
          <p:nvPr>
            <p:ph type="title"/>
          </p:nvPr>
        </p:nvSpPr>
        <p:spPr>
          <a:xfrm>
            <a:off x="304798" y="373398"/>
            <a:ext cx="2497200" cy="90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6437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67">
          <p15:clr>
            <a:srgbClr val="FA7B17"/>
          </p15:clr>
        </p15:guide>
        <p15:guide id="2" pos="2016">
          <p15:clr>
            <a:srgbClr val="FA7B17"/>
          </p15:clr>
        </p15:guide>
        <p15:guide id="3" pos="2165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3 Items">
  <p:cSld name="TOC - 3 Items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97" name="Google Shape;2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0" y="-9000"/>
            <a:ext cx="3200400" cy="515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9" name="Google Shape;299;p25"/>
          <p:cNvSpPr txBox="1">
            <a:spLocks noGrp="1"/>
          </p:cNvSpPr>
          <p:nvPr>
            <p:ph type="title"/>
          </p:nvPr>
        </p:nvSpPr>
        <p:spPr>
          <a:xfrm>
            <a:off x="457200" y="1753225"/>
            <a:ext cx="2273400" cy="161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2895502" y="2274926"/>
            <a:ext cx="627000" cy="6270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1" name="Google Shape;301;p25"/>
          <p:cNvSpPr/>
          <p:nvPr/>
        </p:nvSpPr>
        <p:spPr>
          <a:xfrm rot="-2700000">
            <a:off x="2974401" y="3731778"/>
            <a:ext cx="452690" cy="449720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2895501" y="867801"/>
            <a:ext cx="627000" cy="6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3" name="Google Shape;303;p25"/>
          <p:cNvSpPr txBox="1">
            <a:spLocks noGrp="1"/>
          </p:cNvSpPr>
          <p:nvPr>
            <p:ph type="subTitle" idx="1"/>
          </p:nvPr>
        </p:nvSpPr>
        <p:spPr>
          <a:xfrm>
            <a:off x="3742200" y="378248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subTitle" idx="2"/>
          </p:nvPr>
        </p:nvSpPr>
        <p:spPr>
          <a:xfrm>
            <a:off x="3742200" y="2414263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ubTitle" idx="3"/>
          </p:nvPr>
        </p:nvSpPr>
        <p:spPr>
          <a:xfrm>
            <a:off x="3742200" y="100713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744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4 Items">
  <p:cSld name="TOC - 4 Items">
    <p:bg>
      <p:bgPr>
        <a:solidFill>
          <a:schemeClr val="dk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08" name="Google Shape;30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/>
          <p:nvPr/>
        </p:nvSpPr>
        <p:spPr>
          <a:xfrm>
            <a:off x="8975" y="-8975"/>
            <a:ext cx="3191400" cy="515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0" name="Google Shape;310;p26"/>
          <p:cNvSpPr txBox="1">
            <a:spLocks noGrp="1"/>
          </p:cNvSpPr>
          <p:nvPr>
            <p:ph type="title"/>
          </p:nvPr>
        </p:nvSpPr>
        <p:spPr>
          <a:xfrm>
            <a:off x="457200" y="1753225"/>
            <a:ext cx="2273400" cy="161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2895502" y="1745988"/>
            <a:ext cx="627000" cy="6270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2895501" y="3872838"/>
            <a:ext cx="627000" cy="627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3" name="Google Shape;313;p26"/>
          <p:cNvSpPr/>
          <p:nvPr/>
        </p:nvSpPr>
        <p:spPr>
          <a:xfrm rot="-2700000">
            <a:off x="2974401" y="2898040"/>
            <a:ext cx="452690" cy="449720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2895501" y="643663"/>
            <a:ext cx="627000" cy="6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26"/>
          <p:cNvSpPr txBox="1">
            <a:spLocks noGrp="1"/>
          </p:cNvSpPr>
          <p:nvPr>
            <p:ph type="subTitle" idx="1"/>
          </p:nvPr>
        </p:nvSpPr>
        <p:spPr>
          <a:xfrm>
            <a:off x="3742200" y="783013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6" name="Google Shape;316;p26"/>
          <p:cNvSpPr txBox="1">
            <a:spLocks noGrp="1"/>
          </p:cNvSpPr>
          <p:nvPr>
            <p:ph type="subTitle" idx="2"/>
          </p:nvPr>
        </p:nvSpPr>
        <p:spPr>
          <a:xfrm>
            <a:off x="3742200" y="188533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subTitle" idx="3"/>
          </p:nvPr>
        </p:nvSpPr>
        <p:spPr>
          <a:xfrm>
            <a:off x="3742200" y="294873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subTitle" idx="4"/>
          </p:nvPr>
        </p:nvSpPr>
        <p:spPr>
          <a:xfrm>
            <a:off x="3742200" y="401218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7528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opics">
  <p:cSld name="5 Topics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22" name="Google Shape;32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7"/>
          <p:cNvSpPr>
            <a:spLocks noGrp="1"/>
          </p:cNvSpPr>
          <p:nvPr>
            <p:ph type="pic" idx="2"/>
          </p:nvPr>
        </p:nvSpPr>
        <p:spPr>
          <a:xfrm>
            <a:off x="809350" y="1169100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27"/>
          <p:cNvSpPr>
            <a:spLocks noGrp="1"/>
          </p:cNvSpPr>
          <p:nvPr>
            <p:ph type="pic" idx="3"/>
          </p:nvPr>
        </p:nvSpPr>
        <p:spPr>
          <a:xfrm>
            <a:off x="4122900" y="1169100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27"/>
          <p:cNvSpPr>
            <a:spLocks noGrp="1"/>
          </p:cNvSpPr>
          <p:nvPr>
            <p:ph type="pic" idx="4"/>
          </p:nvPr>
        </p:nvSpPr>
        <p:spPr>
          <a:xfrm>
            <a:off x="7454075" y="1169100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27"/>
          <p:cNvSpPr>
            <a:spLocks noGrp="1"/>
          </p:cNvSpPr>
          <p:nvPr>
            <p:ph type="pic" idx="5"/>
          </p:nvPr>
        </p:nvSpPr>
        <p:spPr>
          <a:xfrm>
            <a:off x="2457313" y="2954138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7"/>
          <p:cNvSpPr>
            <a:spLocks noGrp="1"/>
          </p:cNvSpPr>
          <p:nvPr>
            <p:ph type="pic" idx="6"/>
          </p:nvPr>
        </p:nvSpPr>
        <p:spPr>
          <a:xfrm>
            <a:off x="5788488" y="2954138"/>
            <a:ext cx="898200" cy="746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9" name="Google Shape;329;p27"/>
          <p:cNvCxnSpPr/>
          <p:nvPr/>
        </p:nvCxnSpPr>
        <p:spPr>
          <a:xfrm rot="10800000">
            <a:off x="4580832" y="2954150"/>
            <a:ext cx="0" cy="1590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2906432" y="1114375"/>
            <a:ext cx="0" cy="1590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6237607" y="1114375"/>
            <a:ext cx="0" cy="1590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2" name="Google Shape;332;p27"/>
          <p:cNvSpPr txBox="1">
            <a:spLocks noGrp="1"/>
          </p:cNvSpPr>
          <p:nvPr>
            <p:ph type="subTitle" idx="7"/>
          </p:nvPr>
        </p:nvSpPr>
        <p:spPr>
          <a:xfrm>
            <a:off x="467075" y="2070950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3" name="Google Shape;333;p27"/>
          <p:cNvSpPr txBox="1">
            <a:spLocks noGrp="1"/>
          </p:cNvSpPr>
          <p:nvPr>
            <p:ph type="body" idx="8"/>
          </p:nvPr>
        </p:nvSpPr>
        <p:spPr>
          <a:xfrm>
            <a:off x="474425" y="2369494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34" name="Google Shape;334;p27"/>
          <p:cNvSpPr txBox="1">
            <a:spLocks noGrp="1"/>
          </p:cNvSpPr>
          <p:nvPr>
            <p:ph type="subTitle" idx="9"/>
          </p:nvPr>
        </p:nvSpPr>
        <p:spPr>
          <a:xfrm>
            <a:off x="3789500" y="2070950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600"/>
              </a:buClr>
              <a:buSzPts val="1600"/>
              <a:buFont typeface="IBM Plex Sans Medium"/>
              <a:buNone/>
              <a:defRPr sz="1600">
                <a:solidFill>
                  <a:srgbClr val="FFC6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5" name="Google Shape;335;p27"/>
          <p:cNvSpPr txBox="1">
            <a:spLocks noGrp="1"/>
          </p:cNvSpPr>
          <p:nvPr>
            <p:ph type="body" idx="13"/>
          </p:nvPr>
        </p:nvSpPr>
        <p:spPr>
          <a:xfrm>
            <a:off x="3791936" y="2369494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36" name="Google Shape;336;p27"/>
          <p:cNvSpPr txBox="1">
            <a:spLocks noGrp="1"/>
          </p:cNvSpPr>
          <p:nvPr>
            <p:ph type="subTitle" idx="14"/>
          </p:nvPr>
        </p:nvSpPr>
        <p:spPr>
          <a:xfrm>
            <a:off x="7119875" y="2070950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600"/>
              <a:buFont typeface="IBM Plex Sans Medium"/>
              <a:buNone/>
              <a:defRPr sz="1600">
                <a:solidFill>
                  <a:srgbClr val="F9382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7" name="Google Shape;337;p27"/>
          <p:cNvSpPr txBox="1">
            <a:spLocks noGrp="1"/>
          </p:cNvSpPr>
          <p:nvPr>
            <p:ph type="body" idx="15"/>
          </p:nvPr>
        </p:nvSpPr>
        <p:spPr>
          <a:xfrm>
            <a:off x="7119575" y="2369494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38" name="Google Shape;338;p27"/>
          <p:cNvSpPr txBox="1">
            <a:spLocks noGrp="1"/>
          </p:cNvSpPr>
          <p:nvPr>
            <p:ph type="subTitle" idx="16"/>
          </p:nvPr>
        </p:nvSpPr>
        <p:spPr>
          <a:xfrm>
            <a:off x="5446275" y="386747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IBM Plex Sans Medium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17"/>
          </p:nvPr>
        </p:nvSpPr>
        <p:spPr>
          <a:xfrm>
            <a:off x="5453625" y="4160430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subTitle" idx="18"/>
          </p:nvPr>
        </p:nvSpPr>
        <p:spPr>
          <a:xfrm>
            <a:off x="2115100" y="386747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 sz="16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19"/>
          </p:nvPr>
        </p:nvSpPr>
        <p:spPr>
          <a:xfrm>
            <a:off x="2122450" y="4160430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66579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Topics">
  <p:cSld name="6 Topics">
    <p:bg>
      <p:bgPr>
        <a:solidFill>
          <a:schemeClr val="dk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8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45" name="Google Shape;3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28"/>
          <p:cNvSpPr>
            <a:spLocks noGrp="1"/>
          </p:cNvSpPr>
          <p:nvPr>
            <p:ph type="pic" idx="2"/>
          </p:nvPr>
        </p:nvSpPr>
        <p:spPr>
          <a:xfrm>
            <a:off x="4301325" y="1144224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28"/>
          <p:cNvSpPr txBox="1">
            <a:spLocks noGrp="1"/>
          </p:cNvSpPr>
          <p:nvPr>
            <p:ph type="subTitle" idx="3"/>
          </p:nvPr>
        </p:nvSpPr>
        <p:spPr>
          <a:xfrm>
            <a:off x="3780675" y="174948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9" name="Google Shape;349;p28"/>
          <p:cNvSpPr txBox="1">
            <a:spLocks noGrp="1"/>
          </p:cNvSpPr>
          <p:nvPr>
            <p:ph type="body" idx="4"/>
          </p:nvPr>
        </p:nvSpPr>
        <p:spPr>
          <a:xfrm>
            <a:off x="3788025" y="2048027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0" name="Google Shape;350;p28"/>
          <p:cNvSpPr>
            <a:spLocks noGrp="1"/>
          </p:cNvSpPr>
          <p:nvPr>
            <p:ph type="pic" idx="5"/>
          </p:nvPr>
        </p:nvSpPr>
        <p:spPr>
          <a:xfrm>
            <a:off x="4305000" y="2986399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28"/>
          <p:cNvSpPr txBox="1">
            <a:spLocks noGrp="1"/>
          </p:cNvSpPr>
          <p:nvPr>
            <p:ph type="subTitle" idx="6"/>
          </p:nvPr>
        </p:nvSpPr>
        <p:spPr>
          <a:xfrm>
            <a:off x="3784350" y="3591658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2" name="Google Shape;352;p28"/>
          <p:cNvSpPr txBox="1">
            <a:spLocks noGrp="1"/>
          </p:cNvSpPr>
          <p:nvPr>
            <p:ph type="body" idx="7"/>
          </p:nvPr>
        </p:nvSpPr>
        <p:spPr>
          <a:xfrm>
            <a:off x="3791700" y="3890202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3" name="Google Shape;353;p28"/>
          <p:cNvSpPr>
            <a:spLocks noGrp="1"/>
          </p:cNvSpPr>
          <p:nvPr>
            <p:ph type="pic" idx="8"/>
          </p:nvPr>
        </p:nvSpPr>
        <p:spPr>
          <a:xfrm>
            <a:off x="2030325" y="1144224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8"/>
          <p:cNvSpPr txBox="1">
            <a:spLocks noGrp="1"/>
          </p:cNvSpPr>
          <p:nvPr>
            <p:ph type="subTitle" idx="9"/>
          </p:nvPr>
        </p:nvSpPr>
        <p:spPr>
          <a:xfrm>
            <a:off x="1509675" y="174948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5" name="Google Shape;355;p28"/>
          <p:cNvSpPr txBox="1">
            <a:spLocks noGrp="1"/>
          </p:cNvSpPr>
          <p:nvPr>
            <p:ph type="body" idx="13"/>
          </p:nvPr>
        </p:nvSpPr>
        <p:spPr>
          <a:xfrm>
            <a:off x="1517025" y="2048027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6" name="Google Shape;356;p28"/>
          <p:cNvSpPr>
            <a:spLocks noGrp="1"/>
          </p:cNvSpPr>
          <p:nvPr>
            <p:ph type="pic" idx="14"/>
          </p:nvPr>
        </p:nvSpPr>
        <p:spPr>
          <a:xfrm>
            <a:off x="2034000" y="2986399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28"/>
          <p:cNvSpPr txBox="1">
            <a:spLocks noGrp="1"/>
          </p:cNvSpPr>
          <p:nvPr>
            <p:ph type="subTitle" idx="15"/>
          </p:nvPr>
        </p:nvSpPr>
        <p:spPr>
          <a:xfrm>
            <a:off x="1513350" y="3591658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8" name="Google Shape;358;p28"/>
          <p:cNvSpPr txBox="1">
            <a:spLocks noGrp="1"/>
          </p:cNvSpPr>
          <p:nvPr>
            <p:ph type="body" idx="16"/>
          </p:nvPr>
        </p:nvSpPr>
        <p:spPr>
          <a:xfrm>
            <a:off x="1520700" y="3890202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9" name="Google Shape;359;p28"/>
          <p:cNvSpPr>
            <a:spLocks noGrp="1"/>
          </p:cNvSpPr>
          <p:nvPr>
            <p:ph type="pic" idx="17"/>
          </p:nvPr>
        </p:nvSpPr>
        <p:spPr>
          <a:xfrm>
            <a:off x="6583350" y="1144224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28"/>
          <p:cNvSpPr txBox="1">
            <a:spLocks noGrp="1"/>
          </p:cNvSpPr>
          <p:nvPr>
            <p:ph type="subTitle" idx="18"/>
          </p:nvPr>
        </p:nvSpPr>
        <p:spPr>
          <a:xfrm>
            <a:off x="6062700" y="174948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1" name="Google Shape;361;p28"/>
          <p:cNvSpPr txBox="1">
            <a:spLocks noGrp="1"/>
          </p:cNvSpPr>
          <p:nvPr>
            <p:ph type="body" idx="19"/>
          </p:nvPr>
        </p:nvSpPr>
        <p:spPr>
          <a:xfrm>
            <a:off x="6070050" y="2048027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62" name="Google Shape;362;p28"/>
          <p:cNvSpPr>
            <a:spLocks noGrp="1"/>
          </p:cNvSpPr>
          <p:nvPr>
            <p:ph type="pic" idx="20"/>
          </p:nvPr>
        </p:nvSpPr>
        <p:spPr>
          <a:xfrm>
            <a:off x="6587025" y="2986399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28"/>
          <p:cNvSpPr txBox="1">
            <a:spLocks noGrp="1"/>
          </p:cNvSpPr>
          <p:nvPr>
            <p:ph type="subTitle" idx="21"/>
          </p:nvPr>
        </p:nvSpPr>
        <p:spPr>
          <a:xfrm>
            <a:off x="6066375" y="3591658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4" name="Google Shape;364;p28"/>
          <p:cNvSpPr txBox="1">
            <a:spLocks noGrp="1"/>
          </p:cNvSpPr>
          <p:nvPr>
            <p:ph type="body" idx="22"/>
          </p:nvPr>
        </p:nvSpPr>
        <p:spPr>
          <a:xfrm>
            <a:off x="6073725" y="3890202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840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1">
  <p:cSld name="3 Topics - 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>
            <a:spLocks noGrp="1"/>
          </p:cNvSpPr>
          <p:nvPr>
            <p:ph type="title"/>
          </p:nvPr>
        </p:nvSpPr>
        <p:spPr>
          <a:xfrm>
            <a:off x="457200" y="11985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2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68" name="Google Shape;368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29"/>
          <p:cNvSpPr/>
          <p:nvPr/>
        </p:nvSpPr>
        <p:spPr>
          <a:xfrm>
            <a:off x="467069" y="3491701"/>
            <a:ext cx="627000" cy="6270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467069" y="2306551"/>
            <a:ext cx="627000" cy="6270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467069" y="1152476"/>
            <a:ext cx="627000" cy="6270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644338" y="1204614"/>
            <a:ext cx="252600" cy="7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1</a:t>
            </a:r>
            <a:endParaRPr sz="33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653710" y="2368767"/>
            <a:ext cx="252600" cy="7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2</a:t>
            </a:r>
            <a:endParaRPr sz="33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5" name="Google Shape;375;p29"/>
          <p:cNvSpPr txBox="1"/>
          <p:nvPr/>
        </p:nvSpPr>
        <p:spPr>
          <a:xfrm>
            <a:off x="653146" y="3542294"/>
            <a:ext cx="252600" cy="7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3</a:t>
            </a:r>
            <a:endParaRPr sz="33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grpSp>
        <p:nvGrpSpPr>
          <p:cNvPr id="376" name="Google Shape;376;p29"/>
          <p:cNvGrpSpPr/>
          <p:nvPr/>
        </p:nvGrpSpPr>
        <p:grpSpPr>
          <a:xfrm>
            <a:off x="6215029" y="1665341"/>
            <a:ext cx="2326466" cy="2384870"/>
            <a:chOff x="1982862" y="3613287"/>
            <a:chExt cx="819900" cy="840483"/>
          </a:xfrm>
        </p:grpSpPr>
        <p:sp>
          <p:nvSpPr>
            <p:cNvPr id="377" name="Google Shape;377;p29"/>
            <p:cNvSpPr/>
            <p:nvPr/>
          </p:nvSpPr>
          <p:spPr>
            <a:xfrm>
              <a:off x="1982862" y="3633870"/>
              <a:ext cx="819900" cy="81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2083370" y="3731983"/>
              <a:ext cx="623700" cy="6237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2166919" y="3815537"/>
              <a:ext cx="456600" cy="45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2080960" y="3732000"/>
              <a:ext cx="623700" cy="623700"/>
            </a:xfrm>
            <a:prstGeom prst="ellipse">
              <a:avLst/>
            </a:prstGeom>
            <a:noFill/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2232411" y="3883453"/>
              <a:ext cx="320700" cy="320700"/>
            </a:xfrm>
            <a:prstGeom prst="ellipse">
              <a:avLst/>
            </a:prstGeom>
            <a:solidFill>
              <a:srgbClr val="FFC600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2322915" y="3971532"/>
              <a:ext cx="144600" cy="144600"/>
            </a:xfrm>
            <a:prstGeom prst="ellipse">
              <a:avLst/>
            </a:prstGeom>
            <a:solidFill>
              <a:srgbClr val="F93822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 rot="2279924">
              <a:off x="2497970" y="3682498"/>
              <a:ext cx="36547" cy="413728"/>
            </a:xfrm>
            <a:prstGeom prst="roundRect">
              <a:avLst>
                <a:gd name="adj" fmla="val 16667"/>
              </a:avLst>
            </a:pr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4" name="Google Shape;384;p29"/>
            <p:cNvSpPr/>
            <p:nvPr/>
          </p:nvSpPr>
          <p:spPr>
            <a:xfrm rot="-6751234">
              <a:off x="2597281" y="3638302"/>
              <a:ext cx="102125" cy="116945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5" name="Google Shape;385;p29"/>
            <p:cNvSpPr/>
            <p:nvPr/>
          </p:nvSpPr>
          <p:spPr>
            <a:xfrm rot="-6733056">
              <a:off x="2646895" y="3621297"/>
              <a:ext cx="70587" cy="80758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86" name="Google Shape;386;p29"/>
          <p:cNvSpPr txBox="1">
            <a:spLocks noGrp="1"/>
          </p:cNvSpPr>
          <p:nvPr>
            <p:ph type="subTitle" idx="2"/>
          </p:nvPr>
        </p:nvSpPr>
        <p:spPr>
          <a:xfrm>
            <a:off x="1326725" y="1165200"/>
            <a:ext cx="38958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20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7" name="Google Shape;387;p29"/>
          <p:cNvSpPr txBox="1">
            <a:spLocks noGrp="1"/>
          </p:cNvSpPr>
          <p:nvPr>
            <p:ph type="body" idx="3"/>
          </p:nvPr>
        </p:nvSpPr>
        <p:spPr>
          <a:xfrm>
            <a:off x="1344925" y="1551839"/>
            <a:ext cx="3897600" cy="6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88" name="Google Shape;388;p29"/>
          <p:cNvSpPr txBox="1">
            <a:spLocks noGrp="1"/>
          </p:cNvSpPr>
          <p:nvPr>
            <p:ph type="subTitle" idx="4"/>
          </p:nvPr>
        </p:nvSpPr>
        <p:spPr>
          <a:xfrm>
            <a:off x="1326725" y="2306550"/>
            <a:ext cx="38958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20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9" name="Google Shape;389;p29"/>
          <p:cNvSpPr txBox="1">
            <a:spLocks noGrp="1"/>
          </p:cNvSpPr>
          <p:nvPr>
            <p:ph type="body" idx="5"/>
          </p:nvPr>
        </p:nvSpPr>
        <p:spPr>
          <a:xfrm>
            <a:off x="1344925" y="2693189"/>
            <a:ext cx="3897600" cy="6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90" name="Google Shape;390;p29"/>
          <p:cNvSpPr txBox="1">
            <a:spLocks noGrp="1"/>
          </p:cNvSpPr>
          <p:nvPr>
            <p:ph type="subTitle" idx="6"/>
          </p:nvPr>
        </p:nvSpPr>
        <p:spPr>
          <a:xfrm>
            <a:off x="1326725" y="3509325"/>
            <a:ext cx="38958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20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91" name="Google Shape;391;p29"/>
          <p:cNvSpPr txBox="1">
            <a:spLocks noGrp="1"/>
          </p:cNvSpPr>
          <p:nvPr>
            <p:ph type="body" idx="7"/>
          </p:nvPr>
        </p:nvSpPr>
        <p:spPr>
          <a:xfrm>
            <a:off x="1344925" y="3895964"/>
            <a:ext cx="3897600" cy="6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4619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1">
  <p:cSld name="4 Topics - 1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/>
          <p:nvPr/>
        </p:nvSpPr>
        <p:spPr>
          <a:xfrm rot="-5400000">
            <a:off x="3023125" y="-1399625"/>
            <a:ext cx="3641400" cy="8762100"/>
          </a:xfrm>
          <a:prstGeom prst="round2SameRect">
            <a:avLst>
              <a:gd name="adj1" fmla="val 141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4" name="Google Shape;394;p3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96" name="Google Shape;39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0"/>
          <p:cNvSpPr>
            <a:spLocks noGrp="1"/>
          </p:cNvSpPr>
          <p:nvPr>
            <p:ph type="pic" idx="2"/>
          </p:nvPr>
        </p:nvSpPr>
        <p:spPr>
          <a:xfrm>
            <a:off x="956075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99" name="Google Shape;399;p30"/>
          <p:cNvSpPr>
            <a:spLocks noGrp="1"/>
          </p:cNvSpPr>
          <p:nvPr>
            <p:ph type="pic" idx="3"/>
          </p:nvPr>
        </p:nvSpPr>
        <p:spPr>
          <a:xfrm>
            <a:off x="956075" y="3091125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0" name="Google Shape;400;p30"/>
          <p:cNvSpPr>
            <a:spLocks noGrp="1"/>
          </p:cNvSpPr>
          <p:nvPr>
            <p:ph type="pic" idx="4"/>
          </p:nvPr>
        </p:nvSpPr>
        <p:spPr>
          <a:xfrm>
            <a:off x="4654925" y="1560500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1" name="Google Shape;401;p30"/>
          <p:cNvSpPr>
            <a:spLocks noGrp="1"/>
          </p:cNvSpPr>
          <p:nvPr>
            <p:ph type="pic" idx="5"/>
          </p:nvPr>
        </p:nvSpPr>
        <p:spPr>
          <a:xfrm>
            <a:off x="4654925" y="3091125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2" name="Google Shape;402;p30"/>
          <p:cNvSpPr txBox="1">
            <a:spLocks noGrp="1"/>
          </p:cNvSpPr>
          <p:nvPr>
            <p:ph type="subTitle" idx="6"/>
          </p:nvPr>
        </p:nvSpPr>
        <p:spPr>
          <a:xfrm>
            <a:off x="2011775" y="156998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3" name="Google Shape;403;p30"/>
          <p:cNvSpPr txBox="1">
            <a:spLocks noGrp="1"/>
          </p:cNvSpPr>
          <p:nvPr>
            <p:ph type="body" idx="7"/>
          </p:nvPr>
        </p:nvSpPr>
        <p:spPr>
          <a:xfrm>
            <a:off x="2023300" y="197311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4" name="Google Shape;404;p30"/>
          <p:cNvSpPr txBox="1">
            <a:spLocks noGrp="1"/>
          </p:cNvSpPr>
          <p:nvPr>
            <p:ph type="subTitle" idx="8"/>
          </p:nvPr>
        </p:nvSpPr>
        <p:spPr>
          <a:xfrm>
            <a:off x="2011775" y="309113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5" name="Google Shape;405;p30"/>
          <p:cNvSpPr txBox="1">
            <a:spLocks noGrp="1"/>
          </p:cNvSpPr>
          <p:nvPr>
            <p:ph type="body" idx="9"/>
          </p:nvPr>
        </p:nvSpPr>
        <p:spPr>
          <a:xfrm>
            <a:off x="2023300" y="349426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0"/>
          <p:cNvSpPr txBox="1">
            <a:spLocks noGrp="1"/>
          </p:cNvSpPr>
          <p:nvPr>
            <p:ph type="subTitle" idx="13"/>
          </p:nvPr>
        </p:nvSpPr>
        <p:spPr>
          <a:xfrm>
            <a:off x="5722050" y="156998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7" name="Google Shape;407;p30"/>
          <p:cNvSpPr txBox="1">
            <a:spLocks noGrp="1"/>
          </p:cNvSpPr>
          <p:nvPr>
            <p:ph type="body" idx="14"/>
          </p:nvPr>
        </p:nvSpPr>
        <p:spPr>
          <a:xfrm>
            <a:off x="5733575" y="197311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8" name="Google Shape;408;p30"/>
          <p:cNvSpPr txBox="1">
            <a:spLocks noGrp="1"/>
          </p:cNvSpPr>
          <p:nvPr>
            <p:ph type="subTitle" idx="15"/>
          </p:nvPr>
        </p:nvSpPr>
        <p:spPr>
          <a:xfrm>
            <a:off x="5722050" y="309113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9" name="Google Shape;409;p30"/>
          <p:cNvSpPr txBox="1">
            <a:spLocks noGrp="1"/>
          </p:cNvSpPr>
          <p:nvPr>
            <p:ph type="body" idx="16"/>
          </p:nvPr>
        </p:nvSpPr>
        <p:spPr>
          <a:xfrm>
            <a:off x="5733575" y="349426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10" name="Google Shape;410;p30"/>
          <p:cNvGrpSpPr/>
          <p:nvPr/>
        </p:nvGrpSpPr>
        <p:grpSpPr>
          <a:xfrm rot="5400000">
            <a:off x="-62746" y="3289839"/>
            <a:ext cx="881054" cy="483615"/>
            <a:chOff x="5988337" y="3156400"/>
            <a:chExt cx="881054" cy="483615"/>
          </a:xfrm>
        </p:grpSpPr>
        <p:sp>
          <p:nvSpPr>
            <p:cNvPr id="411" name="Google Shape;411;p30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7653967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2">
  <p:cSld name="3 Topics - 2">
    <p:bg>
      <p:bgPr>
        <a:solidFill>
          <a:schemeClr val="dk1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 rot="5400000">
            <a:off x="2488000" y="-1388525"/>
            <a:ext cx="3657300" cy="8739300"/>
          </a:xfrm>
          <a:prstGeom prst="round2SameRect">
            <a:avLst>
              <a:gd name="adj1" fmla="val 7469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8" name="Google Shape;428;p3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3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30" name="Google Shape;43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31"/>
          <p:cNvSpPr>
            <a:spLocks noGrp="1"/>
          </p:cNvSpPr>
          <p:nvPr>
            <p:ph type="pic" idx="2"/>
          </p:nvPr>
        </p:nvSpPr>
        <p:spPr>
          <a:xfrm>
            <a:off x="956075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3" name="Google Shape;433;p31"/>
          <p:cNvSpPr txBox="1">
            <a:spLocks noGrp="1"/>
          </p:cNvSpPr>
          <p:nvPr>
            <p:ph type="subTitle" idx="3"/>
          </p:nvPr>
        </p:nvSpPr>
        <p:spPr>
          <a:xfrm>
            <a:off x="458625" y="2594850"/>
            <a:ext cx="1888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4" name="Google Shape;434;p31"/>
          <p:cNvSpPr txBox="1">
            <a:spLocks noGrp="1"/>
          </p:cNvSpPr>
          <p:nvPr>
            <p:ph type="body" idx="4"/>
          </p:nvPr>
        </p:nvSpPr>
        <p:spPr>
          <a:xfrm>
            <a:off x="467450" y="2997975"/>
            <a:ext cx="1889400" cy="15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31"/>
          <p:cNvSpPr>
            <a:spLocks noGrp="1"/>
          </p:cNvSpPr>
          <p:nvPr>
            <p:ph type="pic" idx="5"/>
          </p:nvPr>
        </p:nvSpPr>
        <p:spPr>
          <a:xfrm>
            <a:off x="3595638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6" name="Google Shape;436;p31"/>
          <p:cNvSpPr txBox="1">
            <a:spLocks noGrp="1"/>
          </p:cNvSpPr>
          <p:nvPr>
            <p:ph type="subTitle" idx="6"/>
          </p:nvPr>
        </p:nvSpPr>
        <p:spPr>
          <a:xfrm>
            <a:off x="3098188" y="2594850"/>
            <a:ext cx="1888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idx="7"/>
          </p:nvPr>
        </p:nvSpPr>
        <p:spPr>
          <a:xfrm>
            <a:off x="3107008" y="2997975"/>
            <a:ext cx="1889400" cy="15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8" name="Google Shape;438;p31"/>
          <p:cNvSpPr>
            <a:spLocks noGrp="1"/>
          </p:cNvSpPr>
          <p:nvPr>
            <p:ph type="pic" idx="8"/>
          </p:nvPr>
        </p:nvSpPr>
        <p:spPr>
          <a:xfrm>
            <a:off x="6235188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9" name="Google Shape;439;p31"/>
          <p:cNvSpPr txBox="1">
            <a:spLocks noGrp="1"/>
          </p:cNvSpPr>
          <p:nvPr>
            <p:ph type="subTitle" idx="9"/>
          </p:nvPr>
        </p:nvSpPr>
        <p:spPr>
          <a:xfrm>
            <a:off x="5737738" y="2594850"/>
            <a:ext cx="1888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0" name="Google Shape;440;p31"/>
          <p:cNvSpPr txBox="1">
            <a:spLocks noGrp="1"/>
          </p:cNvSpPr>
          <p:nvPr>
            <p:ph type="body" idx="13"/>
          </p:nvPr>
        </p:nvSpPr>
        <p:spPr>
          <a:xfrm>
            <a:off x="5746553" y="2997975"/>
            <a:ext cx="1889400" cy="15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41" name="Google Shape;441;p31"/>
          <p:cNvGrpSpPr/>
          <p:nvPr/>
        </p:nvGrpSpPr>
        <p:grpSpPr>
          <a:xfrm>
            <a:off x="7428504" y="1008606"/>
            <a:ext cx="881054" cy="483615"/>
            <a:chOff x="5988337" y="3156400"/>
            <a:chExt cx="881054" cy="483615"/>
          </a:xfrm>
        </p:grpSpPr>
        <p:sp>
          <p:nvSpPr>
            <p:cNvPr id="442" name="Google Shape;442;p31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70304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Black">
  <p:cSld name="Content &amp; Image - Black">
    <p:bg>
      <p:bgPr>
        <a:solidFill>
          <a:schemeClr val="dk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4383000" y="1311125"/>
            <a:ext cx="4314300" cy="3526800"/>
          </a:xfrm>
          <a:prstGeom prst="roundRect">
            <a:avLst>
              <a:gd name="adj" fmla="val 7142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9" name="Google Shape;459;p32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32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1" name="Google Shape;46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32"/>
          <p:cNvSpPr>
            <a:spLocks noGrp="1"/>
          </p:cNvSpPr>
          <p:nvPr>
            <p:ph type="pic" idx="2"/>
          </p:nvPr>
        </p:nvSpPr>
        <p:spPr>
          <a:xfrm>
            <a:off x="4230675" y="1152475"/>
            <a:ext cx="4314300" cy="353670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  <p:sp>
        <p:nvSpPr>
          <p:cNvPr id="464" name="Google Shape;464;p32"/>
          <p:cNvSpPr txBox="1">
            <a:spLocks noGrp="1"/>
          </p:cNvSpPr>
          <p:nvPr>
            <p:ph type="subTitle" idx="3"/>
          </p:nvPr>
        </p:nvSpPr>
        <p:spPr>
          <a:xfrm>
            <a:off x="467075" y="1149725"/>
            <a:ext cx="31977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32"/>
          <p:cNvSpPr txBox="1">
            <a:spLocks noGrp="1"/>
          </p:cNvSpPr>
          <p:nvPr>
            <p:ph type="body" idx="4"/>
          </p:nvPr>
        </p:nvSpPr>
        <p:spPr>
          <a:xfrm>
            <a:off x="467075" y="1724600"/>
            <a:ext cx="3197700" cy="30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49287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Spacecraft">
  <p:cSld name="Content &amp; Image - Spacecraf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3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9" name="Google Shape;46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3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3"/>
          <p:cNvSpPr txBox="1">
            <a:spLocks noGrp="1"/>
          </p:cNvSpPr>
          <p:nvPr>
            <p:ph type="subTitle" idx="2"/>
          </p:nvPr>
        </p:nvSpPr>
        <p:spPr>
          <a:xfrm>
            <a:off x="5489100" y="1149725"/>
            <a:ext cx="31977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33"/>
          <p:cNvSpPr txBox="1">
            <a:spLocks noGrp="1"/>
          </p:cNvSpPr>
          <p:nvPr>
            <p:ph type="body" idx="3"/>
          </p:nvPr>
        </p:nvSpPr>
        <p:spPr>
          <a:xfrm>
            <a:off x="5489100" y="1724600"/>
            <a:ext cx="3197700" cy="30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73" name="Google Shape;473;p33"/>
          <p:cNvGrpSpPr/>
          <p:nvPr/>
        </p:nvGrpSpPr>
        <p:grpSpPr>
          <a:xfrm>
            <a:off x="457204" y="4169531"/>
            <a:ext cx="881054" cy="483615"/>
            <a:chOff x="5988337" y="3156400"/>
            <a:chExt cx="881054" cy="483615"/>
          </a:xfrm>
        </p:grpSpPr>
        <p:sp>
          <p:nvSpPr>
            <p:cNvPr id="474" name="Google Shape;474;p33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9" name="Google Shape;489;p33"/>
          <p:cNvSpPr>
            <a:spLocks noGrp="1"/>
          </p:cNvSpPr>
          <p:nvPr>
            <p:ph type="pic" idx="4"/>
          </p:nvPr>
        </p:nvSpPr>
        <p:spPr>
          <a:xfrm>
            <a:off x="467075" y="1152475"/>
            <a:ext cx="4563900" cy="262590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659387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Topic Grey">
  <p:cSld name="Title &amp; body - 2 Topic Grey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"/>
          <p:cNvSpPr/>
          <p:nvPr/>
        </p:nvSpPr>
        <p:spPr>
          <a:xfrm>
            <a:off x="4961325" y="1304875"/>
            <a:ext cx="3436500" cy="3653100"/>
          </a:xfrm>
          <a:prstGeom prst="roundRect">
            <a:avLst>
              <a:gd name="adj" fmla="val 749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2" name="Google Shape;492;p34"/>
          <p:cNvSpPr/>
          <p:nvPr/>
        </p:nvSpPr>
        <p:spPr>
          <a:xfrm>
            <a:off x="1051825" y="1304875"/>
            <a:ext cx="3436500" cy="3653100"/>
          </a:xfrm>
          <a:prstGeom prst="roundRect">
            <a:avLst>
              <a:gd name="adj" fmla="val 7554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3" name="Google Shape;493;p34"/>
          <p:cNvSpPr/>
          <p:nvPr/>
        </p:nvSpPr>
        <p:spPr>
          <a:xfrm>
            <a:off x="899425" y="1152475"/>
            <a:ext cx="3436500" cy="3653100"/>
          </a:xfrm>
          <a:prstGeom prst="roundRect">
            <a:avLst>
              <a:gd name="adj" fmla="val 754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4" name="Google Shape;494;p3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34"/>
          <p:cNvSpPr txBox="1">
            <a:spLocks noGrp="1"/>
          </p:cNvSpPr>
          <p:nvPr>
            <p:ph type="body" idx="1"/>
          </p:nvPr>
        </p:nvSpPr>
        <p:spPr>
          <a:xfrm>
            <a:off x="1157375" y="2902650"/>
            <a:ext cx="2920500" cy="168720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6" name="Google Shape;496;p3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97" name="Google Shape;49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318" y="62670"/>
            <a:ext cx="599140" cy="600052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4"/>
          <p:cNvSpPr/>
          <p:nvPr/>
        </p:nvSpPr>
        <p:spPr>
          <a:xfrm>
            <a:off x="4808922" y="1152475"/>
            <a:ext cx="3436500" cy="3653100"/>
          </a:xfrm>
          <a:prstGeom prst="roundRect">
            <a:avLst>
              <a:gd name="adj" fmla="val 74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9" name="Google Shape;499;p34"/>
          <p:cNvSpPr txBox="1">
            <a:spLocks noGrp="1"/>
          </p:cNvSpPr>
          <p:nvPr>
            <p:ph type="body" idx="2"/>
          </p:nvPr>
        </p:nvSpPr>
        <p:spPr>
          <a:xfrm>
            <a:off x="5021125" y="2902650"/>
            <a:ext cx="3012000" cy="168720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34"/>
          <p:cNvSpPr>
            <a:spLocks noGrp="1"/>
          </p:cNvSpPr>
          <p:nvPr>
            <p:ph type="pic" idx="3"/>
          </p:nvPr>
        </p:nvSpPr>
        <p:spPr>
          <a:xfrm>
            <a:off x="2064875" y="1342750"/>
            <a:ext cx="1105500" cy="10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1" name="Google Shape;501;p34"/>
          <p:cNvSpPr>
            <a:spLocks noGrp="1"/>
          </p:cNvSpPr>
          <p:nvPr>
            <p:ph type="pic" idx="4"/>
          </p:nvPr>
        </p:nvSpPr>
        <p:spPr>
          <a:xfrm>
            <a:off x="5974425" y="1342750"/>
            <a:ext cx="1105500" cy="10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2" name="Google Shape;502;p34"/>
          <p:cNvSpPr txBox="1">
            <a:spLocks noGrp="1"/>
          </p:cNvSpPr>
          <p:nvPr>
            <p:ph type="subTitle" idx="5"/>
          </p:nvPr>
        </p:nvSpPr>
        <p:spPr>
          <a:xfrm>
            <a:off x="1157375" y="2515050"/>
            <a:ext cx="2920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03" name="Google Shape;503;p34"/>
          <p:cNvSpPr txBox="1">
            <a:spLocks noGrp="1"/>
          </p:cNvSpPr>
          <p:nvPr>
            <p:ph type="subTitle" idx="6"/>
          </p:nvPr>
        </p:nvSpPr>
        <p:spPr>
          <a:xfrm>
            <a:off x="5021132" y="2515050"/>
            <a:ext cx="2920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2472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3">
  <p:cSld name="4 Topics - 3">
    <p:bg>
      <p:bgPr>
        <a:solidFill>
          <a:schemeClr val="dk2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35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07" name="Google Shape;5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5"/>
          <p:cNvSpPr>
            <a:spLocks noGrp="1"/>
          </p:cNvSpPr>
          <p:nvPr>
            <p:ph type="pic" idx="2"/>
          </p:nvPr>
        </p:nvSpPr>
        <p:spPr>
          <a:xfrm>
            <a:off x="466515" y="102870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9" name="Google Shape;509;p35"/>
          <p:cNvSpPr txBox="1">
            <a:spLocks noGrp="1"/>
          </p:cNvSpPr>
          <p:nvPr>
            <p:ph type="subTitle" idx="1"/>
          </p:nvPr>
        </p:nvSpPr>
        <p:spPr>
          <a:xfrm>
            <a:off x="1531021" y="102870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0" name="Google Shape;510;p35"/>
          <p:cNvSpPr txBox="1">
            <a:spLocks noGrp="1"/>
          </p:cNvSpPr>
          <p:nvPr>
            <p:ph type="body" idx="3"/>
          </p:nvPr>
        </p:nvSpPr>
        <p:spPr>
          <a:xfrm>
            <a:off x="1545097" y="1354424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1" name="Google Shape;511;p35"/>
          <p:cNvSpPr>
            <a:spLocks noGrp="1"/>
          </p:cNvSpPr>
          <p:nvPr>
            <p:ph type="pic" idx="4"/>
          </p:nvPr>
        </p:nvSpPr>
        <p:spPr>
          <a:xfrm>
            <a:off x="466515" y="2060371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2" name="Google Shape;512;p35"/>
          <p:cNvSpPr txBox="1">
            <a:spLocks noGrp="1"/>
          </p:cNvSpPr>
          <p:nvPr>
            <p:ph type="subTitle" idx="5"/>
          </p:nvPr>
        </p:nvSpPr>
        <p:spPr>
          <a:xfrm>
            <a:off x="1531021" y="2060371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3" name="Google Shape;513;p35"/>
          <p:cNvSpPr txBox="1">
            <a:spLocks noGrp="1"/>
          </p:cNvSpPr>
          <p:nvPr>
            <p:ph type="body" idx="6"/>
          </p:nvPr>
        </p:nvSpPr>
        <p:spPr>
          <a:xfrm>
            <a:off x="1545097" y="2386095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35"/>
          <p:cNvSpPr>
            <a:spLocks noGrp="1"/>
          </p:cNvSpPr>
          <p:nvPr>
            <p:ph type="pic" idx="7"/>
          </p:nvPr>
        </p:nvSpPr>
        <p:spPr>
          <a:xfrm>
            <a:off x="466515" y="3092042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5" name="Google Shape;515;p35"/>
          <p:cNvSpPr txBox="1">
            <a:spLocks noGrp="1"/>
          </p:cNvSpPr>
          <p:nvPr>
            <p:ph type="subTitle" idx="8"/>
          </p:nvPr>
        </p:nvSpPr>
        <p:spPr>
          <a:xfrm>
            <a:off x="1531021" y="3092042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6" name="Google Shape;516;p35"/>
          <p:cNvSpPr txBox="1">
            <a:spLocks noGrp="1"/>
          </p:cNvSpPr>
          <p:nvPr>
            <p:ph type="body" idx="9"/>
          </p:nvPr>
        </p:nvSpPr>
        <p:spPr>
          <a:xfrm>
            <a:off x="1545097" y="3417766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17" name="Google Shape;517;p35"/>
          <p:cNvCxnSpPr/>
          <p:nvPr/>
        </p:nvCxnSpPr>
        <p:spPr>
          <a:xfrm>
            <a:off x="458100" y="1907233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18" name="Google Shape;518;p35"/>
          <p:cNvCxnSpPr/>
          <p:nvPr/>
        </p:nvCxnSpPr>
        <p:spPr>
          <a:xfrm>
            <a:off x="458100" y="2933820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19" name="Google Shape;519;p35"/>
          <p:cNvSpPr>
            <a:spLocks noGrp="1"/>
          </p:cNvSpPr>
          <p:nvPr>
            <p:ph type="pic" idx="13"/>
          </p:nvPr>
        </p:nvSpPr>
        <p:spPr>
          <a:xfrm>
            <a:off x="466515" y="410205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0" name="Google Shape;520;p35"/>
          <p:cNvSpPr txBox="1">
            <a:spLocks noGrp="1"/>
          </p:cNvSpPr>
          <p:nvPr>
            <p:ph type="subTitle" idx="14"/>
          </p:nvPr>
        </p:nvSpPr>
        <p:spPr>
          <a:xfrm>
            <a:off x="1531021" y="410205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1" name="Google Shape;521;p35"/>
          <p:cNvSpPr txBox="1">
            <a:spLocks noGrp="1"/>
          </p:cNvSpPr>
          <p:nvPr>
            <p:ph type="body" idx="15"/>
          </p:nvPr>
        </p:nvSpPr>
        <p:spPr>
          <a:xfrm>
            <a:off x="1531475" y="4438650"/>
            <a:ext cx="71418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22" name="Google Shape;522;p35"/>
          <p:cNvCxnSpPr/>
          <p:nvPr/>
        </p:nvCxnSpPr>
        <p:spPr>
          <a:xfrm>
            <a:off x="458100" y="3943828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356730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2">
  <p:cSld name="4 Topics - 2">
    <p:bg>
      <p:bgPr>
        <a:solidFill>
          <a:schemeClr val="lt2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6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3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26" name="Google Shape;526;p36"/>
          <p:cNvSpPr>
            <a:spLocks noGrp="1"/>
          </p:cNvSpPr>
          <p:nvPr>
            <p:ph type="pic" idx="2"/>
          </p:nvPr>
        </p:nvSpPr>
        <p:spPr>
          <a:xfrm>
            <a:off x="466515" y="102870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7" name="Google Shape;527;p36"/>
          <p:cNvSpPr txBox="1">
            <a:spLocks noGrp="1"/>
          </p:cNvSpPr>
          <p:nvPr>
            <p:ph type="subTitle" idx="1"/>
          </p:nvPr>
        </p:nvSpPr>
        <p:spPr>
          <a:xfrm>
            <a:off x="1531021" y="102870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8" name="Google Shape;528;p36"/>
          <p:cNvSpPr txBox="1">
            <a:spLocks noGrp="1"/>
          </p:cNvSpPr>
          <p:nvPr>
            <p:ph type="body" idx="3"/>
          </p:nvPr>
        </p:nvSpPr>
        <p:spPr>
          <a:xfrm>
            <a:off x="1545097" y="1354424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9" name="Google Shape;529;p36"/>
          <p:cNvSpPr>
            <a:spLocks noGrp="1"/>
          </p:cNvSpPr>
          <p:nvPr>
            <p:ph type="pic" idx="4"/>
          </p:nvPr>
        </p:nvSpPr>
        <p:spPr>
          <a:xfrm>
            <a:off x="466515" y="2060371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0" name="Google Shape;530;p36"/>
          <p:cNvSpPr txBox="1">
            <a:spLocks noGrp="1"/>
          </p:cNvSpPr>
          <p:nvPr>
            <p:ph type="subTitle" idx="5"/>
          </p:nvPr>
        </p:nvSpPr>
        <p:spPr>
          <a:xfrm>
            <a:off x="1531021" y="2060371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IBM Plex Sans Medium"/>
              <a:buNone/>
              <a:defRPr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1" name="Google Shape;531;p36"/>
          <p:cNvSpPr txBox="1">
            <a:spLocks noGrp="1"/>
          </p:cNvSpPr>
          <p:nvPr>
            <p:ph type="body" idx="6"/>
          </p:nvPr>
        </p:nvSpPr>
        <p:spPr>
          <a:xfrm>
            <a:off x="1545097" y="2386095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2" name="Google Shape;532;p36"/>
          <p:cNvSpPr>
            <a:spLocks noGrp="1"/>
          </p:cNvSpPr>
          <p:nvPr>
            <p:ph type="pic" idx="7"/>
          </p:nvPr>
        </p:nvSpPr>
        <p:spPr>
          <a:xfrm>
            <a:off x="466515" y="3092042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3" name="Google Shape;533;p36"/>
          <p:cNvSpPr txBox="1">
            <a:spLocks noGrp="1"/>
          </p:cNvSpPr>
          <p:nvPr>
            <p:ph type="subTitle" idx="8"/>
          </p:nvPr>
        </p:nvSpPr>
        <p:spPr>
          <a:xfrm>
            <a:off x="1531021" y="3092042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4" name="Google Shape;534;p36"/>
          <p:cNvSpPr txBox="1">
            <a:spLocks noGrp="1"/>
          </p:cNvSpPr>
          <p:nvPr>
            <p:ph type="body" idx="9"/>
          </p:nvPr>
        </p:nvSpPr>
        <p:spPr>
          <a:xfrm>
            <a:off x="1545097" y="3417766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535" name="Google Shape;535;p36"/>
          <p:cNvCxnSpPr/>
          <p:nvPr/>
        </p:nvCxnSpPr>
        <p:spPr>
          <a:xfrm>
            <a:off x="458100" y="1907233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36"/>
          <p:cNvCxnSpPr/>
          <p:nvPr/>
        </p:nvCxnSpPr>
        <p:spPr>
          <a:xfrm>
            <a:off x="458100" y="2933820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7" name="Google Shape;537;p36"/>
          <p:cNvSpPr>
            <a:spLocks noGrp="1"/>
          </p:cNvSpPr>
          <p:nvPr>
            <p:ph type="pic" idx="13"/>
          </p:nvPr>
        </p:nvSpPr>
        <p:spPr>
          <a:xfrm>
            <a:off x="466515" y="410205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8" name="Google Shape;538;p36"/>
          <p:cNvSpPr txBox="1">
            <a:spLocks noGrp="1"/>
          </p:cNvSpPr>
          <p:nvPr>
            <p:ph type="subTitle" idx="14"/>
          </p:nvPr>
        </p:nvSpPr>
        <p:spPr>
          <a:xfrm>
            <a:off x="1531021" y="410205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9" name="Google Shape;539;p36"/>
          <p:cNvSpPr txBox="1">
            <a:spLocks noGrp="1"/>
          </p:cNvSpPr>
          <p:nvPr>
            <p:ph type="body" idx="15"/>
          </p:nvPr>
        </p:nvSpPr>
        <p:spPr>
          <a:xfrm>
            <a:off x="1531475" y="4438650"/>
            <a:ext cx="71418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540" name="Google Shape;540;p36"/>
          <p:cNvCxnSpPr/>
          <p:nvPr/>
        </p:nvCxnSpPr>
        <p:spPr>
          <a:xfrm>
            <a:off x="458100" y="3943828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41" name="Google Shape;54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23572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&amp; Image">
  <p:cSld name="4 Topics &amp; Image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>
            <a:spLocks noGrp="1"/>
          </p:cNvSpPr>
          <p:nvPr>
            <p:ph type="subTitle" idx="1"/>
          </p:nvPr>
        </p:nvSpPr>
        <p:spPr>
          <a:xfrm>
            <a:off x="461600" y="1137500"/>
            <a:ext cx="7962600" cy="5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IBM Plex Sans Medium"/>
              <a:buNone/>
              <a:defRPr sz="15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/>
          <p:nvPr/>
        </p:nvSpPr>
        <p:spPr>
          <a:xfrm>
            <a:off x="591600" y="2013275"/>
            <a:ext cx="4149900" cy="2664300"/>
          </a:xfrm>
          <a:prstGeom prst="roundRect">
            <a:avLst>
              <a:gd name="adj" fmla="val 1016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5" name="Google Shape;545;p37"/>
          <p:cNvSpPr>
            <a:spLocks noGrp="1"/>
          </p:cNvSpPr>
          <p:nvPr>
            <p:ph type="pic" idx="2"/>
          </p:nvPr>
        </p:nvSpPr>
        <p:spPr>
          <a:xfrm>
            <a:off x="457200" y="1860875"/>
            <a:ext cx="4113900" cy="2664300"/>
          </a:xfrm>
          <a:prstGeom prst="roundRect">
            <a:avLst>
              <a:gd name="adj" fmla="val 10485"/>
            </a:avLst>
          </a:prstGeom>
          <a:noFill/>
          <a:ln>
            <a:noFill/>
          </a:ln>
        </p:spPr>
      </p:sp>
      <p:sp>
        <p:nvSpPr>
          <p:cNvPr id="546" name="Google Shape;546;p3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47" name="Google Shape;54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7"/>
          <p:cNvSpPr txBox="1">
            <a:spLocks noGrp="1"/>
          </p:cNvSpPr>
          <p:nvPr>
            <p:ph type="subTitle" idx="3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49" name="Google Shape;549;p37"/>
          <p:cNvCxnSpPr>
            <a:endCxn id="550" idx="0"/>
          </p:cNvCxnSpPr>
          <p:nvPr/>
        </p:nvCxnSpPr>
        <p:spPr>
          <a:xfrm flipH="1">
            <a:off x="5343848" y="2068933"/>
            <a:ext cx="5700" cy="2029800"/>
          </a:xfrm>
          <a:prstGeom prst="straightConnector1">
            <a:avLst/>
          </a:prstGeom>
          <a:noFill/>
          <a:ln w="9525" cap="flat" cmpd="sng">
            <a:solidFill>
              <a:srgbClr val="BBBCBC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51" name="Google Shape;551;p37"/>
          <p:cNvSpPr/>
          <p:nvPr/>
        </p:nvSpPr>
        <p:spPr>
          <a:xfrm>
            <a:off x="5130523" y="1860873"/>
            <a:ext cx="426600" cy="4266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5130523" y="2589926"/>
            <a:ext cx="426600" cy="42660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3" name="Google Shape;553;p37"/>
          <p:cNvSpPr/>
          <p:nvPr/>
        </p:nvSpPr>
        <p:spPr>
          <a:xfrm rot="-2700000">
            <a:off x="5174568" y="3389410"/>
            <a:ext cx="338563" cy="336441"/>
          </a:xfrm>
          <a:prstGeom prst="roundRect">
            <a:avLst>
              <a:gd name="adj" fmla="val 580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5130548" y="4098733"/>
            <a:ext cx="426600" cy="426600"/>
          </a:xfrm>
          <a:prstGeom prst="roundRect">
            <a:avLst>
              <a:gd name="adj" fmla="val 50000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4" name="Google Shape;554;p37"/>
          <p:cNvSpPr txBox="1">
            <a:spLocks noGrp="1"/>
          </p:cNvSpPr>
          <p:nvPr>
            <p:ph type="subTitle" idx="4"/>
          </p:nvPr>
        </p:nvSpPr>
        <p:spPr>
          <a:xfrm>
            <a:off x="5758750" y="1970975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37"/>
          <p:cNvSpPr txBox="1">
            <a:spLocks noGrp="1"/>
          </p:cNvSpPr>
          <p:nvPr>
            <p:ph type="subTitle" idx="5"/>
          </p:nvPr>
        </p:nvSpPr>
        <p:spPr>
          <a:xfrm>
            <a:off x="5758750" y="2700025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37"/>
          <p:cNvSpPr txBox="1">
            <a:spLocks noGrp="1"/>
          </p:cNvSpPr>
          <p:nvPr>
            <p:ph type="subTitle" idx="6"/>
          </p:nvPr>
        </p:nvSpPr>
        <p:spPr>
          <a:xfrm>
            <a:off x="5758750" y="3453803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37"/>
          <p:cNvSpPr txBox="1">
            <a:spLocks noGrp="1"/>
          </p:cNvSpPr>
          <p:nvPr>
            <p:ph type="subTitle" idx="7"/>
          </p:nvPr>
        </p:nvSpPr>
        <p:spPr>
          <a:xfrm>
            <a:off x="5758750" y="4224064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3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81214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Camunda">
  <p:cSld name="About Camunda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/>
          <p:nvPr/>
        </p:nvSpPr>
        <p:spPr>
          <a:xfrm>
            <a:off x="235175" y="2138100"/>
            <a:ext cx="8451600" cy="3126900"/>
          </a:xfrm>
          <a:prstGeom prst="round2SameRect">
            <a:avLst>
              <a:gd name="adj1" fmla="val 684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1" name="Google Shape;561;p38"/>
          <p:cNvSpPr txBox="1">
            <a:spLocks noGrp="1"/>
          </p:cNvSpPr>
          <p:nvPr>
            <p:ph type="body" idx="1"/>
          </p:nvPr>
        </p:nvSpPr>
        <p:spPr>
          <a:xfrm>
            <a:off x="457200" y="3054300"/>
            <a:ext cx="4114800" cy="13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2" name="Google Shape;562;p38"/>
          <p:cNvSpPr txBox="1">
            <a:spLocks noGrp="1"/>
          </p:cNvSpPr>
          <p:nvPr>
            <p:ph type="subTitle" idx="2"/>
          </p:nvPr>
        </p:nvSpPr>
        <p:spPr>
          <a:xfrm>
            <a:off x="467075" y="46621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63" name="Google Shape;56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318" y="62670"/>
            <a:ext cx="599140" cy="60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1" y="662724"/>
            <a:ext cx="2738847" cy="9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8"/>
          <p:cNvSpPr txBox="1"/>
          <p:nvPr/>
        </p:nvSpPr>
        <p:spPr>
          <a:xfrm>
            <a:off x="467075" y="107800"/>
            <a:ext cx="38535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About</a:t>
            </a:r>
            <a:endParaRPr sz="3400"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6" name="Google Shape;566;p38"/>
          <p:cNvSpPr txBox="1">
            <a:spLocks noGrp="1"/>
          </p:cNvSpPr>
          <p:nvPr>
            <p:ph type="subTitle" idx="3"/>
          </p:nvPr>
        </p:nvSpPr>
        <p:spPr>
          <a:xfrm>
            <a:off x="457200" y="2310150"/>
            <a:ext cx="4114800" cy="52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38"/>
          <p:cNvSpPr txBox="1"/>
          <p:nvPr/>
        </p:nvSpPr>
        <p:spPr>
          <a:xfrm>
            <a:off x="467075" y="1724250"/>
            <a:ext cx="3144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5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Orchestrate. Automate. Transform.</a:t>
            </a:r>
            <a:endParaRPr sz="135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pSp>
        <p:nvGrpSpPr>
          <p:cNvPr id="568" name="Google Shape;568;p38"/>
          <p:cNvGrpSpPr/>
          <p:nvPr/>
        </p:nvGrpSpPr>
        <p:grpSpPr>
          <a:xfrm>
            <a:off x="3857136" y="510229"/>
            <a:ext cx="3922807" cy="1166248"/>
            <a:chOff x="4932575" y="3084725"/>
            <a:chExt cx="3928700" cy="1168000"/>
          </a:xfrm>
        </p:grpSpPr>
        <p:cxnSp>
          <p:nvCxnSpPr>
            <p:cNvPr id="569" name="Google Shape;569;p38"/>
            <p:cNvCxnSpPr/>
            <p:nvPr/>
          </p:nvCxnSpPr>
          <p:spPr>
            <a:xfrm>
              <a:off x="5681125" y="3991125"/>
              <a:ext cx="156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38"/>
            <p:cNvCxnSpPr>
              <a:stCxn id="571" idx="6"/>
              <a:endCxn id="572" idx="2"/>
            </p:cNvCxnSpPr>
            <p:nvPr/>
          </p:nvCxnSpPr>
          <p:spPr>
            <a:xfrm>
              <a:off x="5214275" y="3346325"/>
              <a:ext cx="3365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71" name="Google Shape;571;p38"/>
            <p:cNvSpPr/>
            <p:nvPr/>
          </p:nvSpPr>
          <p:spPr>
            <a:xfrm>
              <a:off x="4932575" y="3205475"/>
              <a:ext cx="281700" cy="28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8579575" y="320547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3" name="Google Shape;573;p38"/>
            <p:cNvSpPr/>
            <p:nvPr/>
          </p:nvSpPr>
          <p:spPr>
            <a:xfrm rot="2700000">
              <a:off x="5526360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4" name="Google Shape;574;p38"/>
            <p:cNvSpPr/>
            <p:nvPr/>
          </p:nvSpPr>
          <p:spPr>
            <a:xfrm rot="2700000">
              <a:off x="7071978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108675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6350925" y="37295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7664450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cxnSp>
          <p:nvCxnSpPr>
            <p:cNvPr id="578" name="Google Shape;578;p38"/>
            <p:cNvCxnSpPr/>
            <p:nvPr/>
          </p:nvCxnSpPr>
          <p:spPr>
            <a:xfrm>
              <a:off x="56672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9" name="Google Shape;579;p38"/>
            <p:cNvCxnSpPr/>
            <p:nvPr/>
          </p:nvCxnSpPr>
          <p:spPr>
            <a:xfrm>
              <a:off x="72128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108474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1">
  <p:cSld name="Case Study - 1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"/>
          <p:cNvSpPr/>
          <p:nvPr/>
        </p:nvSpPr>
        <p:spPr>
          <a:xfrm>
            <a:off x="5218738" y="2431300"/>
            <a:ext cx="4176600" cy="102390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2" name="Google Shape;582;p39"/>
          <p:cNvSpPr/>
          <p:nvPr/>
        </p:nvSpPr>
        <p:spPr>
          <a:xfrm>
            <a:off x="5218738" y="3772475"/>
            <a:ext cx="4176600" cy="102390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3" name="Google Shape;583;p3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3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85" name="Google Shape;58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9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39"/>
          <p:cNvSpPr txBox="1">
            <a:spLocks noGrp="1"/>
          </p:cNvSpPr>
          <p:nvPr>
            <p:ph type="subTitle" idx="2"/>
          </p:nvPr>
        </p:nvSpPr>
        <p:spPr>
          <a:xfrm>
            <a:off x="476075" y="1158725"/>
            <a:ext cx="38625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39"/>
          <p:cNvSpPr txBox="1">
            <a:spLocks noGrp="1"/>
          </p:cNvSpPr>
          <p:nvPr>
            <p:ph type="body" idx="3"/>
          </p:nvPr>
        </p:nvSpPr>
        <p:spPr>
          <a:xfrm>
            <a:off x="476075" y="1724600"/>
            <a:ext cx="3862500" cy="30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9" name="Google Shape;589;p39"/>
          <p:cNvSpPr/>
          <p:nvPr/>
        </p:nvSpPr>
        <p:spPr>
          <a:xfrm>
            <a:off x="5218738" y="1176675"/>
            <a:ext cx="4176600" cy="102390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0" name="Google Shape;590;p39"/>
          <p:cNvSpPr/>
          <p:nvPr/>
        </p:nvSpPr>
        <p:spPr>
          <a:xfrm>
            <a:off x="4853798" y="1268027"/>
            <a:ext cx="758400" cy="7584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1" name="Google Shape;591;p39"/>
          <p:cNvSpPr/>
          <p:nvPr/>
        </p:nvSpPr>
        <p:spPr>
          <a:xfrm>
            <a:off x="4853798" y="2564104"/>
            <a:ext cx="758400" cy="75840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2" name="Google Shape;592;p39"/>
          <p:cNvSpPr/>
          <p:nvPr/>
        </p:nvSpPr>
        <p:spPr>
          <a:xfrm rot="-2700000">
            <a:off x="4932111" y="3985320"/>
            <a:ext cx="602031" cy="598212"/>
          </a:xfrm>
          <a:prstGeom prst="roundRect">
            <a:avLst>
              <a:gd name="adj" fmla="val 58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3" name="Google Shape;593;p39"/>
          <p:cNvSpPr>
            <a:spLocks noGrp="1"/>
          </p:cNvSpPr>
          <p:nvPr>
            <p:ph type="pic" idx="4"/>
          </p:nvPr>
        </p:nvSpPr>
        <p:spPr>
          <a:xfrm>
            <a:off x="4939050" y="1346125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4" name="Google Shape;594;p39"/>
          <p:cNvSpPr>
            <a:spLocks noGrp="1"/>
          </p:cNvSpPr>
          <p:nvPr>
            <p:ph type="pic" idx="5"/>
          </p:nvPr>
        </p:nvSpPr>
        <p:spPr>
          <a:xfrm>
            <a:off x="4939050" y="2643700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5" name="Google Shape;595;p39"/>
          <p:cNvSpPr>
            <a:spLocks noGrp="1"/>
          </p:cNvSpPr>
          <p:nvPr>
            <p:ph type="pic" idx="6"/>
          </p:nvPr>
        </p:nvSpPr>
        <p:spPr>
          <a:xfrm>
            <a:off x="4939050" y="3984875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6" name="Google Shape;596;p39"/>
          <p:cNvSpPr txBox="1">
            <a:spLocks noGrp="1"/>
          </p:cNvSpPr>
          <p:nvPr>
            <p:ph type="subTitle" idx="7"/>
          </p:nvPr>
        </p:nvSpPr>
        <p:spPr>
          <a:xfrm>
            <a:off x="5802575" y="1268025"/>
            <a:ext cx="2884200" cy="3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39"/>
          <p:cNvSpPr txBox="1">
            <a:spLocks noGrp="1"/>
          </p:cNvSpPr>
          <p:nvPr>
            <p:ph type="body" idx="8"/>
          </p:nvPr>
        </p:nvSpPr>
        <p:spPr>
          <a:xfrm>
            <a:off x="5802575" y="1600325"/>
            <a:ext cx="28842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8" name="Google Shape;598;p39"/>
          <p:cNvSpPr txBox="1">
            <a:spLocks noGrp="1"/>
          </p:cNvSpPr>
          <p:nvPr>
            <p:ph type="subTitle" idx="9"/>
          </p:nvPr>
        </p:nvSpPr>
        <p:spPr>
          <a:xfrm>
            <a:off x="5802575" y="2520250"/>
            <a:ext cx="2884200" cy="3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39"/>
          <p:cNvSpPr txBox="1">
            <a:spLocks noGrp="1"/>
          </p:cNvSpPr>
          <p:nvPr>
            <p:ph type="body" idx="13"/>
          </p:nvPr>
        </p:nvSpPr>
        <p:spPr>
          <a:xfrm>
            <a:off x="5802575" y="2852550"/>
            <a:ext cx="28842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0" name="Google Shape;600;p39"/>
          <p:cNvSpPr txBox="1">
            <a:spLocks noGrp="1"/>
          </p:cNvSpPr>
          <p:nvPr>
            <p:ph type="subTitle" idx="14"/>
          </p:nvPr>
        </p:nvSpPr>
        <p:spPr>
          <a:xfrm>
            <a:off x="5802575" y="3861475"/>
            <a:ext cx="2884200" cy="3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39"/>
          <p:cNvSpPr txBox="1">
            <a:spLocks noGrp="1"/>
          </p:cNvSpPr>
          <p:nvPr>
            <p:ph type="body" idx="15"/>
          </p:nvPr>
        </p:nvSpPr>
        <p:spPr>
          <a:xfrm>
            <a:off x="5802575" y="4193775"/>
            <a:ext cx="28842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16769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3">
  <p:cSld name="Case Study - 3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04" name="Google Shape;60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40"/>
          <p:cNvSpPr txBox="1">
            <a:spLocks noGrp="1"/>
          </p:cNvSpPr>
          <p:nvPr>
            <p:ph type="subTitle" idx="2"/>
          </p:nvPr>
        </p:nvSpPr>
        <p:spPr>
          <a:xfrm>
            <a:off x="2640742" y="1130847"/>
            <a:ext cx="38625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40"/>
          <p:cNvSpPr/>
          <p:nvPr/>
        </p:nvSpPr>
        <p:spPr>
          <a:xfrm>
            <a:off x="1193675" y="2039375"/>
            <a:ext cx="6756600" cy="1961100"/>
          </a:xfrm>
          <a:prstGeom prst="roundRect">
            <a:avLst>
              <a:gd name="adj" fmla="val 11847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608" name="Google Shape;608;p40"/>
          <p:cNvSpPr txBox="1">
            <a:spLocks noGrp="1"/>
          </p:cNvSpPr>
          <p:nvPr>
            <p:ph type="subTitle" idx="3"/>
          </p:nvPr>
        </p:nvSpPr>
        <p:spPr>
          <a:xfrm>
            <a:off x="2640742" y="1547000"/>
            <a:ext cx="38625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09" name="Google Shape;609;p40"/>
          <p:cNvSpPr txBox="1">
            <a:spLocks noGrp="1"/>
          </p:cNvSpPr>
          <p:nvPr>
            <p:ph type="body" idx="4"/>
          </p:nvPr>
        </p:nvSpPr>
        <p:spPr>
          <a:xfrm>
            <a:off x="1582650" y="3120047"/>
            <a:ext cx="17391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1pPr>
            <a:lvl2pPr marL="914400" lvl="1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2pPr>
            <a:lvl3pPr marL="1371600" lvl="2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marL="1828800" lvl="3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marL="2286000" lvl="4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marL="3200400" lvl="6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marL="3657600" lvl="7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marL="4114800" lvl="8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0" name="Google Shape;610;p40"/>
          <p:cNvSpPr>
            <a:spLocks noGrp="1"/>
          </p:cNvSpPr>
          <p:nvPr>
            <p:ph type="pic" idx="5"/>
          </p:nvPr>
        </p:nvSpPr>
        <p:spPr>
          <a:xfrm>
            <a:off x="2172532" y="2225911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1" name="Google Shape;611;p40"/>
          <p:cNvSpPr txBox="1">
            <a:spLocks noGrp="1"/>
          </p:cNvSpPr>
          <p:nvPr>
            <p:ph type="subTitle" idx="6"/>
          </p:nvPr>
        </p:nvSpPr>
        <p:spPr>
          <a:xfrm>
            <a:off x="1582625" y="2899211"/>
            <a:ext cx="1739100" cy="19236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125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2" name="Google Shape;612;p40"/>
          <p:cNvSpPr txBox="1">
            <a:spLocks noGrp="1"/>
          </p:cNvSpPr>
          <p:nvPr>
            <p:ph type="body" idx="7"/>
          </p:nvPr>
        </p:nvSpPr>
        <p:spPr>
          <a:xfrm>
            <a:off x="3783350" y="3120047"/>
            <a:ext cx="16383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1pPr>
            <a:lvl2pPr marL="914400" lvl="1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2pPr>
            <a:lvl3pPr marL="1371600" lvl="2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marL="1828800" lvl="3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marL="2286000" lvl="4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marL="3200400" lvl="6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marL="3657600" lvl="7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marL="4114800" lvl="8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3" name="Google Shape;613;p40"/>
          <p:cNvSpPr>
            <a:spLocks noGrp="1"/>
          </p:cNvSpPr>
          <p:nvPr>
            <p:ph type="pic" idx="8"/>
          </p:nvPr>
        </p:nvSpPr>
        <p:spPr>
          <a:xfrm>
            <a:off x="4272435" y="2225911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4" name="Google Shape;614;p40"/>
          <p:cNvSpPr txBox="1">
            <a:spLocks noGrp="1"/>
          </p:cNvSpPr>
          <p:nvPr>
            <p:ph type="subTitle" idx="9"/>
          </p:nvPr>
        </p:nvSpPr>
        <p:spPr>
          <a:xfrm>
            <a:off x="3783450" y="2899211"/>
            <a:ext cx="1638300" cy="19236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125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5" name="Google Shape;615;p40"/>
          <p:cNvSpPr txBox="1">
            <a:spLocks noGrp="1"/>
          </p:cNvSpPr>
          <p:nvPr>
            <p:ph type="body" idx="13"/>
          </p:nvPr>
        </p:nvSpPr>
        <p:spPr>
          <a:xfrm>
            <a:off x="5801975" y="3120047"/>
            <a:ext cx="17391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1pPr>
            <a:lvl2pPr marL="914400" lvl="1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2pPr>
            <a:lvl3pPr marL="1371600" lvl="2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marL="1828800" lvl="3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marL="2286000" lvl="4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marL="3200400" lvl="6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marL="3657600" lvl="7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marL="4114800" lvl="8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40"/>
          <p:cNvSpPr>
            <a:spLocks noGrp="1"/>
          </p:cNvSpPr>
          <p:nvPr>
            <p:ph type="pic" idx="14"/>
          </p:nvPr>
        </p:nvSpPr>
        <p:spPr>
          <a:xfrm>
            <a:off x="6351060" y="2225911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7" name="Google Shape;617;p40"/>
          <p:cNvSpPr txBox="1">
            <a:spLocks noGrp="1"/>
          </p:cNvSpPr>
          <p:nvPr>
            <p:ph type="subTitle" idx="15"/>
          </p:nvPr>
        </p:nvSpPr>
        <p:spPr>
          <a:xfrm>
            <a:off x="5801975" y="2899211"/>
            <a:ext cx="1739100" cy="19236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125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grpSp>
        <p:nvGrpSpPr>
          <p:cNvPr id="618" name="Google Shape;618;p40"/>
          <p:cNvGrpSpPr/>
          <p:nvPr/>
        </p:nvGrpSpPr>
        <p:grpSpPr>
          <a:xfrm>
            <a:off x="7409478" y="3634500"/>
            <a:ext cx="1479491" cy="1271430"/>
            <a:chOff x="7208350" y="3156400"/>
            <a:chExt cx="1479491" cy="1271430"/>
          </a:xfrm>
        </p:grpSpPr>
        <p:sp>
          <p:nvSpPr>
            <p:cNvPr id="619" name="Google Shape;619;p40"/>
            <p:cNvSpPr/>
            <p:nvPr/>
          </p:nvSpPr>
          <p:spPr>
            <a:xfrm>
              <a:off x="8202466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8202466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8202466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8202466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8202466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7608951" y="3747273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7608951" y="39442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7806789" y="3747273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7806789" y="39442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8004628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8004628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8004628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8004628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8004628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8202466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7411112" y="414118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7608951" y="414118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7806789" y="414118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8004628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7208350" y="414118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8202466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7411112" y="433813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7608951" y="43381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7806789" y="43381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8004628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7208350" y="433813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8598141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8598141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8598141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8598141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8598141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8400303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8400303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8400303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8400303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8400303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8598141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8400303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8598141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8400303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717550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2">
  <p:cSld name="Case Study - 2">
    <p:bg>
      <p:bgPr>
        <a:solidFill>
          <a:schemeClr val="dk2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1"/>
          <p:cNvSpPr/>
          <p:nvPr/>
        </p:nvSpPr>
        <p:spPr>
          <a:xfrm>
            <a:off x="3979175" y="1167325"/>
            <a:ext cx="4248600" cy="2824200"/>
          </a:xfrm>
          <a:prstGeom prst="roundRect">
            <a:avLst>
              <a:gd name="adj" fmla="val 1017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61" name="Google Shape;661;p41"/>
          <p:cNvSpPr/>
          <p:nvPr/>
        </p:nvSpPr>
        <p:spPr>
          <a:xfrm>
            <a:off x="0" y="-17975"/>
            <a:ext cx="4572000" cy="5161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62" name="Google Shape;662;p4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36129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4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41"/>
          <p:cNvSpPr txBox="1">
            <a:spLocks noGrp="1"/>
          </p:cNvSpPr>
          <p:nvPr>
            <p:ph type="subTitle" idx="2"/>
          </p:nvPr>
        </p:nvSpPr>
        <p:spPr>
          <a:xfrm>
            <a:off x="457200" y="1183877"/>
            <a:ext cx="36129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5" name="Google Shape;665;p41"/>
          <p:cNvSpPr txBox="1">
            <a:spLocks noGrp="1"/>
          </p:cNvSpPr>
          <p:nvPr>
            <p:ph type="body" idx="3"/>
          </p:nvPr>
        </p:nvSpPr>
        <p:spPr>
          <a:xfrm>
            <a:off x="464326" y="1504916"/>
            <a:ext cx="3612900" cy="8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6" name="Google Shape;666;p41"/>
          <p:cNvSpPr txBox="1">
            <a:spLocks noGrp="1"/>
          </p:cNvSpPr>
          <p:nvPr>
            <p:ph type="subTitle" idx="4"/>
          </p:nvPr>
        </p:nvSpPr>
        <p:spPr>
          <a:xfrm>
            <a:off x="457200" y="2422934"/>
            <a:ext cx="36129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7" name="Google Shape;667;p41"/>
          <p:cNvSpPr txBox="1">
            <a:spLocks noGrp="1"/>
          </p:cNvSpPr>
          <p:nvPr>
            <p:ph type="body" idx="5"/>
          </p:nvPr>
        </p:nvSpPr>
        <p:spPr>
          <a:xfrm>
            <a:off x="464326" y="2743982"/>
            <a:ext cx="3612900" cy="8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8" name="Google Shape;668;p41"/>
          <p:cNvSpPr txBox="1">
            <a:spLocks noGrp="1"/>
          </p:cNvSpPr>
          <p:nvPr>
            <p:ph type="subTitle" idx="6"/>
          </p:nvPr>
        </p:nvSpPr>
        <p:spPr>
          <a:xfrm>
            <a:off x="457200" y="3661991"/>
            <a:ext cx="36129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9" name="Google Shape;669;p41"/>
          <p:cNvSpPr txBox="1">
            <a:spLocks noGrp="1"/>
          </p:cNvSpPr>
          <p:nvPr>
            <p:ph type="body" idx="7"/>
          </p:nvPr>
        </p:nvSpPr>
        <p:spPr>
          <a:xfrm>
            <a:off x="464326" y="3983048"/>
            <a:ext cx="3612900" cy="8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0" name="Google Shape;670;p41"/>
          <p:cNvSpPr/>
          <p:nvPr/>
        </p:nvSpPr>
        <p:spPr>
          <a:xfrm rot="-2700000">
            <a:off x="4283502" y="2307864"/>
            <a:ext cx="546452" cy="543058"/>
          </a:xfrm>
          <a:prstGeom prst="roundRect">
            <a:avLst>
              <a:gd name="adj" fmla="val 58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71" name="Google Shape;671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41"/>
          <p:cNvSpPr txBox="1"/>
          <p:nvPr/>
        </p:nvSpPr>
        <p:spPr>
          <a:xfrm>
            <a:off x="4832000" y="1586575"/>
            <a:ext cx="3693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“</a:t>
            </a:r>
            <a:endParaRPr sz="4800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73" name="Google Shape;673;p41"/>
          <p:cNvSpPr txBox="1">
            <a:spLocks noGrp="1"/>
          </p:cNvSpPr>
          <p:nvPr>
            <p:ph type="body" idx="8"/>
          </p:nvPr>
        </p:nvSpPr>
        <p:spPr>
          <a:xfrm>
            <a:off x="5201300" y="1724600"/>
            <a:ext cx="2658300" cy="19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■"/>
              <a:defRPr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674" name="Google Shape;674;p41"/>
          <p:cNvSpPr txBox="1">
            <a:spLocks noGrp="1"/>
          </p:cNvSpPr>
          <p:nvPr>
            <p:ph type="subTitle" idx="9"/>
          </p:nvPr>
        </p:nvSpPr>
        <p:spPr>
          <a:xfrm>
            <a:off x="5201300" y="4138300"/>
            <a:ext cx="23265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41"/>
          <p:cNvSpPr txBox="1">
            <a:spLocks noGrp="1"/>
          </p:cNvSpPr>
          <p:nvPr>
            <p:ph type="subTitle" idx="13"/>
          </p:nvPr>
        </p:nvSpPr>
        <p:spPr>
          <a:xfrm>
            <a:off x="5201300" y="4434700"/>
            <a:ext cx="23265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6" name="Google Shape;676;p41"/>
          <p:cNvGrpSpPr/>
          <p:nvPr/>
        </p:nvGrpSpPr>
        <p:grpSpPr>
          <a:xfrm>
            <a:off x="8324124" y="4074525"/>
            <a:ext cx="939600" cy="935752"/>
            <a:chOff x="511165" y="3659475"/>
            <a:chExt cx="939600" cy="935752"/>
          </a:xfrm>
        </p:grpSpPr>
        <p:sp>
          <p:nvSpPr>
            <p:cNvPr id="677" name="Google Shape;677;p41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2" name="Google Shape;682;p41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78346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4">
  <p:cSld name="Case Study - 4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2"/>
          <p:cNvSpPr txBox="1">
            <a:spLocks noGrp="1"/>
          </p:cNvSpPr>
          <p:nvPr>
            <p:ph type="sldNum" idx="12"/>
          </p:nvPr>
        </p:nvSpPr>
        <p:spPr>
          <a:xfrm>
            <a:off x="5304670" y="3299124"/>
            <a:ext cx="351300" cy="13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85" name="Google Shape;685;p42"/>
          <p:cNvSpPr/>
          <p:nvPr/>
        </p:nvSpPr>
        <p:spPr>
          <a:xfrm rot="5400000">
            <a:off x="4040475" y="264246"/>
            <a:ext cx="3614700" cy="5953500"/>
          </a:xfrm>
          <a:prstGeom prst="round2SameRect">
            <a:avLst>
              <a:gd name="adj1" fmla="val 8300"/>
              <a:gd name="adj2" fmla="val 0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86" name="Google Shape;686;p42"/>
          <p:cNvSpPr/>
          <p:nvPr/>
        </p:nvSpPr>
        <p:spPr>
          <a:xfrm>
            <a:off x="319442" y="378468"/>
            <a:ext cx="6095700" cy="4641000"/>
          </a:xfrm>
          <a:prstGeom prst="roundRect">
            <a:avLst>
              <a:gd name="adj" fmla="val 4405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87" name="Google Shape;687;p42"/>
          <p:cNvSpPr/>
          <p:nvPr/>
        </p:nvSpPr>
        <p:spPr>
          <a:xfrm>
            <a:off x="319426" y="1190786"/>
            <a:ext cx="6096317" cy="4105656"/>
          </a:xfrm>
          <a:custGeom>
            <a:avLst/>
            <a:gdLst/>
            <a:ahLst/>
            <a:cxnLst/>
            <a:rect l="l" t="t" r="r" b="b"/>
            <a:pathLst>
              <a:path w="444500" h="457200" extrusionOk="0">
                <a:moveTo>
                  <a:pt x="444500" y="0"/>
                </a:moveTo>
                <a:lnTo>
                  <a:pt x="0" y="0"/>
                </a:lnTo>
                <a:lnTo>
                  <a:pt x="0" y="457200"/>
                </a:lnTo>
                <a:lnTo>
                  <a:pt x="444500" y="457200"/>
                </a:lnTo>
                <a:lnTo>
                  <a:pt x="4445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88" name="Google Shape;688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2"/>
          <p:cNvSpPr txBox="1">
            <a:spLocks noGrp="1"/>
          </p:cNvSpPr>
          <p:nvPr>
            <p:ph type="title"/>
          </p:nvPr>
        </p:nvSpPr>
        <p:spPr>
          <a:xfrm>
            <a:off x="457200" y="530350"/>
            <a:ext cx="59535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42"/>
          <p:cNvSpPr>
            <a:spLocks noGrp="1"/>
          </p:cNvSpPr>
          <p:nvPr>
            <p:ph type="pic" idx="2"/>
          </p:nvPr>
        </p:nvSpPr>
        <p:spPr>
          <a:xfrm>
            <a:off x="6941675" y="642475"/>
            <a:ext cx="1105500" cy="10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cxnSp>
        <p:nvCxnSpPr>
          <p:cNvPr id="691" name="Google Shape;691;p42"/>
          <p:cNvCxnSpPr/>
          <p:nvPr/>
        </p:nvCxnSpPr>
        <p:spPr>
          <a:xfrm rot="10800000">
            <a:off x="1659200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42"/>
          <p:cNvCxnSpPr/>
          <p:nvPr/>
        </p:nvCxnSpPr>
        <p:spPr>
          <a:xfrm rot="10800000">
            <a:off x="2800551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3" name="Google Shape;693;p42"/>
          <p:cNvCxnSpPr/>
          <p:nvPr/>
        </p:nvCxnSpPr>
        <p:spPr>
          <a:xfrm rot="10800000">
            <a:off x="3933700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4" name="Google Shape;694;p42"/>
          <p:cNvCxnSpPr/>
          <p:nvPr/>
        </p:nvCxnSpPr>
        <p:spPr>
          <a:xfrm rot="10800000">
            <a:off x="5066850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42"/>
          <p:cNvCxnSpPr/>
          <p:nvPr/>
        </p:nvCxnSpPr>
        <p:spPr>
          <a:xfrm>
            <a:off x="580650" y="1848850"/>
            <a:ext cx="1520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42"/>
          <p:cNvCxnSpPr/>
          <p:nvPr/>
        </p:nvCxnSpPr>
        <p:spPr>
          <a:xfrm>
            <a:off x="4670791" y="1848850"/>
            <a:ext cx="1520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7" name="Google Shape;697;p42"/>
          <p:cNvSpPr txBox="1">
            <a:spLocks noGrp="1"/>
          </p:cNvSpPr>
          <p:nvPr>
            <p:ph type="subTitle" idx="1"/>
          </p:nvPr>
        </p:nvSpPr>
        <p:spPr>
          <a:xfrm>
            <a:off x="777950" y="1330950"/>
            <a:ext cx="51657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8" name="Google Shape;698;p42"/>
          <p:cNvSpPr txBox="1">
            <a:spLocks noGrp="1"/>
          </p:cNvSpPr>
          <p:nvPr>
            <p:ph type="subTitle" idx="3"/>
          </p:nvPr>
        </p:nvSpPr>
        <p:spPr>
          <a:xfrm>
            <a:off x="2187750" y="1680425"/>
            <a:ext cx="2396400" cy="31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9" name="Google Shape;699;p42"/>
          <p:cNvSpPr txBox="1">
            <a:spLocks noGrp="1"/>
          </p:cNvSpPr>
          <p:nvPr>
            <p:ph type="subTitle" idx="4"/>
          </p:nvPr>
        </p:nvSpPr>
        <p:spPr>
          <a:xfrm>
            <a:off x="63702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0" name="Google Shape;700;p42"/>
          <p:cNvSpPr txBox="1">
            <a:spLocks noGrp="1"/>
          </p:cNvSpPr>
          <p:nvPr>
            <p:ph type="subTitle" idx="5"/>
          </p:nvPr>
        </p:nvSpPr>
        <p:spPr>
          <a:xfrm>
            <a:off x="177837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1" name="Google Shape;701;p42"/>
          <p:cNvSpPr txBox="1">
            <a:spLocks noGrp="1"/>
          </p:cNvSpPr>
          <p:nvPr>
            <p:ph type="subTitle" idx="6"/>
          </p:nvPr>
        </p:nvSpPr>
        <p:spPr>
          <a:xfrm>
            <a:off x="291562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2" name="Google Shape;702;p42"/>
          <p:cNvSpPr txBox="1">
            <a:spLocks noGrp="1"/>
          </p:cNvSpPr>
          <p:nvPr>
            <p:ph type="subTitle" idx="7"/>
          </p:nvPr>
        </p:nvSpPr>
        <p:spPr>
          <a:xfrm>
            <a:off x="404877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3" name="Google Shape;703;p42"/>
          <p:cNvSpPr txBox="1">
            <a:spLocks noGrp="1"/>
          </p:cNvSpPr>
          <p:nvPr>
            <p:ph type="subTitle" idx="8"/>
          </p:nvPr>
        </p:nvSpPr>
        <p:spPr>
          <a:xfrm>
            <a:off x="518192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4" name="Google Shape;704;p42"/>
          <p:cNvSpPr>
            <a:spLocks noGrp="1"/>
          </p:cNvSpPr>
          <p:nvPr>
            <p:ph type="pic" idx="9"/>
          </p:nvPr>
        </p:nvSpPr>
        <p:spPr>
          <a:xfrm>
            <a:off x="881750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5" name="Google Shape;705;p42"/>
          <p:cNvSpPr>
            <a:spLocks noGrp="1"/>
          </p:cNvSpPr>
          <p:nvPr>
            <p:ph type="pic" idx="13"/>
          </p:nvPr>
        </p:nvSpPr>
        <p:spPr>
          <a:xfrm>
            <a:off x="202302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6" name="Google Shape;706;p42"/>
          <p:cNvSpPr>
            <a:spLocks noGrp="1"/>
          </p:cNvSpPr>
          <p:nvPr>
            <p:ph type="pic" idx="14"/>
          </p:nvPr>
        </p:nvSpPr>
        <p:spPr>
          <a:xfrm>
            <a:off x="316027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7" name="Google Shape;707;p42"/>
          <p:cNvSpPr>
            <a:spLocks noGrp="1"/>
          </p:cNvSpPr>
          <p:nvPr>
            <p:ph type="pic" idx="15"/>
          </p:nvPr>
        </p:nvSpPr>
        <p:spPr>
          <a:xfrm>
            <a:off x="429342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8" name="Google Shape;708;p42"/>
          <p:cNvSpPr>
            <a:spLocks noGrp="1"/>
          </p:cNvSpPr>
          <p:nvPr>
            <p:ph type="pic" idx="16"/>
          </p:nvPr>
        </p:nvSpPr>
        <p:spPr>
          <a:xfrm>
            <a:off x="542657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9" name="Google Shape;709;p42"/>
          <p:cNvSpPr txBox="1">
            <a:spLocks noGrp="1"/>
          </p:cNvSpPr>
          <p:nvPr>
            <p:ph type="subTitle" idx="17"/>
          </p:nvPr>
        </p:nvSpPr>
        <p:spPr>
          <a:xfrm>
            <a:off x="63702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0" name="Google Shape;710;p42"/>
          <p:cNvSpPr txBox="1">
            <a:spLocks noGrp="1"/>
          </p:cNvSpPr>
          <p:nvPr>
            <p:ph type="subTitle" idx="18"/>
          </p:nvPr>
        </p:nvSpPr>
        <p:spPr>
          <a:xfrm>
            <a:off x="177837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subTitle" idx="19"/>
          </p:nvPr>
        </p:nvSpPr>
        <p:spPr>
          <a:xfrm>
            <a:off x="291562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2" name="Google Shape;712;p42"/>
          <p:cNvSpPr txBox="1">
            <a:spLocks noGrp="1"/>
          </p:cNvSpPr>
          <p:nvPr>
            <p:ph type="subTitle" idx="20"/>
          </p:nvPr>
        </p:nvSpPr>
        <p:spPr>
          <a:xfrm>
            <a:off x="404877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3" name="Google Shape;713;p42"/>
          <p:cNvSpPr txBox="1">
            <a:spLocks noGrp="1"/>
          </p:cNvSpPr>
          <p:nvPr>
            <p:ph type="subTitle" idx="21"/>
          </p:nvPr>
        </p:nvSpPr>
        <p:spPr>
          <a:xfrm>
            <a:off x="518602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4" name="Google Shape;714;p42"/>
          <p:cNvSpPr txBox="1">
            <a:spLocks noGrp="1"/>
          </p:cNvSpPr>
          <p:nvPr>
            <p:ph type="subTitle" idx="22"/>
          </p:nvPr>
        </p:nvSpPr>
        <p:spPr>
          <a:xfrm>
            <a:off x="63702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5" name="Google Shape;715;p42"/>
          <p:cNvSpPr txBox="1">
            <a:spLocks noGrp="1"/>
          </p:cNvSpPr>
          <p:nvPr>
            <p:ph type="subTitle" idx="23"/>
          </p:nvPr>
        </p:nvSpPr>
        <p:spPr>
          <a:xfrm>
            <a:off x="177837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6" name="Google Shape;716;p42"/>
          <p:cNvSpPr txBox="1">
            <a:spLocks noGrp="1"/>
          </p:cNvSpPr>
          <p:nvPr>
            <p:ph type="subTitle" idx="24"/>
          </p:nvPr>
        </p:nvSpPr>
        <p:spPr>
          <a:xfrm>
            <a:off x="291562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7" name="Google Shape;717;p42"/>
          <p:cNvSpPr txBox="1">
            <a:spLocks noGrp="1"/>
          </p:cNvSpPr>
          <p:nvPr>
            <p:ph type="subTitle" idx="25"/>
          </p:nvPr>
        </p:nvSpPr>
        <p:spPr>
          <a:xfrm>
            <a:off x="404877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8" name="Google Shape;718;p42"/>
          <p:cNvSpPr txBox="1">
            <a:spLocks noGrp="1"/>
          </p:cNvSpPr>
          <p:nvPr>
            <p:ph type="subTitle" idx="26"/>
          </p:nvPr>
        </p:nvSpPr>
        <p:spPr>
          <a:xfrm>
            <a:off x="518602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9" name="Google Shape;719;p42"/>
          <p:cNvSpPr txBox="1">
            <a:spLocks noGrp="1"/>
          </p:cNvSpPr>
          <p:nvPr>
            <p:ph type="body" idx="27"/>
          </p:nvPr>
        </p:nvSpPr>
        <p:spPr>
          <a:xfrm>
            <a:off x="6563825" y="2311025"/>
            <a:ext cx="2658300" cy="27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720" name="Google Shape;720;p42"/>
          <p:cNvSpPr txBox="1">
            <a:spLocks noGrp="1"/>
          </p:cNvSpPr>
          <p:nvPr>
            <p:ph type="subTitle" idx="28"/>
          </p:nvPr>
        </p:nvSpPr>
        <p:spPr>
          <a:xfrm>
            <a:off x="6610350" y="1820275"/>
            <a:ext cx="20766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63531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Status">
  <p:cSld name="Project Status">
    <p:bg>
      <p:bgPr>
        <a:solidFill>
          <a:schemeClr val="dk1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"/>
          <p:cNvSpPr/>
          <p:nvPr/>
        </p:nvSpPr>
        <p:spPr>
          <a:xfrm>
            <a:off x="457200" y="2528813"/>
            <a:ext cx="1275900" cy="323700"/>
          </a:xfrm>
          <a:prstGeom prst="roundRect">
            <a:avLst>
              <a:gd name="adj" fmla="val 23633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3" name="Google Shape;723;p4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43"/>
          <p:cNvSpPr/>
          <p:nvPr/>
        </p:nvSpPr>
        <p:spPr>
          <a:xfrm>
            <a:off x="457188" y="1760711"/>
            <a:ext cx="1275900" cy="323700"/>
          </a:xfrm>
          <a:prstGeom prst="roundRect">
            <a:avLst>
              <a:gd name="adj" fmla="val 22637"/>
            </a:avLst>
          </a:prstGeom>
          <a:solidFill>
            <a:srgbClr val="FF69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5" name="Google Shape;725;p43"/>
          <p:cNvSpPr/>
          <p:nvPr/>
        </p:nvSpPr>
        <p:spPr>
          <a:xfrm>
            <a:off x="457188" y="3296910"/>
            <a:ext cx="1275900" cy="32370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6" name="Google Shape;726;p43"/>
          <p:cNvSpPr/>
          <p:nvPr/>
        </p:nvSpPr>
        <p:spPr>
          <a:xfrm>
            <a:off x="457188" y="4065010"/>
            <a:ext cx="1275900" cy="323700"/>
          </a:xfrm>
          <a:prstGeom prst="roundRect">
            <a:avLst>
              <a:gd name="adj" fmla="val 22637"/>
            </a:avLst>
          </a:prstGeom>
          <a:solidFill>
            <a:srgbClr val="FFC6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7" name="Google Shape;727;p43"/>
          <p:cNvSpPr/>
          <p:nvPr/>
        </p:nvSpPr>
        <p:spPr>
          <a:xfrm>
            <a:off x="5594484" y="1760734"/>
            <a:ext cx="323700" cy="32370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8" name="Google Shape;728;p43"/>
          <p:cNvSpPr/>
          <p:nvPr/>
        </p:nvSpPr>
        <p:spPr>
          <a:xfrm>
            <a:off x="5594484" y="2528828"/>
            <a:ext cx="323700" cy="323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9" name="Google Shape;729;p43"/>
          <p:cNvSpPr/>
          <p:nvPr/>
        </p:nvSpPr>
        <p:spPr>
          <a:xfrm>
            <a:off x="5594484" y="3296922"/>
            <a:ext cx="323700" cy="323700"/>
          </a:xfrm>
          <a:prstGeom prst="ellipse">
            <a:avLst/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0" name="Google Shape;730;p43"/>
          <p:cNvSpPr/>
          <p:nvPr/>
        </p:nvSpPr>
        <p:spPr>
          <a:xfrm>
            <a:off x="5594484" y="4065016"/>
            <a:ext cx="323700" cy="323700"/>
          </a:xfrm>
          <a:prstGeom prst="ellipse">
            <a:avLst/>
          </a:prstGeom>
          <a:solidFill>
            <a:srgbClr val="FFC6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731" name="Google Shape;73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4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33" name="Google Shape;733;p43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43"/>
          <p:cNvSpPr txBox="1">
            <a:spLocks noGrp="1"/>
          </p:cNvSpPr>
          <p:nvPr>
            <p:ph type="subTitle" idx="2"/>
          </p:nvPr>
        </p:nvSpPr>
        <p:spPr>
          <a:xfrm>
            <a:off x="457200" y="1149700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43"/>
          <p:cNvSpPr txBox="1">
            <a:spLocks noGrp="1"/>
          </p:cNvSpPr>
          <p:nvPr>
            <p:ph type="subTitle" idx="3"/>
          </p:nvPr>
        </p:nvSpPr>
        <p:spPr>
          <a:xfrm>
            <a:off x="2222800" y="1149700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43"/>
          <p:cNvSpPr txBox="1">
            <a:spLocks noGrp="1"/>
          </p:cNvSpPr>
          <p:nvPr>
            <p:ph type="subTitle" idx="4"/>
          </p:nvPr>
        </p:nvSpPr>
        <p:spPr>
          <a:xfrm>
            <a:off x="5594475" y="1149700"/>
            <a:ext cx="14841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43"/>
          <p:cNvSpPr txBox="1">
            <a:spLocks noGrp="1"/>
          </p:cNvSpPr>
          <p:nvPr>
            <p:ph type="subTitle" idx="5"/>
          </p:nvPr>
        </p:nvSpPr>
        <p:spPr>
          <a:xfrm>
            <a:off x="7395800" y="1149700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43"/>
          <p:cNvSpPr txBox="1">
            <a:spLocks noGrp="1"/>
          </p:cNvSpPr>
          <p:nvPr>
            <p:ph type="subTitle" idx="6"/>
          </p:nvPr>
        </p:nvSpPr>
        <p:spPr>
          <a:xfrm>
            <a:off x="457200" y="1760725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39" name="Google Shape;739;p43"/>
          <p:cNvSpPr txBox="1">
            <a:spLocks noGrp="1"/>
          </p:cNvSpPr>
          <p:nvPr>
            <p:ph type="subTitle" idx="7"/>
          </p:nvPr>
        </p:nvSpPr>
        <p:spPr>
          <a:xfrm>
            <a:off x="457200" y="3296900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0" name="Google Shape;740;p43"/>
          <p:cNvSpPr txBox="1">
            <a:spLocks noGrp="1"/>
          </p:cNvSpPr>
          <p:nvPr>
            <p:ph type="subTitle" idx="8"/>
          </p:nvPr>
        </p:nvSpPr>
        <p:spPr>
          <a:xfrm>
            <a:off x="457200" y="4055713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1" name="Google Shape;741;p43"/>
          <p:cNvSpPr txBox="1">
            <a:spLocks noGrp="1"/>
          </p:cNvSpPr>
          <p:nvPr>
            <p:ph type="subTitle" idx="9"/>
          </p:nvPr>
        </p:nvSpPr>
        <p:spPr>
          <a:xfrm>
            <a:off x="2222800" y="1740643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2" name="Google Shape;742;p43"/>
          <p:cNvSpPr txBox="1">
            <a:spLocks noGrp="1"/>
          </p:cNvSpPr>
          <p:nvPr>
            <p:ph type="subTitle" idx="13"/>
          </p:nvPr>
        </p:nvSpPr>
        <p:spPr>
          <a:xfrm>
            <a:off x="2222800" y="2537068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3" name="Google Shape;743;p43"/>
          <p:cNvSpPr txBox="1">
            <a:spLocks noGrp="1"/>
          </p:cNvSpPr>
          <p:nvPr>
            <p:ph type="subTitle" idx="14"/>
          </p:nvPr>
        </p:nvSpPr>
        <p:spPr>
          <a:xfrm>
            <a:off x="2222800" y="3281705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4" name="Google Shape;744;p43"/>
          <p:cNvSpPr txBox="1">
            <a:spLocks noGrp="1"/>
          </p:cNvSpPr>
          <p:nvPr>
            <p:ph type="subTitle" idx="15"/>
          </p:nvPr>
        </p:nvSpPr>
        <p:spPr>
          <a:xfrm>
            <a:off x="2222800" y="4073255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5" name="Google Shape;745;p43"/>
          <p:cNvSpPr txBox="1">
            <a:spLocks noGrp="1"/>
          </p:cNvSpPr>
          <p:nvPr>
            <p:ph type="subTitle" idx="16"/>
          </p:nvPr>
        </p:nvSpPr>
        <p:spPr>
          <a:xfrm>
            <a:off x="6002618" y="1682943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6" name="Google Shape;746;p43"/>
          <p:cNvSpPr txBox="1">
            <a:spLocks noGrp="1"/>
          </p:cNvSpPr>
          <p:nvPr>
            <p:ph type="subTitle" idx="17"/>
          </p:nvPr>
        </p:nvSpPr>
        <p:spPr>
          <a:xfrm>
            <a:off x="6002618" y="2479372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7" name="Google Shape;747;p43"/>
          <p:cNvSpPr txBox="1">
            <a:spLocks noGrp="1"/>
          </p:cNvSpPr>
          <p:nvPr>
            <p:ph type="subTitle" idx="18"/>
          </p:nvPr>
        </p:nvSpPr>
        <p:spPr>
          <a:xfrm>
            <a:off x="6002618" y="3224013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8" name="Google Shape;748;p43"/>
          <p:cNvSpPr txBox="1">
            <a:spLocks noGrp="1"/>
          </p:cNvSpPr>
          <p:nvPr>
            <p:ph type="subTitle" idx="19"/>
          </p:nvPr>
        </p:nvSpPr>
        <p:spPr>
          <a:xfrm>
            <a:off x="6002618" y="4015566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9" name="Google Shape;749;p43"/>
          <p:cNvSpPr txBox="1">
            <a:spLocks noGrp="1"/>
          </p:cNvSpPr>
          <p:nvPr>
            <p:ph type="subTitle" idx="20"/>
          </p:nvPr>
        </p:nvSpPr>
        <p:spPr>
          <a:xfrm>
            <a:off x="7404043" y="1748886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0" name="Google Shape;750;p43"/>
          <p:cNvSpPr txBox="1">
            <a:spLocks noGrp="1"/>
          </p:cNvSpPr>
          <p:nvPr>
            <p:ph type="subTitle" idx="21"/>
          </p:nvPr>
        </p:nvSpPr>
        <p:spPr>
          <a:xfrm>
            <a:off x="7404043" y="2545315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1" name="Google Shape;751;p43"/>
          <p:cNvSpPr txBox="1">
            <a:spLocks noGrp="1"/>
          </p:cNvSpPr>
          <p:nvPr>
            <p:ph type="subTitle" idx="22"/>
          </p:nvPr>
        </p:nvSpPr>
        <p:spPr>
          <a:xfrm>
            <a:off x="7404043" y="3289956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2" name="Google Shape;752;p43"/>
          <p:cNvSpPr txBox="1">
            <a:spLocks noGrp="1"/>
          </p:cNvSpPr>
          <p:nvPr>
            <p:ph type="subTitle" idx="23"/>
          </p:nvPr>
        </p:nvSpPr>
        <p:spPr>
          <a:xfrm>
            <a:off x="7404043" y="4081510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3" name="Google Shape;753;p43"/>
          <p:cNvSpPr txBox="1">
            <a:spLocks noGrp="1"/>
          </p:cNvSpPr>
          <p:nvPr>
            <p:ph type="subTitle" idx="24"/>
          </p:nvPr>
        </p:nvSpPr>
        <p:spPr>
          <a:xfrm>
            <a:off x="457200" y="2528800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08596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1">
  <p:cSld name="Timeline - 1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4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57" name="Google Shape;757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4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59" name="Google Shape;759;p44"/>
          <p:cNvCxnSpPr/>
          <p:nvPr/>
        </p:nvCxnSpPr>
        <p:spPr>
          <a:xfrm>
            <a:off x="1234459" y="2686025"/>
            <a:ext cx="73713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0" name="Google Shape;760;p44"/>
          <p:cNvSpPr/>
          <p:nvPr/>
        </p:nvSpPr>
        <p:spPr>
          <a:xfrm>
            <a:off x="177416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1" name="Google Shape;761;p44"/>
          <p:cNvCxnSpPr>
            <a:stCxn id="760" idx="2"/>
          </p:cNvCxnSpPr>
          <p:nvPr/>
        </p:nvCxnSpPr>
        <p:spPr>
          <a:xfrm>
            <a:off x="1860863" y="27727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2" name="Google Shape;762;p44"/>
          <p:cNvSpPr/>
          <p:nvPr/>
        </p:nvSpPr>
        <p:spPr>
          <a:xfrm>
            <a:off x="468116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3" name="Google Shape;763;p44"/>
          <p:cNvSpPr/>
          <p:nvPr/>
        </p:nvSpPr>
        <p:spPr>
          <a:xfrm>
            <a:off x="318431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4" name="Google Shape;764;p44"/>
          <p:cNvSpPr/>
          <p:nvPr/>
        </p:nvSpPr>
        <p:spPr>
          <a:xfrm>
            <a:off x="617801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767486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6" name="Google Shape;766;p44"/>
          <p:cNvCxnSpPr/>
          <p:nvPr/>
        </p:nvCxnSpPr>
        <p:spPr>
          <a:xfrm>
            <a:off x="3271013" y="23050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7" name="Google Shape;767;p44"/>
          <p:cNvCxnSpPr/>
          <p:nvPr/>
        </p:nvCxnSpPr>
        <p:spPr>
          <a:xfrm>
            <a:off x="4767863" y="276417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44"/>
          <p:cNvCxnSpPr/>
          <p:nvPr/>
        </p:nvCxnSpPr>
        <p:spPr>
          <a:xfrm>
            <a:off x="6264713" y="23346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9" name="Google Shape;769;p44"/>
          <p:cNvCxnSpPr/>
          <p:nvPr/>
        </p:nvCxnSpPr>
        <p:spPr>
          <a:xfrm>
            <a:off x="7761563" y="27727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4"/>
          <p:cNvSpPr/>
          <p:nvPr/>
        </p:nvSpPr>
        <p:spPr>
          <a:xfrm>
            <a:off x="8563024" y="2615299"/>
            <a:ext cx="123789" cy="141446"/>
          </a:xfrm>
          <a:custGeom>
            <a:avLst/>
            <a:gdLst/>
            <a:ahLst/>
            <a:cxnLst/>
            <a:rect l="l" t="t" r="r" b="b"/>
            <a:pathLst>
              <a:path w="184073" h="209550" extrusionOk="0">
                <a:moveTo>
                  <a:pt x="7715" y="0"/>
                </a:moveTo>
                <a:lnTo>
                  <a:pt x="6638" y="359"/>
                </a:lnTo>
                <a:lnTo>
                  <a:pt x="5562" y="718"/>
                </a:lnTo>
                <a:lnTo>
                  <a:pt x="4665" y="1256"/>
                </a:lnTo>
                <a:lnTo>
                  <a:pt x="3588" y="1794"/>
                </a:lnTo>
                <a:lnTo>
                  <a:pt x="2691" y="2512"/>
                </a:lnTo>
                <a:lnTo>
                  <a:pt x="1973" y="3409"/>
                </a:lnTo>
                <a:lnTo>
                  <a:pt x="1435" y="4306"/>
                </a:lnTo>
                <a:lnTo>
                  <a:pt x="897" y="5382"/>
                </a:lnTo>
                <a:lnTo>
                  <a:pt x="359" y="6459"/>
                </a:lnTo>
                <a:lnTo>
                  <a:pt x="179" y="7715"/>
                </a:lnTo>
                <a:lnTo>
                  <a:pt x="0" y="8970"/>
                </a:lnTo>
                <a:lnTo>
                  <a:pt x="0" y="104775"/>
                </a:lnTo>
                <a:lnTo>
                  <a:pt x="0" y="200580"/>
                </a:lnTo>
                <a:lnTo>
                  <a:pt x="179" y="201835"/>
                </a:lnTo>
                <a:lnTo>
                  <a:pt x="359" y="203091"/>
                </a:lnTo>
                <a:lnTo>
                  <a:pt x="897" y="204168"/>
                </a:lnTo>
                <a:lnTo>
                  <a:pt x="1435" y="205244"/>
                </a:lnTo>
                <a:lnTo>
                  <a:pt x="1973" y="206141"/>
                </a:lnTo>
                <a:lnTo>
                  <a:pt x="2691" y="207038"/>
                </a:lnTo>
                <a:lnTo>
                  <a:pt x="3588" y="207756"/>
                </a:lnTo>
                <a:lnTo>
                  <a:pt x="4665" y="208294"/>
                </a:lnTo>
                <a:lnTo>
                  <a:pt x="5562" y="208832"/>
                </a:lnTo>
                <a:lnTo>
                  <a:pt x="6638" y="209191"/>
                </a:lnTo>
                <a:lnTo>
                  <a:pt x="7715" y="209550"/>
                </a:lnTo>
                <a:lnTo>
                  <a:pt x="10047" y="209550"/>
                </a:lnTo>
                <a:lnTo>
                  <a:pt x="11303" y="209371"/>
                </a:lnTo>
                <a:lnTo>
                  <a:pt x="12379" y="208832"/>
                </a:lnTo>
                <a:lnTo>
                  <a:pt x="13635" y="208294"/>
                </a:lnTo>
                <a:lnTo>
                  <a:pt x="179408" y="112669"/>
                </a:lnTo>
                <a:lnTo>
                  <a:pt x="180485" y="111951"/>
                </a:lnTo>
                <a:lnTo>
                  <a:pt x="181382" y="111054"/>
                </a:lnTo>
                <a:lnTo>
                  <a:pt x="182279" y="110157"/>
                </a:lnTo>
                <a:lnTo>
                  <a:pt x="182817" y="109081"/>
                </a:lnTo>
                <a:lnTo>
                  <a:pt x="183355" y="108184"/>
                </a:lnTo>
                <a:lnTo>
                  <a:pt x="183714" y="107107"/>
                </a:lnTo>
                <a:lnTo>
                  <a:pt x="183894" y="105851"/>
                </a:lnTo>
                <a:lnTo>
                  <a:pt x="184073" y="104775"/>
                </a:lnTo>
                <a:lnTo>
                  <a:pt x="183894" y="103699"/>
                </a:lnTo>
                <a:lnTo>
                  <a:pt x="183714" y="102443"/>
                </a:lnTo>
                <a:lnTo>
                  <a:pt x="183355" y="101366"/>
                </a:lnTo>
                <a:lnTo>
                  <a:pt x="182817" y="100469"/>
                </a:lnTo>
                <a:lnTo>
                  <a:pt x="182279" y="99393"/>
                </a:lnTo>
                <a:lnTo>
                  <a:pt x="181382" y="98496"/>
                </a:lnTo>
                <a:lnTo>
                  <a:pt x="180485" y="97599"/>
                </a:lnTo>
                <a:lnTo>
                  <a:pt x="179408" y="96881"/>
                </a:lnTo>
                <a:lnTo>
                  <a:pt x="13635" y="1256"/>
                </a:lnTo>
                <a:lnTo>
                  <a:pt x="12379" y="718"/>
                </a:lnTo>
                <a:lnTo>
                  <a:pt x="11303" y="179"/>
                </a:lnTo>
                <a:lnTo>
                  <a:pt x="1004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71" name="Google Shape;771;p44"/>
          <p:cNvSpPr>
            <a:spLocks noGrp="1"/>
          </p:cNvSpPr>
          <p:nvPr>
            <p:ph type="pic" idx="2"/>
          </p:nvPr>
        </p:nvSpPr>
        <p:spPr>
          <a:xfrm>
            <a:off x="2971475" y="115246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2" name="Google Shape;772;p44"/>
          <p:cNvSpPr>
            <a:spLocks noGrp="1"/>
          </p:cNvSpPr>
          <p:nvPr>
            <p:ph type="pic" idx="3"/>
          </p:nvPr>
        </p:nvSpPr>
        <p:spPr>
          <a:xfrm>
            <a:off x="5956925" y="115246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3" name="Google Shape;773;p44"/>
          <p:cNvSpPr>
            <a:spLocks noGrp="1"/>
          </p:cNvSpPr>
          <p:nvPr>
            <p:ph type="pic" idx="4"/>
          </p:nvPr>
        </p:nvSpPr>
        <p:spPr>
          <a:xfrm>
            <a:off x="7462025" y="316421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4" name="Google Shape;774;p44"/>
          <p:cNvSpPr>
            <a:spLocks noGrp="1"/>
          </p:cNvSpPr>
          <p:nvPr>
            <p:ph type="pic" idx="5"/>
          </p:nvPr>
        </p:nvSpPr>
        <p:spPr>
          <a:xfrm>
            <a:off x="4464188" y="316421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5" name="Google Shape;775;p44"/>
          <p:cNvSpPr>
            <a:spLocks noGrp="1"/>
          </p:cNvSpPr>
          <p:nvPr>
            <p:ph type="pic" idx="6"/>
          </p:nvPr>
        </p:nvSpPr>
        <p:spPr>
          <a:xfrm>
            <a:off x="1561288" y="316421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6" name="Google Shape;776;p44"/>
          <p:cNvSpPr txBox="1">
            <a:spLocks noGrp="1"/>
          </p:cNvSpPr>
          <p:nvPr>
            <p:ph type="subTitle" idx="7"/>
          </p:nvPr>
        </p:nvSpPr>
        <p:spPr>
          <a:xfrm>
            <a:off x="2480975" y="1829250"/>
            <a:ext cx="1580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7" name="Google Shape;777;p44"/>
          <p:cNvSpPr txBox="1">
            <a:spLocks noGrp="1"/>
          </p:cNvSpPr>
          <p:nvPr>
            <p:ph type="subTitle" idx="8"/>
          </p:nvPr>
        </p:nvSpPr>
        <p:spPr>
          <a:xfrm>
            <a:off x="5433575" y="1844050"/>
            <a:ext cx="1662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8" name="Google Shape;778;p44"/>
          <p:cNvSpPr txBox="1">
            <a:spLocks noGrp="1"/>
          </p:cNvSpPr>
          <p:nvPr>
            <p:ph type="subTitle" idx="9"/>
          </p:nvPr>
        </p:nvSpPr>
        <p:spPr>
          <a:xfrm>
            <a:off x="6930425" y="3862284"/>
            <a:ext cx="1662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9" name="Google Shape;779;p44"/>
          <p:cNvSpPr txBox="1">
            <a:spLocks noGrp="1"/>
          </p:cNvSpPr>
          <p:nvPr>
            <p:ph type="subTitle" idx="13"/>
          </p:nvPr>
        </p:nvSpPr>
        <p:spPr>
          <a:xfrm>
            <a:off x="3932600" y="3870834"/>
            <a:ext cx="1662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0" name="Google Shape;780;p44"/>
          <p:cNvSpPr txBox="1">
            <a:spLocks noGrp="1"/>
          </p:cNvSpPr>
          <p:nvPr>
            <p:ph type="subTitle" idx="14"/>
          </p:nvPr>
        </p:nvSpPr>
        <p:spPr>
          <a:xfrm>
            <a:off x="992475" y="3862271"/>
            <a:ext cx="17367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1" name="Google Shape;781;p44"/>
          <p:cNvSpPr txBox="1">
            <a:spLocks noGrp="1"/>
          </p:cNvSpPr>
          <p:nvPr>
            <p:ph type="subTitle" idx="15"/>
          </p:nvPr>
        </p:nvSpPr>
        <p:spPr>
          <a:xfrm>
            <a:off x="1188675" y="21360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2" name="Google Shape;782;p44"/>
          <p:cNvSpPr txBox="1">
            <a:spLocks noGrp="1"/>
          </p:cNvSpPr>
          <p:nvPr>
            <p:ph type="subTitle" idx="16"/>
          </p:nvPr>
        </p:nvSpPr>
        <p:spPr>
          <a:xfrm>
            <a:off x="4106150" y="21360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3" name="Google Shape;783;p44"/>
          <p:cNvSpPr txBox="1">
            <a:spLocks noGrp="1"/>
          </p:cNvSpPr>
          <p:nvPr>
            <p:ph type="subTitle" idx="17"/>
          </p:nvPr>
        </p:nvSpPr>
        <p:spPr>
          <a:xfrm>
            <a:off x="7089425" y="21360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4" name="Google Shape;784;p44"/>
          <p:cNvSpPr txBox="1">
            <a:spLocks noGrp="1"/>
          </p:cNvSpPr>
          <p:nvPr>
            <p:ph type="subTitle" idx="18"/>
          </p:nvPr>
        </p:nvSpPr>
        <p:spPr>
          <a:xfrm>
            <a:off x="5584325" y="28336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5" name="Google Shape;785;p44"/>
          <p:cNvSpPr txBox="1">
            <a:spLocks noGrp="1"/>
          </p:cNvSpPr>
          <p:nvPr>
            <p:ph type="subTitle" idx="19"/>
          </p:nvPr>
        </p:nvSpPr>
        <p:spPr>
          <a:xfrm>
            <a:off x="2598875" y="28336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6" name="Google Shape;786;p44"/>
          <p:cNvSpPr txBox="1">
            <a:spLocks noGrp="1"/>
          </p:cNvSpPr>
          <p:nvPr>
            <p:ph type="subTitle" idx="20"/>
          </p:nvPr>
        </p:nvSpPr>
        <p:spPr>
          <a:xfrm>
            <a:off x="220000" y="2457955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19555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2">
  <p:cSld name="Timeline - 2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5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45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90" name="Google Shape;79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5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92" name="Google Shape;792;p45"/>
          <p:cNvCxnSpPr/>
          <p:nvPr/>
        </p:nvCxnSpPr>
        <p:spPr>
          <a:xfrm>
            <a:off x="-61225" y="1393000"/>
            <a:ext cx="8049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45"/>
          <p:cNvCxnSpPr/>
          <p:nvPr/>
        </p:nvCxnSpPr>
        <p:spPr>
          <a:xfrm>
            <a:off x="7987570" y="1393075"/>
            <a:ext cx="0" cy="11952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45"/>
          <p:cNvCxnSpPr/>
          <p:nvPr/>
        </p:nvCxnSpPr>
        <p:spPr>
          <a:xfrm>
            <a:off x="1162520" y="2588275"/>
            <a:ext cx="6825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5" name="Google Shape;795;p45"/>
          <p:cNvCxnSpPr/>
          <p:nvPr/>
        </p:nvCxnSpPr>
        <p:spPr>
          <a:xfrm>
            <a:off x="1162520" y="2588275"/>
            <a:ext cx="0" cy="11952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6" name="Google Shape;796;p45"/>
          <p:cNvCxnSpPr/>
          <p:nvPr/>
        </p:nvCxnSpPr>
        <p:spPr>
          <a:xfrm>
            <a:off x="1162513" y="3783475"/>
            <a:ext cx="80427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7" name="Google Shape;797;p45"/>
          <p:cNvSpPr/>
          <p:nvPr/>
        </p:nvSpPr>
        <p:spPr>
          <a:xfrm>
            <a:off x="1937350" y="1152475"/>
            <a:ext cx="481200" cy="4812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8" name="Google Shape;798;p45"/>
          <p:cNvSpPr/>
          <p:nvPr/>
        </p:nvSpPr>
        <p:spPr>
          <a:xfrm>
            <a:off x="4334439" y="1152475"/>
            <a:ext cx="481200" cy="4812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9" name="Google Shape;799;p45"/>
          <p:cNvSpPr/>
          <p:nvPr/>
        </p:nvSpPr>
        <p:spPr>
          <a:xfrm>
            <a:off x="6731528" y="1152475"/>
            <a:ext cx="481200" cy="4812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0" name="Google Shape;800;p45"/>
          <p:cNvSpPr/>
          <p:nvPr/>
        </p:nvSpPr>
        <p:spPr>
          <a:xfrm>
            <a:off x="1937350" y="2347677"/>
            <a:ext cx="481200" cy="48120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6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1" name="Google Shape;801;p45"/>
          <p:cNvSpPr/>
          <p:nvPr/>
        </p:nvSpPr>
        <p:spPr>
          <a:xfrm>
            <a:off x="4334439" y="2347677"/>
            <a:ext cx="481200" cy="48120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2" name="Google Shape;802;p45"/>
          <p:cNvSpPr/>
          <p:nvPr/>
        </p:nvSpPr>
        <p:spPr>
          <a:xfrm>
            <a:off x="6731528" y="2347677"/>
            <a:ext cx="481200" cy="48120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3" name="Google Shape;803;p45"/>
          <p:cNvSpPr/>
          <p:nvPr/>
        </p:nvSpPr>
        <p:spPr>
          <a:xfrm>
            <a:off x="1937350" y="3542880"/>
            <a:ext cx="481200" cy="48120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7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4334439" y="3542880"/>
            <a:ext cx="481200" cy="48120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5" name="Google Shape;805;p45"/>
          <p:cNvSpPr/>
          <p:nvPr/>
        </p:nvSpPr>
        <p:spPr>
          <a:xfrm>
            <a:off x="6731528" y="3542880"/>
            <a:ext cx="481200" cy="48120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6" name="Google Shape;806;p45"/>
          <p:cNvSpPr txBox="1">
            <a:spLocks noGrp="1"/>
          </p:cNvSpPr>
          <p:nvPr>
            <p:ph type="subTitle" idx="2"/>
          </p:nvPr>
        </p:nvSpPr>
        <p:spPr>
          <a:xfrm>
            <a:off x="1293450" y="1747488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7" name="Google Shape;807;p45"/>
          <p:cNvSpPr txBox="1">
            <a:spLocks noGrp="1"/>
          </p:cNvSpPr>
          <p:nvPr>
            <p:ph type="subTitle" idx="3"/>
          </p:nvPr>
        </p:nvSpPr>
        <p:spPr>
          <a:xfrm>
            <a:off x="1293450" y="2923600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8" name="Google Shape;808;p45"/>
          <p:cNvSpPr txBox="1">
            <a:spLocks noGrp="1"/>
          </p:cNvSpPr>
          <p:nvPr>
            <p:ph type="subTitle" idx="4"/>
          </p:nvPr>
        </p:nvSpPr>
        <p:spPr>
          <a:xfrm>
            <a:off x="1293450" y="4100275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9" name="Google Shape;809;p45"/>
          <p:cNvSpPr txBox="1">
            <a:spLocks noGrp="1"/>
          </p:cNvSpPr>
          <p:nvPr>
            <p:ph type="subTitle" idx="5"/>
          </p:nvPr>
        </p:nvSpPr>
        <p:spPr>
          <a:xfrm>
            <a:off x="3690488" y="1747488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0" name="Google Shape;810;p45"/>
          <p:cNvSpPr txBox="1">
            <a:spLocks noGrp="1"/>
          </p:cNvSpPr>
          <p:nvPr>
            <p:ph type="subTitle" idx="6"/>
          </p:nvPr>
        </p:nvSpPr>
        <p:spPr>
          <a:xfrm>
            <a:off x="3690488" y="2923600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1" name="Google Shape;811;p45"/>
          <p:cNvSpPr txBox="1">
            <a:spLocks noGrp="1"/>
          </p:cNvSpPr>
          <p:nvPr>
            <p:ph type="subTitle" idx="7"/>
          </p:nvPr>
        </p:nvSpPr>
        <p:spPr>
          <a:xfrm>
            <a:off x="3690488" y="4100275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2" name="Google Shape;812;p45"/>
          <p:cNvSpPr txBox="1">
            <a:spLocks noGrp="1"/>
          </p:cNvSpPr>
          <p:nvPr>
            <p:ph type="subTitle" idx="8"/>
          </p:nvPr>
        </p:nvSpPr>
        <p:spPr>
          <a:xfrm>
            <a:off x="6087538" y="1747488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3" name="Google Shape;813;p45"/>
          <p:cNvSpPr txBox="1">
            <a:spLocks noGrp="1"/>
          </p:cNvSpPr>
          <p:nvPr>
            <p:ph type="subTitle" idx="9"/>
          </p:nvPr>
        </p:nvSpPr>
        <p:spPr>
          <a:xfrm>
            <a:off x="6087538" y="2923600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4" name="Google Shape;814;p45"/>
          <p:cNvSpPr txBox="1">
            <a:spLocks noGrp="1"/>
          </p:cNvSpPr>
          <p:nvPr>
            <p:ph type="subTitle" idx="13"/>
          </p:nvPr>
        </p:nvSpPr>
        <p:spPr>
          <a:xfrm>
            <a:off x="6087538" y="4100275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369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1">
  <p:cSld name="Quote - 1"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6"/>
          <p:cNvSpPr/>
          <p:nvPr/>
        </p:nvSpPr>
        <p:spPr>
          <a:xfrm>
            <a:off x="1091700" y="935250"/>
            <a:ext cx="6960600" cy="3273000"/>
          </a:xfrm>
          <a:prstGeom prst="roundRect">
            <a:avLst>
              <a:gd name="adj" fmla="val 1266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7" name="Google Shape;817;p46"/>
          <p:cNvSpPr txBox="1"/>
          <p:nvPr/>
        </p:nvSpPr>
        <p:spPr>
          <a:xfrm>
            <a:off x="1859150" y="1226063"/>
            <a:ext cx="515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 b="1">
                <a:solidFill>
                  <a:srgbClr val="F7F7F7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6000" b="1">
              <a:solidFill>
                <a:srgbClr val="F7F7F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8" name="Google Shape;818;p4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19" name="Google Shape;81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6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46"/>
          <p:cNvSpPr txBox="1">
            <a:spLocks noGrp="1"/>
          </p:cNvSpPr>
          <p:nvPr>
            <p:ph type="body" idx="2"/>
          </p:nvPr>
        </p:nvSpPr>
        <p:spPr>
          <a:xfrm>
            <a:off x="2374250" y="1503000"/>
            <a:ext cx="5389200" cy="19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24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22" name="Google Shape;822;p46"/>
          <p:cNvSpPr txBox="1">
            <a:spLocks noGrp="1"/>
          </p:cNvSpPr>
          <p:nvPr>
            <p:ph type="subTitle" idx="3"/>
          </p:nvPr>
        </p:nvSpPr>
        <p:spPr>
          <a:xfrm>
            <a:off x="4394950" y="3448481"/>
            <a:ext cx="33684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3" name="Google Shape;823;p46"/>
          <p:cNvSpPr txBox="1">
            <a:spLocks noGrp="1"/>
          </p:cNvSpPr>
          <p:nvPr>
            <p:ph type="subTitle" idx="4"/>
          </p:nvPr>
        </p:nvSpPr>
        <p:spPr>
          <a:xfrm>
            <a:off x="4394950" y="3706950"/>
            <a:ext cx="33684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24" name="Google Shape;824;p46"/>
          <p:cNvGrpSpPr/>
          <p:nvPr/>
        </p:nvGrpSpPr>
        <p:grpSpPr>
          <a:xfrm>
            <a:off x="503148" y="3448467"/>
            <a:ext cx="961141" cy="957298"/>
            <a:chOff x="3000325" y="3156400"/>
            <a:chExt cx="881054" cy="877530"/>
          </a:xfrm>
        </p:grpSpPr>
        <p:sp>
          <p:nvSpPr>
            <p:cNvPr id="825" name="Google Shape;825;p46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0" name="Google Shape;840;p46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1" name="Google Shape;841;p46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2" name="Google Shape;842;p46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5" name="Google Shape;845;p46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6" name="Google Shape;846;p46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9" name="Google Shape;849;p46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4292538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3">
  <p:cSld name="Quote - 3">
    <p:bg>
      <p:bgPr>
        <a:solidFill>
          <a:schemeClr val="dk1"/>
        </a:solidFill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8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87" name="Google Shape;88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48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grpSp>
        <p:nvGrpSpPr>
          <p:cNvPr id="889" name="Google Shape;889;p48"/>
          <p:cNvGrpSpPr/>
          <p:nvPr/>
        </p:nvGrpSpPr>
        <p:grpSpPr>
          <a:xfrm rot="10800000">
            <a:off x="7321000" y="1228430"/>
            <a:ext cx="754100" cy="3057840"/>
            <a:chOff x="1409525" y="1524925"/>
            <a:chExt cx="754100" cy="2588100"/>
          </a:xfrm>
        </p:grpSpPr>
        <p:sp>
          <p:nvSpPr>
            <p:cNvPr id="890" name="Google Shape;890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93" name="Google Shape;893;p48"/>
          <p:cNvGrpSpPr/>
          <p:nvPr/>
        </p:nvGrpSpPr>
        <p:grpSpPr>
          <a:xfrm>
            <a:off x="1068925" y="1228369"/>
            <a:ext cx="754100" cy="3057840"/>
            <a:chOff x="1409525" y="1524925"/>
            <a:chExt cx="754100" cy="2588100"/>
          </a:xfrm>
        </p:grpSpPr>
        <p:sp>
          <p:nvSpPr>
            <p:cNvPr id="894" name="Google Shape;894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5" name="Google Shape;895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6" name="Google Shape;896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97" name="Google Shape;897;p48"/>
          <p:cNvSpPr txBox="1"/>
          <p:nvPr/>
        </p:nvSpPr>
        <p:spPr>
          <a:xfrm>
            <a:off x="1706750" y="1530863"/>
            <a:ext cx="515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60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98" name="Google Shape;898;p4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9" name="Google Shape;899;p48"/>
          <p:cNvSpPr txBox="1">
            <a:spLocks noGrp="1"/>
          </p:cNvSpPr>
          <p:nvPr>
            <p:ph type="body" idx="2"/>
          </p:nvPr>
        </p:nvSpPr>
        <p:spPr>
          <a:xfrm>
            <a:off x="2221850" y="1733450"/>
            <a:ext cx="5226600" cy="167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24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0" name="Google Shape;900;p48"/>
          <p:cNvSpPr txBox="1">
            <a:spLocks noGrp="1"/>
          </p:cNvSpPr>
          <p:nvPr>
            <p:ph type="subTitle" idx="3"/>
          </p:nvPr>
        </p:nvSpPr>
        <p:spPr>
          <a:xfrm>
            <a:off x="4181583" y="3405350"/>
            <a:ext cx="32667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48"/>
          <p:cNvSpPr txBox="1">
            <a:spLocks noGrp="1"/>
          </p:cNvSpPr>
          <p:nvPr>
            <p:ph type="subTitle" idx="4"/>
          </p:nvPr>
        </p:nvSpPr>
        <p:spPr>
          <a:xfrm>
            <a:off x="4181583" y="3665134"/>
            <a:ext cx="32667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27884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4">
  <p:cSld name="Quote - 4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4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05" name="Google Shape;90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49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49"/>
          <p:cNvSpPr txBox="1"/>
          <p:nvPr/>
        </p:nvSpPr>
        <p:spPr>
          <a:xfrm>
            <a:off x="2945100" y="1534806"/>
            <a:ext cx="515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60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8" name="Google Shape;908;p49"/>
          <p:cNvSpPr txBox="1">
            <a:spLocks noGrp="1"/>
          </p:cNvSpPr>
          <p:nvPr>
            <p:ph type="body" idx="2"/>
          </p:nvPr>
        </p:nvSpPr>
        <p:spPr>
          <a:xfrm>
            <a:off x="3460200" y="1737406"/>
            <a:ext cx="5226600" cy="30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IBM Plex Sans Light"/>
              <a:buChar char="■"/>
              <a:defRPr sz="24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9" name="Google Shape;909;p49"/>
          <p:cNvSpPr txBox="1">
            <a:spLocks noGrp="1"/>
          </p:cNvSpPr>
          <p:nvPr>
            <p:ph type="subTitle" idx="3"/>
          </p:nvPr>
        </p:nvSpPr>
        <p:spPr>
          <a:xfrm>
            <a:off x="619177" y="3707675"/>
            <a:ext cx="22434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0" name="Google Shape;910;p49"/>
          <p:cNvSpPr txBox="1">
            <a:spLocks noGrp="1"/>
          </p:cNvSpPr>
          <p:nvPr>
            <p:ph type="subTitle" idx="4"/>
          </p:nvPr>
        </p:nvSpPr>
        <p:spPr>
          <a:xfrm>
            <a:off x="619177" y="3967454"/>
            <a:ext cx="22434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1" name="Google Shape;911;p49"/>
          <p:cNvSpPr>
            <a:spLocks noGrp="1"/>
          </p:cNvSpPr>
          <p:nvPr>
            <p:ph type="pic" idx="5"/>
          </p:nvPr>
        </p:nvSpPr>
        <p:spPr>
          <a:xfrm>
            <a:off x="840575" y="1737400"/>
            <a:ext cx="1800600" cy="1800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912" name="Google Shape;912;p49"/>
          <p:cNvCxnSpPr>
            <a:stCxn id="911" idx="2"/>
          </p:cNvCxnSpPr>
          <p:nvPr/>
        </p:nvCxnSpPr>
        <p:spPr>
          <a:xfrm rot="10800000">
            <a:off x="-270925" y="2637700"/>
            <a:ext cx="1111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330399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vent Announcement">
  <p:cSld name="Event Announcement">
    <p:bg>
      <p:bgPr>
        <a:solidFill>
          <a:schemeClr val="dk1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0"/>
          <p:cNvSpPr/>
          <p:nvPr/>
        </p:nvSpPr>
        <p:spPr>
          <a:xfrm>
            <a:off x="457200" y="2282425"/>
            <a:ext cx="3898800" cy="2289000"/>
          </a:xfrm>
          <a:prstGeom prst="roundRect">
            <a:avLst>
              <a:gd name="adj" fmla="val 12204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15" name="Google Shape;915;p50"/>
          <p:cNvSpPr/>
          <p:nvPr/>
        </p:nvSpPr>
        <p:spPr>
          <a:xfrm>
            <a:off x="3330375" y="114300"/>
            <a:ext cx="5257500" cy="5413500"/>
          </a:xfrm>
          <a:prstGeom prst="roundRect">
            <a:avLst>
              <a:gd name="adj" fmla="val 466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grpSp>
        <p:nvGrpSpPr>
          <p:cNvPr id="916" name="Google Shape;916;p50"/>
          <p:cNvGrpSpPr/>
          <p:nvPr/>
        </p:nvGrpSpPr>
        <p:grpSpPr>
          <a:xfrm>
            <a:off x="8119924" y="3779397"/>
            <a:ext cx="795465" cy="792208"/>
            <a:chOff x="137675" y="266700"/>
            <a:chExt cx="939600" cy="935752"/>
          </a:xfrm>
        </p:grpSpPr>
        <p:sp>
          <p:nvSpPr>
            <p:cNvPr id="917" name="Google Shape;917;p50"/>
            <p:cNvSpPr/>
            <p:nvPr/>
          </p:nvSpPr>
          <p:spPr>
            <a:xfrm>
              <a:off x="137675" y="26670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8" name="Google Shape;918;p50"/>
            <p:cNvSpPr/>
            <p:nvPr/>
          </p:nvSpPr>
          <p:spPr>
            <a:xfrm>
              <a:off x="137675" y="44023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9" name="Google Shape;919;p50"/>
            <p:cNvSpPr/>
            <p:nvPr/>
          </p:nvSpPr>
          <p:spPr>
            <a:xfrm>
              <a:off x="137675" y="61376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0" name="Google Shape;920;p50"/>
            <p:cNvSpPr/>
            <p:nvPr/>
          </p:nvSpPr>
          <p:spPr>
            <a:xfrm>
              <a:off x="137675" y="78729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1" name="Google Shape;921;p50"/>
            <p:cNvSpPr/>
            <p:nvPr/>
          </p:nvSpPr>
          <p:spPr>
            <a:xfrm>
              <a:off x="137675" y="96082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2" name="Google Shape;922;p50"/>
            <p:cNvSpPr/>
            <p:nvPr/>
          </p:nvSpPr>
          <p:spPr>
            <a:xfrm>
              <a:off x="137675" y="113435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923" name="Google Shape;923;p5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24" name="Google Shape;924;p5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5" name="Google Shape;925;p50"/>
          <p:cNvSpPr txBox="1">
            <a:spLocks noGrp="1"/>
          </p:cNvSpPr>
          <p:nvPr>
            <p:ph type="subTitle" idx="2"/>
          </p:nvPr>
        </p:nvSpPr>
        <p:spPr>
          <a:xfrm>
            <a:off x="727575" y="2685725"/>
            <a:ext cx="2237100" cy="86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50"/>
          <p:cNvSpPr txBox="1">
            <a:spLocks noGrp="1"/>
          </p:cNvSpPr>
          <p:nvPr>
            <p:ph type="subTitle" idx="3"/>
          </p:nvPr>
        </p:nvSpPr>
        <p:spPr>
          <a:xfrm>
            <a:off x="727575" y="3626825"/>
            <a:ext cx="2237100" cy="6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Sans Medium"/>
              <a:buNone/>
              <a:defRPr sz="15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927" name="Google Shape;927;p50"/>
          <p:cNvSpPr txBox="1">
            <a:spLocks noGrp="1"/>
          </p:cNvSpPr>
          <p:nvPr>
            <p:ph type="subTitle" idx="4"/>
          </p:nvPr>
        </p:nvSpPr>
        <p:spPr>
          <a:xfrm>
            <a:off x="3585525" y="3941100"/>
            <a:ext cx="2361000" cy="5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9pPr>
          </a:lstStyle>
          <a:p>
            <a:endParaRPr/>
          </a:p>
        </p:txBody>
      </p:sp>
      <p:sp>
        <p:nvSpPr>
          <p:cNvPr id="928" name="Google Shape;928;p50"/>
          <p:cNvSpPr txBox="1">
            <a:spLocks noGrp="1"/>
          </p:cNvSpPr>
          <p:nvPr>
            <p:ph type="body" idx="5"/>
          </p:nvPr>
        </p:nvSpPr>
        <p:spPr>
          <a:xfrm>
            <a:off x="3585523" y="1245100"/>
            <a:ext cx="4802700" cy="28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9" name="Google Shape;929;p50"/>
          <p:cNvSpPr txBox="1">
            <a:spLocks noGrp="1"/>
          </p:cNvSpPr>
          <p:nvPr>
            <p:ph type="title"/>
          </p:nvPr>
        </p:nvSpPr>
        <p:spPr>
          <a:xfrm>
            <a:off x="3585523" y="114300"/>
            <a:ext cx="4802700" cy="90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30" name="Google Shape;93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1" name="Google Shape;931;p50"/>
          <p:cNvCxnSpPr/>
          <p:nvPr/>
        </p:nvCxnSpPr>
        <p:spPr>
          <a:xfrm>
            <a:off x="3585525" y="4544925"/>
            <a:ext cx="1618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1592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ers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1"/>
          <p:cNvSpPr/>
          <p:nvPr/>
        </p:nvSpPr>
        <p:spPr>
          <a:xfrm>
            <a:off x="2542607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4" name="Google Shape;934;p51"/>
          <p:cNvSpPr/>
          <p:nvPr/>
        </p:nvSpPr>
        <p:spPr>
          <a:xfrm>
            <a:off x="2542607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35" name="Google Shape;935;p51"/>
          <p:cNvSpPr/>
          <p:nvPr/>
        </p:nvSpPr>
        <p:spPr>
          <a:xfrm>
            <a:off x="4628013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6" name="Google Shape;936;p51"/>
          <p:cNvSpPr/>
          <p:nvPr/>
        </p:nvSpPr>
        <p:spPr>
          <a:xfrm>
            <a:off x="4628013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37" name="Google Shape;937;p51"/>
          <p:cNvSpPr/>
          <p:nvPr/>
        </p:nvSpPr>
        <p:spPr>
          <a:xfrm>
            <a:off x="6713420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8" name="Google Shape;938;p51"/>
          <p:cNvSpPr/>
          <p:nvPr/>
        </p:nvSpPr>
        <p:spPr>
          <a:xfrm>
            <a:off x="6713420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39" name="Google Shape;939;p51"/>
          <p:cNvSpPr/>
          <p:nvPr/>
        </p:nvSpPr>
        <p:spPr>
          <a:xfrm>
            <a:off x="457200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0" name="Google Shape;940;p51"/>
          <p:cNvSpPr/>
          <p:nvPr/>
        </p:nvSpPr>
        <p:spPr>
          <a:xfrm>
            <a:off x="457200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1" name="Google Shape;941;p51"/>
          <p:cNvSpPr/>
          <p:nvPr/>
        </p:nvSpPr>
        <p:spPr>
          <a:xfrm>
            <a:off x="457200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2" name="Google Shape;942;p51"/>
          <p:cNvSpPr/>
          <p:nvPr/>
        </p:nvSpPr>
        <p:spPr>
          <a:xfrm>
            <a:off x="457200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3" name="Google Shape;943;p51"/>
          <p:cNvSpPr/>
          <p:nvPr/>
        </p:nvSpPr>
        <p:spPr>
          <a:xfrm>
            <a:off x="2542607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4" name="Google Shape;944;p51"/>
          <p:cNvSpPr/>
          <p:nvPr/>
        </p:nvSpPr>
        <p:spPr>
          <a:xfrm>
            <a:off x="2542607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5" name="Google Shape;945;p51"/>
          <p:cNvSpPr/>
          <p:nvPr/>
        </p:nvSpPr>
        <p:spPr>
          <a:xfrm>
            <a:off x="4628013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6" name="Google Shape;946;p51"/>
          <p:cNvSpPr/>
          <p:nvPr/>
        </p:nvSpPr>
        <p:spPr>
          <a:xfrm>
            <a:off x="4628013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7" name="Google Shape;947;p51"/>
          <p:cNvSpPr/>
          <p:nvPr/>
        </p:nvSpPr>
        <p:spPr>
          <a:xfrm>
            <a:off x="6713420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8" name="Google Shape;948;p51"/>
          <p:cNvSpPr/>
          <p:nvPr/>
        </p:nvSpPr>
        <p:spPr>
          <a:xfrm>
            <a:off x="6713420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9" name="Google Shape;949;p51"/>
          <p:cNvSpPr txBox="1"/>
          <p:nvPr/>
        </p:nvSpPr>
        <p:spPr>
          <a:xfrm>
            <a:off x="3037785" y="926444"/>
            <a:ext cx="96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Insurance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0" name="Google Shape;950;p51"/>
          <p:cNvSpPr txBox="1"/>
          <p:nvPr/>
        </p:nvSpPr>
        <p:spPr>
          <a:xfrm>
            <a:off x="7326036" y="926444"/>
            <a:ext cx="73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Media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1" name="Google Shape;951;p51"/>
          <p:cNvSpPr txBox="1"/>
          <p:nvPr/>
        </p:nvSpPr>
        <p:spPr>
          <a:xfrm>
            <a:off x="7106509" y="3057806"/>
            <a:ext cx="1273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Public Sector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2" name="Google Shape;952;p51"/>
          <p:cNvSpPr txBox="1"/>
          <p:nvPr/>
        </p:nvSpPr>
        <p:spPr>
          <a:xfrm>
            <a:off x="559852" y="3057806"/>
            <a:ext cx="1727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Transport &amp; Logistics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3" name="Google Shape;953;p51"/>
          <p:cNvSpPr txBox="1"/>
          <p:nvPr/>
        </p:nvSpPr>
        <p:spPr>
          <a:xfrm>
            <a:off x="2994014" y="3057806"/>
            <a:ext cx="1131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Technology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4" name="Google Shape;954;p51"/>
          <p:cNvSpPr txBox="1"/>
          <p:nvPr/>
        </p:nvSpPr>
        <p:spPr>
          <a:xfrm>
            <a:off x="5141472" y="926444"/>
            <a:ext cx="96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Telecom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5" name="Google Shape;955;p51"/>
          <p:cNvSpPr txBox="1"/>
          <p:nvPr/>
        </p:nvSpPr>
        <p:spPr>
          <a:xfrm>
            <a:off x="4981638" y="3057806"/>
            <a:ext cx="1320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Manufacturing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6" name="Google Shape;956;p51"/>
          <p:cNvSpPr txBox="1"/>
          <p:nvPr/>
        </p:nvSpPr>
        <p:spPr>
          <a:xfrm>
            <a:off x="622516" y="926444"/>
            <a:ext cx="1577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Financial Services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957" name="Google Shape;95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0748" y="1482652"/>
            <a:ext cx="752844" cy="23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1212" y="2297221"/>
            <a:ext cx="443718" cy="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2007" y="1934152"/>
            <a:ext cx="833916" cy="161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43701" y="1390383"/>
            <a:ext cx="375355" cy="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61499" y="1828654"/>
            <a:ext cx="563158" cy="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85740" y="2315269"/>
            <a:ext cx="752844" cy="23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39107" y="2374792"/>
            <a:ext cx="773072" cy="32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33568" y="1701032"/>
            <a:ext cx="783606" cy="337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2099" y="1923302"/>
            <a:ext cx="906640" cy="35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1"/>
          <p:cNvPicPr preferRelativeResize="0"/>
          <p:nvPr/>
        </p:nvPicPr>
        <p:blipFill rotWithShape="1">
          <a:blip r:embed="rId11">
            <a:alphaModFix/>
          </a:blip>
          <a:srcRect l="26600"/>
          <a:stretch/>
        </p:blipFill>
        <p:spPr>
          <a:xfrm>
            <a:off x="7502249" y="4496831"/>
            <a:ext cx="962785" cy="2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29065" y="3869594"/>
            <a:ext cx="888378" cy="188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1" descr="EDF - Logos, brands and logotypes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31533" y="4097231"/>
            <a:ext cx="962784" cy="23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91355" y="3491594"/>
            <a:ext cx="851082" cy="259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51" descr="Airbus Logo PNG Transparent &amp; SVG Vector - Freebie Supply"/>
          <p:cNvPicPr preferRelativeResize="0"/>
          <p:nvPr/>
        </p:nvPicPr>
        <p:blipFill rotWithShape="1">
          <a:blip r:embed="rId15">
            <a:alphaModFix/>
          </a:blip>
          <a:srcRect t="39280" b="40601"/>
          <a:stretch/>
        </p:blipFill>
        <p:spPr>
          <a:xfrm>
            <a:off x="814290" y="3567802"/>
            <a:ext cx="1180350" cy="2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1" descr="Kuehne + Nagel - Logos, brands and logotypes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59065" y="3943746"/>
            <a:ext cx="1328790" cy="30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1" descr="Taking You From Point A to Point Possible - BNSF Logistics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41283" y="4463955"/>
            <a:ext cx="1005284" cy="25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1"/>
          <p:cNvPicPr preferRelativeResize="0"/>
          <p:nvPr/>
        </p:nvPicPr>
        <p:blipFill rotWithShape="1">
          <a:blip r:embed="rId18">
            <a:alphaModFix/>
          </a:blip>
          <a:srcRect l="5440" t="29974" r="5812" b="33399"/>
          <a:stretch/>
        </p:blipFill>
        <p:spPr>
          <a:xfrm>
            <a:off x="3414634" y="4041144"/>
            <a:ext cx="1038339" cy="22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724123" y="3518704"/>
            <a:ext cx="614016" cy="18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680770" y="3749040"/>
            <a:ext cx="962788" cy="206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704924" y="4210428"/>
            <a:ext cx="559398" cy="444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538589" y="4558692"/>
            <a:ext cx="888377" cy="16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51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750234" y="1551707"/>
            <a:ext cx="794910" cy="18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5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4753549" y="1375086"/>
            <a:ext cx="951554" cy="27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5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733242" y="1801691"/>
            <a:ext cx="951552" cy="25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4871660" y="2208911"/>
            <a:ext cx="351750" cy="34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817095" y="1912415"/>
            <a:ext cx="728040" cy="34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792987" y="3594590"/>
            <a:ext cx="1038323" cy="181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1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436957" y="3904980"/>
            <a:ext cx="927603" cy="17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1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784919" y="4066663"/>
            <a:ext cx="680136" cy="316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1" descr="Who We Are | Zymergen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5112097" y="4558692"/>
            <a:ext cx="1180348" cy="179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1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54298" y="1472303"/>
            <a:ext cx="934303" cy="192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1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54294" y="1909561"/>
            <a:ext cx="934303" cy="24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1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1469364" y="1448398"/>
            <a:ext cx="962273" cy="240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1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1617944" y="1916660"/>
            <a:ext cx="665097" cy="192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1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1784696" y="2337101"/>
            <a:ext cx="331609" cy="27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1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554295" y="2370697"/>
            <a:ext cx="934303" cy="27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1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6902969" y="1457299"/>
            <a:ext cx="1082588" cy="16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51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51"/>
          <p:cNvSpPr txBox="1"/>
          <p:nvPr/>
        </p:nvSpPr>
        <p:spPr>
          <a:xfrm>
            <a:off x="466925" y="118575"/>
            <a:ext cx="8220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400+ Customers Across Industries</a:t>
            </a:r>
            <a:endParaRPr sz="34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96" name="Google Shape;996;p5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97" name="Google Shape;997;p51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5659703" y="2382050"/>
            <a:ext cx="328723" cy="4008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918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6.xml"/><Relationship Id="rId34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7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29" Type="http://schemas.openxmlformats.org/officeDocument/2006/relationships/slideLayout" Target="../slideLayouts/slideLayout34.xml"/><Relationship Id="rId41" Type="http://schemas.openxmlformats.org/officeDocument/2006/relationships/slideLayout" Target="../slideLayouts/slideLayout4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5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36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8.xml"/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25" y="621083"/>
            <a:ext cx="328612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252" y="1108482"/>
            <a:ext cx="7969495" cy="301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55498" y="4879721"/>
            <a:ext cx="198120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"/>
              <a:buChar char="■"/>
              <a:defRPr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991755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  <p:sldLayoutId id="2147483699" r:id="rId33"/>
    <p:sldLayoutId id="2147483700" r:id="rId34"/>
    <p:sldLayoutId id="2147483701" r:id="rId35"/>
    <p:sldLayoutId id="2147483702" r:id="rId36"/>
    <p:sldLayoutId id="2147483703" r:id="rId37"/>
    <p:sldLayoutId id="2147483704" r:id="rId38"/>
    <p:sldLayoutId id="2147483705" r:id="rId39"/>
    <p:sldLayoutId id="2147483706" r:id="rId40"/>
    <p:sldLayoutId id="2147483707" r:id="rId41"/>
    <p:sldLayoutId id="2147483708" r:id="rId42"/>
    <p:sldLayoutId id="2147483709" r:id="rId4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>
          <p15:clr>
            <a:srgbClr val="EA4335"/>
          </p15:clr>
        </p15:guide>
        <p15:guide id="2" orient="horz" pos="360">
          <p15:clr>
            <a:srgbClr val="EA4335"/>
          </p15:clr>
        </p15:guide>
        <p15:guide id="3" orient="horz" pos="648">
          <p15:clr>
            <a:srgbClr val="EA4335"/>
          </p15:clr>
        </p15:guide>
        <p15:guide id="4" pos="288">
          <p15:clr>
            <a:srgbClr val="EA4335"/>
          </p15:clr>
        </p15:guide>
        <p15:guide id="5" pos="5472">
          <p15:clr>
            <a:srgbClr val="EA4335"/>
          </p15:clr>
        </p15:guide>
        <p15:guide id="6" pos="5616">
          <p15:clr>
            <a:srgbClr val="EA4335"/>
          </p15:clr>
        </p15:guide>
        <p15:guide id="7" orient="horz" pos="3163">
          <p15:clr>
            <a:srgbClr val="EA4335"/>
          </p15:clr>
        </p15:guide>
        <p15:guide id="8" orient="horz" pos="3027">
          <p15:clr>
            <a:srgbClr val="EA4335"/>
          </p15:clr>
        </p15:guide>
        <p15:guide id="9" orient="horz" pos="726">
          <p15:clr>
            <a:srgbClr val="EA4335"/>
          </p15:clr>
        </p15:guide>
        <p15:guide id="10" orient="horz" pos="1092">
          <p15:clr>
            <a:srgbClr val="EA4335"/>
          </p15:clr>
        </p15:guide>
        <p15:guide id="11" orient="horz" pos="100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1883308"/>
            <a:ext cx="5803900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3400" b="1" spc="-120" dirty="0" smtClean="0">
                <a:solidFill>
                  <a:srgbClr val="002060"/>
                </a:solidFill>
                <a:latin typeface="Tahoma"/>
                <a:cs typeface="Tahoma"/>
              </a:rPr>
              <a:t>Surge Technical Capabilities</a:t>
            </a:r>
            <a:br>
              <a:rPr lang="en-IN" sz="3400" b="1" spc="-120" dirty="0" smtClean="0">
                <a:solidFill>
                  <a:srgbClr val="002060"/>
                </a:solidFill>
                <a:latin typeface="Tahoma"/>
                <a:cs typeface="Tahoma"/>
              </a:rPr>
            </a:br>
            <a:r>
              <a:rPr lang="en-IN" sz="3400" b="1" spc="-120" dirty="0" err="1" smtClean="0">
                <a:solidFill>
                  <a:srgbClr val="002060"/>
                </a:solidFill>
                <a:latin typeface="Tahoma"/>
                <a:cs typeface="Tahoma"/>
              </a:rPr>
              <a:t>Camunda</a:t>
            </a:r>
            <a:endParaRPr sz="3400" dirty="0">
              <a:solidFill>
                <a:srgbClr val="002060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3754" y="4730546"/>
            <a:ext cx="12446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300">
              <a:solidFill>
                <a:srgbClr val="FF0000"/>
              </a:solidFill>
              <a:latin typeface="Verdana"/>
              <a:cs typeface="Verdan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9551"/>
            <a:ext cx="1828800" cy="7270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2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228600" y="327619"/>
            <a:ext cx="5857875" cy="3149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fontAlgn="base"/>
            <a:r>
              <a:rPr lang="en-IN" sz="2000" cap="all" dirty="0">
                <a:solidFill>
                  <a:schemeClr val="accent3">
                    <a:lumMod val="75000"/>
                  </a:schemeClr>
                </a:solidFill>
              </a:rPr>
              <a:t>DRIVING AGILITY IN TELECOMMUNICATIONS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66441" y="2629551"/>
            <a:ext cx="2887309" cy="6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Vendor Management </a:t>
            </a:r>
            <a:r>
              <a:rPr lang="en-US" sz="2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Onboarding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, Contract life cycle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3741" y="3972960"/>
            <a:ext cx="2965821" cy="57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Cost Allocation &amp; Dispute Management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0" y="1327693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Order and Provisioning Management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3740" y="3302717"/>
            <a:ext cx="2965821" cy="6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Invoice Processing -</a:t>
            </a:r>
            <a:r>
              <a:rPr lang="en-US" sz="2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Payment Management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05" y="1198482"/>
            <a:ext cx="4559141" cy="30394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66441" y="1978622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Install, Un-install, Upgrade Device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software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0960754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3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 smtClean="0">
                <a:solidFill>
                  <a:schemeClr val="accent3">
                    <a:lumMod val="75000"/>
                  </a:schemeClr>
                </a:solidFill>
              </a:rPr>
              <a:t>Challenges</a:t>
            </a:r>
            <a:endParaRPr lang="en-IN" sz="2000" cap="all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20701" y="780130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1206244"/>
            <a:ext cx="3089646" cy="69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0000"/>
                </a:solidFill>
                <a:latin typeface="IBM Plex Sans"/>
                <a:sym typeface="IBM Plex Sans"/>
              </a:rPr>
              <a:t>Limitations with </a:t>
            </a:r>
            <a:r>
              <a:rPr lang="en-US" sz="1200" dirty="0" err="1">
                <a:solidFill>
                  <a:srgbClr val="000000"/>
                </a:solidFill>
                <a:latin typeface="IBM Plex Sans"/>
                <a:sym typeface="IBM Plex Sans"/>
              </a:rPr>
              <a:t>Zeebe</a:t>
            </a:r>
            <a:r>
              <a:rPr lang="en-US" sz="1200" dirty="0">
                <a:solidFill>
                  <a:srgbClr val="000000"/>
                </a:solidFill>
                <a:latin typeface="IBM Plex Sans"/>
                <a:sym typeface="IBM Plex Sans"/>
              </a:rPr>
              <a:t>-Kafka 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Connectors. Workflow Start Event can be mapped with single parameter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4888"/>
            <a:ext cx="2662237" cy="21488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2018" y="1988769"/>
            <a:ext cx="3089646" cy="8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IN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Retry – Mechanism was so rigid and static which makes the application to be redeployed for every changes in the retry mechanism parameters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1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37536" y="3005895"/>
            <a:ext cx="3089646" cy="69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Maintaining the application state in the Event Driven Architecture was the major challenge 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1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37536" y="3864665"/>
            <a:ext cx="3089646" cy="8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Regulating the Alarm Management system was a big challenge as the RULES for generating the alarm keeps changing frequently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428750"/>
            <a:ext cx="5148644" cy="2700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840338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4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>
                <a:solidFill>
                  <a:schemeClr val="accent3">
                    <a:lumMod val="75000"/>
                  </a:schemeClr>
                </a:solidFill>
              </a:rPr>
              <a:t>Solution Architecture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20701" y="780130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Solution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1206244"/>
            <a:ext cx="3077629" cy="8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Team gained extensive knowledge on the </a:t>
            </a: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Zeebe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-Kafka connector and developed CUSTOMIZED </a:t>
            </a: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Zeebe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-Kafka connector to meet customer’s business use case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4888"/>
            <a:ext cx="2662237" cy="21488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68" y="1241831"/>
            <a:ext cx="5484033" cy="32099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022970"/>
            <a:ext cx="3089646" cy="8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IN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Custom retry mechanism was built and plugged in with NOTIFICATION MANAGEMENT SYSTEM using </a:t>
            </a:r>
            <a:r>
              <a:rPr lang="en-IN" sz="1200" dirty="0" err="1">
                <a:solidFill>
                  <a:srgbClr val="000000"/>
                </a:solidFill>
                <a:latin typeface="IBM Plex Sans"/>
                <a:sym typeface="IBM Plex Sans"/>
              </a:rPr>
              <a:t>C</a:t>
            </a:r>
            <a:r>
              <a:rPr lang="en-IN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amunda</a:t>
            </a:r>
            <a:r>
              <a:rPr lang="en-IN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integration framework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1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37536" y="3005895"/>
            <a:ext cx="3089646" cy="53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Zeebe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used as State Machine in Event Driven </a:t>
            </a: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Microservice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Architecture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1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33054" y="3667679"/>
            <a:ext cx="3089646" cy="69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– DMN used to build configurable Rule sets which reduced the overhead of multiple deployment cycle 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7867893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5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789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94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Leading Construction Equipment Manufacturer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772021"/>
            <a:ext cx="2887309" cy="38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Defect Resolution Management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926395"/>
            <a:ext cx="2965821" cy="57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Machine maintenance &amp; repair tracking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1335755"/>
            <a:ext cx="2965821" cy="38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Consignment Delivery Tracking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252815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Centralized Report Generation Platform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1026" name="Picture 2" descr="688,800+ Manufacturing Equipment Stock Photos, Pictures &amp; Royalty-Free  Images - iStock | Medical manufacturing equipment, Pharma manufacturing  equipment, Manufacturing equipment breakdow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2614"/>
            <a:ext cx="3781295" cy="25085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8838734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6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Complex custom logic to process the data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3302371"/>
            <a:ext cx="2965821" cy="76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 smtClean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Business and IT teams struggle to communicate and collaborate to publish new  Reports.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1318900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Gather Data from Multiple 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applications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39" y="2482717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Configurable RULE engine to bring more agility into in the workflow system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 smtClean="0">
                <a:solidFill>
                  <a:schemeClr val="accent3">
                    <a:lumMod val="75000"/>
                  </a:schemeClr>
                </a:solidFill>
              </a:rPr>
              <a:t>Challenges</a:t>
            </a:r>
            <a:endParaRPr lang="en-IN" sz="2000" cap="all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35402"/>
            <a:ext cx="4194383" cy="27962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72219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19980" y="4781550"/>
            <a:ext cx="548700" cy="215400"/>
          </a:xfrm>
        </p:spPr>
        <p:txBody>
          <a:bodyPr/>
          <a:lstStyle/>
          <a:p>
            <a:pPr defTabSz="571500"/>
            <a:fld id="{00000000-1234-1234-1234-123412341234}" type="slidenum">
              <a:rPr lang="en" smtClean="0">
                <a:solidFill>
                  <a:srgbClr val="434343"/>
                </a:solidFill>
              </a:rPr>
              <a:pPr defTabSz="571500"/>
              <a:t>7</a:t>
            </a:fld>
            <a:r>
              <a:rPr lang="en" dirty="0" smtClean="0">
                <a:solidFill>
                  <a:srgbClr val="434343"/>
                </a:solidFill>
              </a:rPr>
              <a:t> </a:t>
            </a:r>
            <a:endParaRPr lang="en" dirty="0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 smtClean="0">
                <a:solidFill>
                  <a:srgbClr val="000000"/>
                </a:solidFill>
                <a:latin typeface="IBM Plex Sans" panose="020B0503050203000203" pitchFamily="34" charset="0"/>
              </a:rPr>
              <a:t>Solution Architecture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Solution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28509" y="3563723"/>
            <a:ext cx="2965821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Customized SQS Inbound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Connector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was build to support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SQS Batch incoming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messages with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engine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1318900"/>
            <a:ext cx="2965821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Existing solution was replaced by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Process Orchestrator for collecting and aggregating data from multiple sources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7" y="2353146"/>
            <a:ext cx="2965821" cy="130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Custom Connectors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– 40%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of logic has been moved as reusable components (Connectors) which can be used across the reports &amp; developers has the flexibility to drag &amp; drop the connectors while designing the process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0" y="871506"/>
            <a:ext cx="5447744" cy="37734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877640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8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94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Equipment Management Report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4762975" y="874385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Solutions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742237"/>
            <a:ext cx="3886200" cy="369931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A1592C2-5F0D-0362-E93D-7694B0FE082C}"/>
              </a:ext>
            </a:extLst>
          </p:cNvPr>
          <p:cNvSpPr/>
          <p:nvPr/>
        </p:nvSpPr>
        <p:spPr>
          <a:xfrm>
            <a:off x="990600" y="846839"/>
            <a:ext cx="380999" cy="459850"/>
          </a:xfrm>
          <a:prstGeom prst="ellipse">
            <a:avLst/>
          </a:prstGeom>
          <a:solidFill>
            <a:srgbClr val="F6D33C"/>
          </a:solidFill>
          <a:ln>
            <a:solidFill>
              <a:srgbClr val="F6D3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80B489-D498-48BE-B1DD-D1C4F8BFECA8}"/>
              </a:ext>
            </a:extLst>
          </p:cNvPr>
          <p:cNvCxnSpPr>
            <a:cxnSpLocks/>
          </p:cNvCxnSpPr>
          <p:nvPr/>
        </p:nvCxnSpPr>
        <p:spPr>
          <a:xfrm>
            <a:off x="1457827" y="1076764"/>
            <a:ext cx="495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77CA886-FE19-9F7F-4B75-295FA5FE14D9}"/>
              </a:ext>
            </a:extLst>
          </p:cNvPr>
          <p:cNvSpPr/>
          <p:nvPr/>
        </p:nvSpPr>
        <p:spPr>
          <a:xfrm>
            <a:off x="3314701" y="3871174"/>
            <a:ext cx="304800" cy="35291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7A2764-7835-E697-27A4-07B1B61BC608}"/>
              </a:ext>
            </a:extLst>
          </p:cNvPr>
          <p:cNvCxnSpPr>
            <a:cxnSpLocks/>
          </p:cNvCxnSpPr>
          <p:nvPr/>
        </p:nvCxnSpPr>
        <p:spPr>
          <a:xfrm>
            <a:off x="2819400" y="4047633"/>
            <a:ext cx="495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4968654" y="3462206"/>
            <a:ext cx="2965821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60% of Total effort has been reduced in development effort by using Custom Connectors and BRAS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20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4968654" y="2263926"/>
            <a:ext cx="2965821" cy="112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10% of the static business key attributes are moved into configurable business rules (DMN) &amp; Business users has the flexibility to update the business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rules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2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4968653" y="1355321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baseline="30000" dirty="0">
                <a:solidFill>
                  <a:srgbClr val="000000"/>
                </a:solidFill>
                <a:latin typeface="IBM Plex Sans"/>
                <a:sym typeface="IBM Plex Sans"/>
              </a:rPr>
              <a:t>BUSINESS RULE AS </a:t>
            </a:r>
            <a:r>
              <a:rPr lang="en-US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SERVICE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- Developed Custom Component BRAS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80875330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9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 smtClean="0">
                <a:solidFill>
                  <a:srgbClr val="000000"/>
                </a:solidFill>
                <a:latin typeface="IBM Plex Sans" panose="020B0503050203000203" pitchFamily="34" charset="0"/>
              </a:rPr>
              <a:t>Financial &amp; Wealth Management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323733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112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CreditPlus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-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A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central asset management tool that combines your securities, checking and Visa Gold Card transactions into one single account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Personal Banking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Services – Business deposit accounts,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Cash Management Services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08014"/>
            <a:ext cx="4419600" cy="22843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3045662"/>
            <a:ext cx="2887309" cy="112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ClientLink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 –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Online Access - Customer can access their accounts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24/7. It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provides convenient online account access anytime you want it 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8" y="4103217"/>
            <a:ext cx="2887309" cy="38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Financial Advisor Onboarding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003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10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586620" y="2235892"/>
            <a:ext cx="2965821" cy="85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 smtClean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Data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Aggregation</a:t>
            </a:r>
            <a:r>
              <a:rPr lang="en-US" sz="2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leads to carry out huge volume of data across the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process tasks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586621" y="1403387"/>
            <a:ext cx="2965821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Intuitive UI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forms requested for orchestrating the user activities as </a:t>
            </a:r>
            <a:r>
              <a:rPr lang="en-US" sz="2000" baseline="300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forms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meets basic functionalities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 smtClean="0">
                <a:solidFill>
                  <a:schemeClr val="accent3">
                    <a:lumMod val="75000"/>
                  </a:schemeClr>
                </a:solidFill>
              </a:rPr>
              <a:t>Challenges</a:t>
            </a:r>
            <a:endParaRPr lang="en-IN" sz="2000" cap="all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351990"/>
            <a:ext cx="4173697" cy="23630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586619" y="3163912"/>
            <a:ext cx="2965821" cy="76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 smtClean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8 has limitation over no OUT OF BOX AUTHENTICATION and KEYCLOAK made mandatory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30619140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1299218"/>
            <a:ext cx="1981200" cy="19950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11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 smtClean="0">
                <a:solidFill>
                  <a:srgbClr val="000000"/>
                </a:solidFill>
                <a:latin typeface="IBM Plex Sans" panose="020B0503050203000203" pitchFamily="34" charset="0"/>
              </a:rPr>
              <a:t>Solution Architecture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828603" y="1550302"/>
            <a:ext cx="2887309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Built customized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Task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list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application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to address Human Task Orchestration with Rich UI using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ReactJs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and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Tasklist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APIs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828603" y="3425174"/>
            <a:ext cx="2965821" cy="131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ustomer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had a different identity provider in use, we forced to set up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Keycloak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as an identity provider so that you are forced to run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Keycloak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in addition to your existing identity provider for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8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47067"/>
            <a:ext cx="5433361" cy="28484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6088809" y="105296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Solutions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13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831380" y="2487738"/>
            <a:ext cx="2887309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Our solution over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comes the process instance max size limit 4 </a:t>
            </a:r>
            <a:r>
              <a:rPr lang="en-US" sz="2000" baseline="300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mb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 by enabling the intercepting temporary storage (Elastic)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817056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47750"/>
            <a:ext cx="4267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9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munda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7F7F7"/>
      </a:lt2>
      <a:accent1>
        <a:srgbClr val="FC5D0D"/>
      </a:accent1>
      <a:accent2>
        <a:srgbClr val="26D07C"/>
      </a:accent2>
      <a:accent3>
        <a:srgbClr val="00A7B5"/>
      </a:accent3>
      <a:accent4>
        <a:srgbClr val="888B8D"/>
      </a:accent4>
      <a:accent5>
        <a:srgbClr val="BBBCBC"/>
      </a:accent5>
      <a:accent6>
        <a:srgbClr val="0072CE"/>
      </a:accent6>
      <a:hlink>
        <a:srgbClr val="0072C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15802</TotalTime>
  <Words>569</Words>
  <Application>Microsoft Office PowerPoint</Application>
  <PresentationFormat>On-screen Show (16:9)</PresentationFormat>
  <Paragraphs>108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Calibri</vt:lpstr>
      <vt:lpstr>D-DIN Condensed</vt:lpstr>
      <vt:lpstr>IBM Plex Mono SemiBold</vt:lpstr>
      <vt:lpstr>IBM Plex Sans</vt:lpstr>
      <vt:lpstr>IBM Plex Sans Light</vt:lpstr>
      <vt:lpstr>IBM Plex Sans Medium</vt:lpstr>
      <vt:lpstr>IBM Plex Sans SemiBold</vt:lpstr>
      <vt:lpstr>Tahoma</vt:lpstr>
      <vt:lpstr>Verdana</vt:lpstr>
      <vt:lpstr>Wingdings</vt:lpstr>
      <vt:lpstr>Office Theme</vt:lpstr>
      <vt:lpstr>Camunda</vt:lpstr>
      <vt:lpstr>Surge Technical Capabilities Camunda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CC22 Keynote: The Process Orchestration Journey</dc:title>
  <cp:lastModifiedBy>murali babu</cp:lastModifiedBy>
  <cp:revision>115</cp:revision>
  <dcterms:created xsi:type="dcterms:W3CDTF">2023-06-14T14:06:09Z</dcterms:created>
  <dcterms:modified xsi:type="dcterms:W3CDTF">2023-07-10T16:17:10Z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