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notesMasterIdLst>
    <p:notesMasterId r:id="rId24"/>
  </p:notesMasterIdLst>
  <p:sldIdLst>
    <p:sldId id="256" r:id="rId3"/>
    <p:sldId id="325" r:id="rId4"/>
    <p:sldId id="324" r:id="rId5"/>
    <p:sldId id="340" r:id="rId6"/>
    <p:sldId id="333" r:id="rId7"/>
    <p:sldId id="329" r:id="rId8"/>
    <p:sldId id="330" r:id="rId9"/>
    <p:sldId id="342" r:id="rId10"/>
    <p:sldId id="341" r:id="rId11"/>
    <p:sldId id="322" r:id="rId12"/>
    <p:sldId id="343" r:id="rId13"/>
    <p:sldId id="323" r:id="rId14"/>
    <p:sldId id="331" r:id="rId15"/>
    <p:sldId id="327" r:id="rId16"/>
    <p:sldId id="328" r:id="rId17"/>
    <p:sldId id="326" r:id="rId18"/>
    <p:sldId id="334" r:id="rId19"/>
    <p:sldId id="335" r:id="rId20"/>
    <p:sldId id="338" r:id="rId21"/>
    <p:sldId id="336" r:id="rId22"/>
    <p:sldId id="339" r:id="rId23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C0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883" autoAdjust="0"/>
  </p:normalViewPr>
  <p:slideViewPr>
    <p:cSldViewPr>
      <p:cViewPr>
        <p:scale>
          <a:sx n="100" d="100"/>
          <a:sy n="100" d="100"/>
        </p:scale>
        <p:origin x="300" y="-38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844AEE-F20F-48B5-9D18-5D4F0064A42C}" type="datetimeFigureOut">
              <a:rPr lang="en-IN" smtClean="0"/>
              <a:t>10-07-2023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856FB-B468-455F-90C2-B676AADEC7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3275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Order</a:t>
            </a:r>
            <a:r>
              <a:rPr lang="en-IN" baseline="0" dirty="0" smtClean="0"/>
              <a:t> &amp; Provisioning Management: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baseline="0" dirty="0" smtClean="0"/>
              <a:t>Order request and approval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baseline="0" dirty="0" smtClean="0"/>
              <a:t>Order placement and order management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baseline="0" dirty="0" smtClean="0"/>
              <a:t>Order fulfilment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baseline="0" dirty="0" smtClean="0"/>
              <a:t>Order inputs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baseline="0" dirty="0" smtClean="0"/>
              <a:t>Inventory inputs (catalogue creation and maintenance)</a:t>
            </a:r>
            <a:endParaRPr lang="en-I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I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I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Invoice Processing &amp; Payment Management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Vendor invoice collection and uploading</a:t>
            </a:r>
          </a:p>
          <a:p>
            <a:endParaRPr lang="en-I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I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Vendor Management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Vendor </a:t>
            </a:r>
            <a:r>
              <a:rPr lang="en-IN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onboarding</a:t>
            </a:r>
            <a:endParaRPr lang="en-I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Manage vendor and partner contract life cycle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Wireless plan optimisation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Circuit service optimisation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I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I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Cost Allocation &amp; Dispute Management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Budget Allocation and reports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Cost recovery and financial charge back allocation</a:t>
            </a:r>
            <a:endParaRPr lang="en-IN" dirty="0" smtClean="0"/>
          </a:p>
          <a:p>
            <a:pPr marL="457200" lvl="1" indent="0">
              <a:buFont typeface="Arial" panose="020B0604020202020204" pitchFamily="34" charset="0"/>
              <a:buNone/>
            </a:pPr>
            <a:endParaRPr lang="en-IN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856FB-B468-455F-90C2-B676AADEC7B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7163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Consignment Delivery Tracking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 smtClean="0"/>
              <a:t>Keep track of consignments in transit as well as your field staff fulfilling deliveries in real-time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 smtClean="0"/>
              <a:t>Ensure compliance during pick-up and delivery with photographic proof and electronic signature with automated alerts and notifications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 smtClean="0"/>
              <a:t>Flexibly align operating procedures with your standards and protocols for goods transportation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 smtClean="0"/>
              <a:t>Coordinate field and back office teams effortlessly to help them provide consistent delivery experiences with the ability to track pit stops and trip incentives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 smtClean="0"/>
              <a:t>Collaborate with customers and provide them with real-time updates on consignment delivery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Defect Resolution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 smtClean="0"/>
              <a:t>Obtain a bird’s eye view of all defects and ongoing complaints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 smtClean="0"/>
              <a:t>Define custom procedural workflow in handling various types of complaints and ensure compliance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 smtClean="0"/>
              <a:t>Enhance accountability and make sure </a:t>
            </a:r>
            <a:r>
              <a:rPr lang="en-US" dirty="0" err="1" smtClean="0"/>
              <a:t>remediations</a:t>
            </a:r>
            <a:r>
              <a:rPr lang="en-US" dirty="0" smtClean="0"/>
              <a:t> or corrective actions are followed through in detail with proof of corrective actions taken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 smtClean="0"/>
              <a:t>Identify defects and provide references of defects with photographs and maintain a </a:t>
            </a:r>
            <a:r>
              <a:rPr lang="en-US" dirty="0" err="1" smtClean="0"/>
              <a:t>centralised</a:t>
            </a:r>
            <a:r>
              <a:rPr lang="en-US" dirty="0" smtClean="0"/>
              <a:t> system of investigation notes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 smtClean="0"/>
              <a:t>Live-track field teams while they conduct investigations at customer locations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Machine maintenance &amp; repair tracking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 smtClean="0"/>
              <a:t>Manage preventive maintenance of machines by scheduling and monitoring periodic maintenance activities across facilities in real-time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 smtClean="0"/>
              <a:t>Ensure compliance with </a:t>
            </a:r>
            <a:r>
              <a:rPr lang="en-US" dirty="0" err="1" smtClean="0"/>
              <a:t>organisational</a:t>
            </a:r>
            <a:r>
              <a:rPr lang="en-US" dirty="0" smtClean="0"/>
              <a:t> maintenance standards by adhering to SOPs with detailed checklists and photographic proof of completion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 smtClean="0"/>
              <a:t>Track and manage breakdown workflows for immediate resolution and subsequently drive root cause analysis, resulting in improved preventive maintenance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 smtClean="0"/>
              <a:t>Improve accountability with </a:t>
            </a:r>
            <a:r>
              <a:rPr lang="en-US" dirty="0" err="1" smtClean="0"/>
              <a:t>centralised</a:t>
            </a:r>
            <a:r>
              <a:rPr lang="en-US" dirty="0" smtClean="0"/>
              <a:t> governance of maintenance activities at all levels i.e. local, regional, and corporate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 smtClean="0"/>
              <a:t>Live-track roaming engineers providing specialist maintenance and repair services across multiple facilities and locations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856FB-B468-455F-90C2-B676AADEC7B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01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26" Type="http://schemas.openxmlformats.org/officeDocument/2006/relationships/image" Target="../media/image31.png"/><Relationship Id="rId39" Type="http://schemas.openxmlformats.org/officeDocument/2006/relationships/image" Target="../media/image4.png"/><Relationship Id="rId21" Type="http://schemas.openxmlformats.org/officeDocument/2006/relationships/image" Target="../media/image26.png"/><Relationship Id="rId34" Type="http://schemas.openxmlformats.org/officeDocument/2006/relationships/image" Target="../media/image39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5" Type="http://schemas.openxmlformats.org/officeDocument/2006/relationships/image" Target="../media/image30.png"/><Relationship Id="rId33" Type="http://schemas.openxmlformats.org/officeDocument/2006/relationships/image" Target="../media/image38.png"/><Relationship Id="rId38" Type="http://schemas.openxmlformats.org/officeDocument/2006/relationships/image" Target="../media/image43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29" Type="http://schemas.openxmlformats.org/officeDocument/2006/relationships/image" Target="../media/image3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24" Type="http://schemas.openxmlformats.org/officeDocument/2006/relationships/image" Target="../media/image29.png"/><Relationship Id="rId32" Type="http://schemas.openxmlformats.org/officeDocument/2006/relationships/image" Target="../media/image37.png"/><Relationship Id="rId37" Type="http://schemas.openxmlformats.org/officeDocument/2006/relationships/image" Target="../media/image42.png"/><Relationship Id="rId40" Type="http://schemas.openxmlformats.org/officeDocument/2006/relationships/image" Target="../media/image44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28" Type="http://schemas.openxmlformats.org/officeDocument/2006/relationships/image" Target="../media/image33.png"/><Relationship Id="rId36" Type="http://schemas.openxmlformats.org/officeDocument/2006/relationships/image" Target="../media/image41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31" Type="http://schemas.openxmlformats.org/officeDocument/2006/relationships/image" Target="../media/image36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Relationship Id="rId27" Type="http://schemas.openxmlformats.org/officeDocument/2006/relationships/image" Target="../media/image32.jpg"/><Relationship Id="rId30" Type="http://schemas.openxmlformats.org/officeDocument/2006/relationships/image" Target="../media/image35.png"/><Relationship Id="rId35" Type="http://schemas.openxmlformats.org/officeDocument/2006/relationships/image" Target="../media/image40.png"/><Relationship Id="rId8" Type="http://schemas.openxmlformats.org/officeDocument/2006/relationships/image" Target="../media/image13.png"/><Relationship Id="rId3" Type="http://schemas.openxmlformats.org/officeDocument/2006/relationships/image" Target="../media/image8.png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4859" y="62003"/>
            <a:ext cx="599139" cy="59914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691399" y="1752575"/>
            <a:ext cx="7594600" cy="1657985"/>
          </a:xfrm>
          <a:custGeom>
            <a:avLst/>
            <a:gdLst/>
            <a:ahLst/>
            <a:cxnLst/>
            <a:rect l="l" t="t" r="r" b="b"/>
            <a:pathLst>
              <a:path w="7594600" h="1657985">
                <a:moveTo>
                  <a:pt x="7479019" y="1657499"/>
                </a:moveTo>
                <a:lnTo>
                  <a:pt x="115179" y="1657499"/>
                </a:lnTo>
                <a:lnTo>
                  <a:pt x="70346" y="1648448"/>
                </a:lnTo>
                <a:lnTo>
                  <a:pt x="33735" y="1623764"/>
                </a:lnTo>
                <a:lnTo>
                  <a:pt x="9051" y="1587153"/>
                </a:lnTo>
                <a:lnTo>
                  <a:pt x="0" y="1542320"/>
                </a:lnTo>
                <a:lnTo>
                  <a:pt x="0" y="115179"/>
                </a:lnTo>
                <a:lnTo>
                  <a:pt x="9051" y="70346"/>
                </a:lnTo>
                <a:lnTo>
                  <a:pt x="33735" y="33735"/>
                </a:lnTo>
                <a:lnTo>
                  <a:pt x="70346" y="9051"/>
                </a:lnTo>
                <a:lnTo>
                  <a:pt x="115179" y="0"/>
                </a:lnTo>
                <a:lnTo>
                  <a:pt x="7479019" y="0"/>
                </a:lnTo>
                <a:lnTo>
                  <a:pt x="7523097" y="8767"/>
                </a:lnTo>
                <a:lnTo>
                  <a:pt x="7560464" y="33735"/>
                </a:lnTo>
                <a:lnTo>
                  <a:pt x="7585432" y="71102"/>
                </a:lnTo>
                <a:lnTo>
                  <a:pt x="7594199" y="115179"/>
                </a:lnTo>
                <a:lnTo>
                  <a:pt x="7594199" y="1542320"/>
                </a:lnTo>
                <a:lnTo>
                  <a:pt x="7585148" y="1587153"/>
                </a:lnTo>
                <a:lnTo>
                  <a:pt x="7560464" y="1623764"/>
                </a:lnTo>
                <a:lnTo>
                  <a:pt x="7523853" y="1648448"/>
                </a:lnTo>
                <a:lnTo>
                  <a:pt x="7479019" y="16574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67074" y="3595699"/>
            <a:ext cx="1539875" cy="789305"/>
          </a:xfrm>
          <a:custGeom>
            <a:avLst/>
            <a:gdLst/>
            <a:ahLst/>
            <a:cxnLst/>
            <a:rect l="l" t="t" r="r" b="b"/>
            <a:pathLst>
              <a:path w="1539875" h="789304">
                <a:moveTo>
                  <a:pt x="1457559" y="788699"/>
                </a:moveTo>
                <a:lnTo>
                  <a:pt x="81740" y="788699"/>
                </a:lnTo>
                <a:lnTo>
                  <a:pt x="49923" y="782276"/>
                </a:lnTo>
                <a:lnTo>
                  <a:pt x="23941" y="764758"/>
                </a:lnTo>
                <a:lnTo>
                  <a:pt x="6423" y="738776"/>
                </a:lnTo>
                <a:lnTo>
                  <a:pt x="0" y="706958"/>
                </a:lnTo>
                <a:lnTo>
                  <a:pt x="0" y="81740"/>
                </a:lnTo>
                <a:lnTo>
                  <a:pt x="6423" y="49923"/>
                </a:lnTo>
                <a:lnTo>
                  <a:pt x="23941" y="23941"/>
                </a:lnTo>
                <a:lnTo>
                  <a:pt x="49923" y="6423"/>
                </a:lnTo>
                <a:lnTo>
                  <a:pt x="81740" y="0"/>
                </a:lnTo>
                <a:lnTo>
                  <a:pt x="1457559" y="0"/>
                </a:lnTo>
                <a:lnTo>
                  <a:pt x="1502908" y="13733"/>
                </a:lnTo>
                <a:lnTo>
                  <a:pt x="1533077" y="50459"/>
                </a:lnTo>
                <a:lnTo>
                  <a:pt x="1539299" y="81740"/>
                </a:lnTo>
                <a:lnTo>
                  <a:pt x="1539299" y="706958"/>
                </a:lnTo>
                <a:lnTo>
                  <a:pt x="1532876" y="738776"/>
                </a:lnTo>
                <a:lnTo>
                  <a:pt x="1515358" y="764758"/>
                </a:lnTo>
                <a:lnTo>
                  <a:pt x="1489376" y="782276"/>
                </a:lnTo>
                <a:lnTo>
                  <a:pt x="1457559" y="788699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535096" y="3681799"/>
            <a:ext cx="1403985" cy="616585"/>
          </a:xfrm>
          <a:custGeom>
            <a:avLst/>
            <a:gdLst/>
            <a:ahLst/>
            <a:cxnLst/>
            <a:rect l="l" t="t" r="r" b="b"/>
            <a:pathLst>
              <a:path w="1403985" h="616585">
                <a:moveTo>
                  <a:pt x="1352366" y="616499"/>
                </a:moveTo>
                <a:lnTo>
                  <a:pt x="51033" y="616499"/>
                </a:lnTo>
                <a:lnTo>
                  <a:pt x="31169" y="612489"/>
                </a:lnTo>
                <a:lnTo>
                  <a:pt x="14947" y="601552"/>
                </a:lnTo>
                <a:lnTo>
                  <a:pt x="4010" y="585330"/>
                </a:lnTo>
                <a:lnTo>
                  <a:pt x="0" y="565465"/>
                </a:lnTo>
                <a:lnTo>
                  <a:pt x="0" y="51033"/>
                </a:lnTo>
                <a:lnTo>
                  <a:pt x="4010" y="31169"/>
                </a:lnTo>
                <a:lnTo>
                  <a:pt x="14947" y="14947"/>
                </a:lnTo>
                <a:lnTo>
                  <a:pt x="31169" y="4010"/>
                </a:lnTo>
                <a:lnTo>
                  <a:pt x="51033" y="0"/>
                </a:lnTo>
                <a:lnTo>
                  <a:pt x="1352366" y="0"/>
                </a:lnTo>
                <a:lnTo>
                  <a:pt x="1388452" y="14947"/>
                </a:lnTo>
                <a:lnTo>
                  <a:pt x="1403400" y="51033"/>
                </a:lnTo>
                <a:lnTo>
                  <a:pt x="1403400" y="565465"/>
                </a:lnTo>
                <a:lnTo>
                  <a:pt x="1399389" y="585330"/>
                </a:lnTo>
                <a:lnTo>
                  <a:pt x="1388452" y="601552"/>
                </a:lnTo>
                <a:lnTo>
                  <a:pt x="1372230" y="612489"/>
                </a:lnTo>
                <a:lnTo>
                  <a:pt x="1352366" y="616499"/>
                </a:lnTo>
                <a:close/>
              </a:path>
            </a:pathLst>
          </a:custGeom>
          <a:solidFill>
            <a:srgbClr val="43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0225" y="126491"/>
            <a:ext cx="8083550" cy="421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BBBBBB"/>
                </a:solidFill>
                <a:latin typeface="Verdana"/>
                <a:cs typeface="Verdana"/>
              </a:defRPr>
            </a:lvl1pPr>
          </a:lstStyle>
          <a:p>
            <a:pPr marL="98425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30" dirty="0"/>
              <a:t>‹#›</a:t>
            </a:fld>
            <a:endParaRPr spc="-3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BBBBBB"/>
                </a:solidFill>
                <a:latin typeface="Verdana"/>
                <a:cs typeface="Verdana"/>
              </a:defRPr>
            </a:lvl1pPr>
          </a:lstStyle>
          <a:p>
            <a:pPr marL="98425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30" dirty="0"/>
              <a:t>‹#›</a:t>
            </a:fld>
            <a:endParaRPr spc="-3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BBBBBB"/>
                </a:solidFill>
                <a:latin typeface="Verdana"/>
                <a:cs typeface="Verdana"/>
              </a:defRPr>
            </a:lvl1pPr>
          </a:lstStyle>
          <a:p>
            <a:pPr marL="98425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30" dirty="0"/>
              <a:t>‹#›</a:t>
            </a:fld>
            <a:endParaRPr spc="-3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4859" y="62003"/>
            <a:ext cx="599140" cy="59914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BBBBBB"/>
                </a:solidFill>
                <a:latin typeface="Verdana"/>
                <a:cs typeface="Verdana"/>
              </a:defRPr>
            </a:lvl1pPr>
          </a:lstStyle>
          <a:p>
            <a:pPr marL="98425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30" dirty="0"/>
              <a:t>‹#›</a:t>
            </a:fld>
            <a:endParaRPr spc="-3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4859" y="62003"/>
            <a:ext cx="599140" cy="59914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BBBBBB"/>
                </a:solidFill>
                <a:latin typeface="Verdana"/>
                <a:cs typeface="Verdana"/>
              </a:defRPr>
            </a:lvl1pPr>
          </a:lstStyle>
          <a:p>
            <a:pPr marL="98425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30" dirty="0"/>
              <a:t>‹#›</a:t>
            </a:fld>
            <a:endParaRPr spc="-3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1">
  <p:cSld name="Title - 1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57200" y="1152475"/>
            <a:ext cx="5966700" cy="1644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7100" y="571501"/>
            <a:ext cx="1235098" cy="42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7358110" y="4215232"/>
            <a:ext cx="415500" cy="415500"/>
          </a:xfrm>
          <a:prstGeom prst="roundRect">
            <a:avLst>
              <a:gd name="adj" fmla="val 22637"/>
            </a:avLst>
          </a:prstGeom>
          <a:solidFill>
            <a:srgbClr val="0072CE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8513305" y="4215232"/>
            <a:ext cx="415500" cy="415500"/>
          </a:xfrm>
          <a:prstGeom prst="roundRect">
            <a:avLst>
              <a:gd name="adj" fmla="val 50000"/>
            </a:avLst>
          </a:prstGeom>
          <a:solidFill>
            <a:srgbClr val="D1D3D4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" name="Google Shape;14;p2"/>
          <p:cNvSpPr/>
          <p:nvPr/>
        </p:nvSpPr>
        <p:spPr>
          <a:xfrm rot="-2700000">
            <a:off x="7993354" y="4274006"/>
            <a:ext cx="299955" cy="297833"/>
          </a:xfrm>
          <a:prstGeom prst="roundRect">
            <a:avLst>
              <a:gd name="adj" fmla="val 5808"/>
            </a:avLst>
          </a:prstGeom>
          <a:solidFill>
            <a:srgbClr val="26D07C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6784246" y="4215232"/>
            <a:ext cx="415500" cy="415500"/>
          </a:xfrm>
          <a:prstGeom prst="roundRect">
            <a:avLst>
              <a:gd name="adj" fmla="val 50000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buNone/>
              <a:defRPr sz="1300">
                <a:solidFill>
                  <a:schemeClr val="dk1"/>
                </a:solidFill>
              </a:defRPr>
            </a:lvl1pPr>
            <a:lvl2pPr lvl="1">
              <a:buNone/>
              <a:defRPr sz="1300">
                <a:solidFill>
                  <a:schemeClr val="dk1"/>
                </a:solidFill>
              </a:defRPr>
            </a:lvl2pPr>
            <a:lvl3pPr lvl="2">
              <a:buNone/>
              <a:defRPr sz="1300">
                <a:solidFill>
                  <a:schemeClr val="dk1"/>
                </a:solidFill>
              </a:defRPr>
            </a:lvl3pPr>
            <a:lvl4pPr lvl="3">
              <a:buNone/>
              <a:defRPr sz="1300">
                <a:solidFill>
                  <a:schemeClr val="dk1"/>
                </a:solidFill>
              </a:defRPr>
            </a:lvl4pPr>
            <a:lvl5pPr lvl="4">
              <a:buNone/>
              <a:defRPr sz="1300">
                <a:solidFill>
                  <a:schemeClr val="dk1"/>
                </a:solidFill>
              </a:defRPr>
            </a:lvl5pPr>
            <a:lvl6pPr lvl="5">
              <a:buNone/>
              <a:defRPr sz="1300">
                <a:solidFill>
                  <a:schemeClr val="dk1"/>
                </a:solidFill>
              </a:defRPr>
            </a:lvl6pPr>
            <a:lvl7pPr lvl="6">
              <a:buNone/>
              <a:defRPr sz="1300">
                <a:solidFill>
                  <a:schemeClr val="dk1"/>
                </a:solidFill>
              </a:defRPr>
            </a:lvl7pPr>
            <a:lvl8pPr lvl="7">
              <a:buNone/>
              <a:defRPr sz="1300">
                <a:solidFill>
                  <a:schemeClr val="dk1"/>
                </a:solidFill>
              </a:defRPr>
            </a:lvl8pPr>
            <a:lvl9pPr lvl="8">
              <a:buNone/>
              <a:defRPr sz="1300">
                <a:solidFill>
                  <a:schemeClr val="dk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457200" y="2986525"/>
            <a:ext cx="45639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Medium"/>
              <a:buNone/>
              <a:defRPr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2"/>
          </p:nvPr>
        </p:nvSpPr>
        <p:spPr>
          <a:xfrm>
            <a:off x="457200" y="4083925"/>
            <a:ext cx="45639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23301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2">
  <p:cSld name="Title - 2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1" name="Google Shape;21;p3"/>
          <p:cNvSpPr txBox="1">
            <a:spLocks noGrp="1"/>
          </p:cNvSpPr>
          <p:nvPr>
            <p:ph type="ctrTitle"/>
          </p:nvPr>
        </p:nvSpPr>
        <p:spPr>
          <a:xfrm>
            <a:off x="457200" y="1152475"/>
            <a:ext cx="4563900" cy="1644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1"/>
          </p:nvPr>
        </p:nvSpPr>
        <p:spPr>
          <a:xfrm>
            <a:off x="457200" y="2986525"/>
            <a:ext cx="45639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Medium"/>
              <a:buNone/>
              <a:defRPr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23" name="Google Shape;2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7100" y="571501"/>
            <a:ext cx="1235098" cy="42277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/>
          <p:nvPr/>
        </p:nvSpPr>
        <p:spPr>
          <a:xfrm>
            <a:off x="5568167" y="2402416"/>
            <a:ext cx="5615700" cy="5614800"/>
          </a:xfrm>
          <a:prstGeom prst="ellipse">
            <a:avLst/>
          </a:prstGeom>
          <a:noFill/>
          <a:ln w="38100" cap="flat" cmpd="sng">
            <a:solidFill>
              <a:srgbClr val="26D07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5" name="Google Shape;25;p3"/>
          <p:cNvSpPr/>
          <p:nvPr/>
        </p:nvSpPr>
        <p:spPr>
          <a:xfrm>
            <a:off x="6222615" y="3056430"/>
            <a:ext cx="4306800" cy="4306800"/>
          </a:xfrm>
          <a:prstGeom prst="ellipse">
            <a:avLst/>
          </a:prstGeom>
          <a:noFill/>
          <a:ln w="38100" cap="flat" cmpd="sng">
            <a:solidFill>
              <a:srgbClr val="0072CE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6" name="Google Shape;26;p3"/>
          <p:cNvSpPr/>
          <p:nvPr/>
        </p:nvSpPr>
        <p:spPr>
          <a:xfrm>
            <a:off x="6932129" y="3765943"/>
            <a:ext cx="2887500" cy="2887500"/>
          </a:xfrm>
          <a:prstGeom prst="ellipse">
            <a:avLst/>
          </a:prstGeom>
          <a:noFill/>
          <a:ln w="38100" cap="flat" cmpd="sng">
            <a:solidFill>
              <a:srgbClr val="00A7B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857500" y="1691750"/>
            <a:ext cx="7036800" cy="7035900"/>
          </a:xfrm>
          <a:prstGeom prst="ellipse">
            <a:avLst/>
          </a:prstGeom>
          <a:noFill/>
          <a:ln w="38100" cap="flat" cmpd="sng">
            <a:solidFill>
              <a:srgbClr val="FC5D0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2"/>
          </p:nvPr>
        </p:nvSpPr>
        <p:spPr>
          <a:xfrm>
            <a:off x="457200" y="4083925"/>
            <a:ext cx="45639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9986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3">
  <p:cSld name="Title - 3">
    <p:bg>
      <p:bgPr>
        <a:solidFill>
          <a:schemeClr val="dk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ctrTitle"/>
          </p:nvPr>
        </p:nvSpPr>
        <p:spPr>
          <a:xfrm>
            <a:off x="457200" y="1152475"/>
            <a:ext cx="4563900" cy="1644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pic>
        <p:nvPicPr>
          <p:cNvPr id="31" name="Google Shape;31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7100" y="571501"/>
            <a:ext cx="1235098" cy="42277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buNone/>
              <a:defRPr sz="1300">
                <a:solidFill>
                  <a:schemeClr val="dk1"/>
                </a:solidFill>
              </a:defRPr>
            </a:lvl1pPr>
            <a:lvl2pPr lvl="1" rtl="0">
              <a:buNone/>
              <a:defRPr sz="1300">
                <a:solidFill>
                  <a:schemeClr val="dk1"/>
                </a:solidFill>
              </a:defRPr>
            </a:lvl2pPr>
            <a:lvl3pPr lvl="2" rtl="0">
              <a:buNone/>
              <a:defRPr sz="1300">
                <a:solidFill>
                  <a:schemeClr val="dk1"/>
                </a:solidFill>
              </a:defRPr>
            </a:lvl3pPr>
            <a:lvl4pPr lvl="3" rtl="0">
              <a:buNone/>
              <a:defRPr sz="1300">
                <a:solidFill>
                  <a:schemeClr val="dk1"/>
                </a:solidFill>
              </a:defRPr>
            </a:lvl4pPr>
            <a:lvl5pPr lvl="4" rtl="0">
              <a:buNone/>
              <a:defRPr sz="1300">
                <a:solidFill>
                  <a:schemeClr val="dk1"/>
                </a:solidFill>
              </a:defRPr>
            </a:lvl5pPr>
            <a:lvl6pPr lvl="5" rtl="0">
              <a:buNone/>
              <a:defRPr sz="1300">
                <a:solidFill>
                  <a:schemeClr val="dk1"/>
                </a:solidFill>
              </a:defRPr>
            </a:lvl6pPr>
            <a:lvl7pPr lvl="6" rtl="0">
              <a:buNone/>
              <a:defRPr sz="1300">
                <a:solidFill>
                  <a:schemeClr val="dk1"/>
                </a:solidFill>
              </a:defRPr>
            </a:lvl7pPr>
            <a:lvl8pPr lvl="7" rtl="0">
              <a:buNone/>
              <a:defRPr sz="1300">
                <a:solidFill>
                  <a:schemeClr val="dk1"/>
                </a:solidFill>
              </a:defRPr>
            </a:lvl8pPr>
            <a:lvl9pPr lvl="8" rtl="0">
              <a:buNone/>
              <a:defRPr sz="1300">
                <a:solidFill>
                  <a:schemeClr val="dk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3" name="Google Shape;33;p4"/>
          <p:cNvSpPr txBox="1">
            <a:spLocks noGrp="1"/>
          </p:cNvSpPr>
          <p:nvPr>
            <p:ph type="subTitle" idx="1"/>
          </p:nvPr>
        </p:nvSpPr>
        <p:spPr>
          <a:xfrm>
            <a:off x="457200" y="2986525"/>
            <a:ext cx="45639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Medium"/>
              <a:buNone/>
              <a:defRPr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ubTitle" idx="2"/>
          </p:nvPr>
        </p:nvSpPr>
        <p:spPr>
          <a:xfrm>
            <a:off x="457200" y="4083925"/>
            <a:ext cx="45639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8069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4">
  <p:cSld name="Title - 4">
    <p:bg>
      <p:bgPr>
        <a:solidFill>
          <a:schemeClr val="dk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8468175" y="0"/>
            <a:ext cx="702000" cy="514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7" name="Google Shape;37;p5"/>
          <p:cNvSpPr/>
          <p:nvPr/>
        </p:nvSpPr>
        <p:spPr>
          <a:xfrm>
            <a:off x="8678315" y="1895464"/>
            <a:ext cx="281700" cy="279000"/>
          </a:xfrm>
          <a:prstGeom prst="ellipse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8" name="Google Shape;38;p5"/>
          <p:cNvSpPr/>
          <p:nvPr/>
        </p:nvSpPr>
        <p:spPr>
          <a:xfrm>
            <a:off x="8678315" y="4544914"/>
            <a:ext cx="281700" cy="279000"/>
          </a:xfrm>
          <a:prstGeom prst="ellipse">
            <a:avLst/>
          </a:prstGeom>
          <a:solidFill>
            <a:srgbClr val="888B8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9" name="Google Shape;39;p5"/>
          <p:cNvSpPr/>
          <p:nvPr/>
        </p:nvSpPr>
        <p:spPr>
          <a:xfrm rot="5400000">
            <a:off x="8683272" y="2769424"/>
            <a:ext cx="271800" cy="271800"/>
          </a:xfrm>
          <a:prstGeom prst="roundRect">
            <a:avLst>
              <a:gd name="adj" fmla="val 19528"/>
            </a:avLst>
          </a:prstGeom>
          <a:solidFill>
            <a:srgbClr val="0072CE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0" name="Google Shape;40;p5"/>
          <p:cNvSpPr/>
          <p:nvPr/>
        </p:nvSpPr>
        <p:spPr>
          <a:xfrm rot="-2700000">
            <a:off x="8705049" y="3679767"/>
            <a:ext cx="228254" cy="226557"/>
          </a:xfrm>
          <a:prstGeom prst="roundRect">
            <a:avLst>
              <a:gd name="adj" fmla="val 5808"/>
            </a:avLst>
          </a:prstGeom>
          <a:solidFill>
            <a:srgbClr val="26D07C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1" name="Google Shape;41;p5"/>
          <p:cNvSpPr txBox="1">
            <a:spLocks noGrp="1"/>
          </p:cNvSpPr>
          <p:nvPr>
            <p:ph type="ctrTitle"/>
          </p:nvPr>
        </p:nvSpPr>
        <p:spPr>
          <a:xfrm>
            <a:off x="457200" y="1152475"/>
            <a:ext cx="5925600" cy="1644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1"/>
          </p:nvPr>
        </p:nvSpPr>
        <p:spPr>
          <a:xfrm>
            <a:off x="457200" y="2986525"/>
            <a:ext cx="45639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Medium"/>
              <a:buNone/>
              <a:defRPr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7100" y="571501"/>
            <a:ext cx="1235098" cy="422775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>
            <a:spLocks noGrp="1"/>
          </p:cNvSpPr>
          <p:nvPr>
            <p:ph type="subTitle" idx="2"/>
          </p:nvPr>
        </p:nvSpPr>
        <p:spPr>
          <a:xfrm>
            <a:off x="457200" y="4083925"/>
            <a:ext cx="45639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0577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Black">
  <p:cSld name="Section Header - Black">
    <p:bg>
      <p:bgPr>
        <a:solidFill>
          <a:schemeClr val="dk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457200" y="1152475"/>
            <a:ext cx="8229600" cy="84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/>
          <p:nvPr/>
        </p:nvSpPr>
        <p:spPr>
          <a:xfrm>
            <a:off x="7446762" y="3555550"/>
            <a:ext cx="2761800" cy="2761500"/>
          </a:xfrm>
          <a:prstGeom prst="ellipse">
            <a:avLst/>
          </a:prstGeom>
          <a:noFill/>
          <a:ln w="19050" cap="flat" cmpd="sng">
            <a:solidFill>
              <a:srgbClr val="888B8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9" name="Google Shape;59;p7"/>
          <p:cNvSpPr/>
          <p:nvPr/>
        </p:nvSpPr>
        <p:spPr>
          <a:xfrm>
            <a:off x="7768531" y="3877386"/>
            <a:ext cx="2118000" cy="2118000"/>
          </a:xfrm>
          <a:prstGeom prst="ellipse">
            <a:avLst/>
          </a:prstGeom>
          <a:noFill/>
          <a:ln w="19050" cap="flat" cmpd="sng">
            <a:solidFill>
              <a:srgbClr val="26D07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0" name="Google Shape;60;p7"/>
          <p:cNvSpPr/>
          <p:nvPr/>
        </p:nvSpPr>
        <p:spPr>
          <a:xfrm>
            <a:off x="8117498" y="4226287"/>
            <a:ext cx="1420200" cy="1420200"/>
          </a:xfrm>
          <a:prstGeom prst="ellipse">
            <a:avLst/>
          </a:prstGeom>
          <a:noFill/>
          <a:ln w="19050" cap="flat" cmpd="sng">
            <a:solidFill>
              <a:srgbClr val="FC5D0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293188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- Black">
  <p:cSld name="Title &amp; body - Black">
    <p:bg>
      <p:bgPr>
        <a:solidFill>
          <a:schemeClr val="dk1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1" name="Google Shape;71;p9"/>
          <p:cNvSpPr txBox="1">
            <a:spLocks noGrp="1"/>
          </p:cNvSpPr>
          <p:nvPr>
            <p:ph type="subTitle" idx="2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2" name="Google Shape;7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15620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 - Individual">
  <p:cSld name="Introduction - Individual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/>
          <p:nvPr/>
        </p:nvSpPr>
        <p:spPr>
          <a:xfrm rot="10800000">
            <a:off x="880000" y="1378685"/>
            <a:ext cx="1782900" cy="1782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1F2A4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5" name="Google Shape;75;p10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body" idx="1"/>
          </p:nvPr>
        </p:nvSpPr>
        <p:spPr>
          <a:xfrm>
            <a:off x="3907600" y="1304875"/>
            <a:ext cx="4468200" cy="326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9" name="Google Shape;79;p10"/>
          <p:cNvSpPr txBox="1">
            <a:spLocks noGrp="1"/>
          </p:cNvSpPr>
          <p:nvPr>
            <p:ph type="subTitle" idx="2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>
            <a:spLocks noGrp="1"/>
          </p:cNvSpPr>
          <p:nvPr>
            <p:ph type="pic" idx="3"/>
          </p:nvPr>
        </p:nvSpPr>
        <p:spPr>
          <a:xfrm>
            <a:off x="986225" y="1472110"/>
            <a:ext cx="1851000" cy="1851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81" name="Google Shape;81;p10"/>
          <p:cNvSpPr txBox="1">
            <a:spLocks noGrp="1"/>
          </p:cNvSpPr>
          <p:nvPr>
            <p:ph type="subTitle" idx="4"/>
          </p:nvPr>
        </p:nvSpPr>
        <p:spPr>
          <a:xfrm>
            <a:off x="591725" y="3505884"/>
            <a:ext cx="2640000" cy="283154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b="1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subTitle" idx="5"/>
          </p:nvPr>
        </p:nvSpPr>
        <p:spPr>
          <a:xfrm>
            <a:off x="591725" y="3802414"/>
            <a:ext cx="2640000" cy="25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400"/>
              <a:buFont typeface="IBM Plex Sans Medium"/>
              <a:buNone/>
              <a:defRPr sz="1400">
                <a:solidFill>
                  <a:srgbClr val="1F2A4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subTitle" idx="6"/>
          </p:nvPr>
        </p:nvSpPr>
        <p:spPr>
          <a:xfrm>
            <a:off x="591725" y="4068041"/>
            <a:ext cx="2640000" cy="25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83594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 - Team">
  <p:cSld name="Introduction - Team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87" name="Google Shape;8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>
            <a:spLocks noGrp="1"/>
          </p:cNvSpPr>
          <p:nvPr>
            <p:ph type="pic" idx="2"/>
          </p:nvPr>
        </p:nvSpPr>
        <p:spPr>
          <a:xfrm>
            <a:off x="1134325" y="1709250"/>
            <a:ext cx="1422300" cy="1422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90" name="Google Shape;90;p11"/>
          <p:cNvSpPr txBox="1">
            <a:spLocks noGrp="1"/>
          </p:cNvSpPr>
          <p:nvPr>
            <p:ph type="subTitle" idx="3"/>
          </p:nvPr>
        </p:nvSpPr>
        <p:spPr>
          <a:xfrm>
            <a:off x="525475" y="3330200"/>
            <a:ext cx="2640000" cy="23007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 b="1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subTitle" idx="4"/>
          </p:nvPr>
        </p:nvSpPr>
        <p:spPr>
          <a:xfrm>
            <a:off x="525475" y="3558447"/>
            <a:ext cx="2640000" cy="14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100"/>
              <a:buFont typeface="IBM Plex Sans Medium"/>
              <a:buNone/>
              <a:defRPr sz="1100">
                <a:solidFill>
                  <a:srgbClr val="1F2A4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subTitle" idx="5"/>
          </p:nvPr>
        </p:nvSpPr>
        <p:spPr>
          <a:xfrm>
            <a:off x="525475" y="3745874"/>
            <a:ext cx="2640000" cy="14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>
            <a:spLocks noGrp="1"/>
          </p:cNvSpPr>
          <p:nvPr>
            <p:ph type="pic" idx="6"/>
          </p:nvPr>
        </p:nvSpPr>
        <p:spPr>
          <a:xfrm>
            <a:off x="3860850" y="1709250"/>
            <a:ext cx="1422300" cy="1422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94" name="Google Shape;94;p11"/>
          <p:cNvSpPr txBox="1">
            <a:spLocks noGrp="1"/>
          </p:cNvSpPr>
          <p:nvPr>
            <p:ph type="subTitle" idx="7"/>
          </p:nvPr>
        </p:nvSpPr>
        <p:spPr>
          <a:xfrm>
            <a:off x="3252000" y="3330200"/>
            <a:ext cx="2640000" cy="23007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 b="1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subTitle" idx="8"/>
          </p:nvPr>
        </p:nvSpPr>
        <p:spPr>
          <a:xfrm>
            <a:off x="3252000" y="3558447"/>
            <a:ext cx="2640000" cy="14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100"/>
              <a:buFont typeface="IBM Plex Sans Medium"/>
              <a:buNone/>
              <a:defRPr sz="1100">
                <a:solidFill>
                  <a:srgbClr val="1F2A4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96" name="Google Shape;96;p11"/>
          <p:cNvSpPr txBox="1">
            <a:spLocks noGrp="1"/>
          </p:cNvSpPr>
          <p:nvPr>
            <p:ph type="subTitle" idx="9"/>
          </p:nvPr>
        </p:nvSpPr>
        <p:spPr>
          <a:xfrm>
            <a:off x="3252000" y="3745875"/>
            <a:ext cx="2640000" cy="14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97" name="Google Shape;97;p11"/>
          <p:cNvSpPr>
            <a:spLocks noGrp="1"/>
          </p:cNvSpPr>
          <p:nvPr>
            <p:ph type="pic" idx="13"/>
          </p:nvPr>
        </p:nvSpPr>
        <p:spPr>
          <a:xfrm>
            <a:off x="6587375" y="1709250"/>
            <a:ext cx="1422300" cy="1422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98" name="Google Shape;98;p11"/>
          <p:cNvSpPr txBox="1">
            <a:spLocks noGrp="1"/>
          </p:cNvSpPr>
          <p:nvPr>
            <p:ph type="subTitle" idx="14"/>
          </p:nvPr>
        </p:nvSpPr>
        <p:spPr>
          <a:xfrm>
            <a:off x="5978525" y="3330200"/>
            <a:ext cx="2640000" cy="23007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 b="1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9pPr>
          </a:lstStyle>
          <a:p>
            <a:endParaRPr/>
          </a:p>
        </p:txBody>
      </p:sp>
      <p:sp>
        <p:nvSpPr>
          <p:cNvPr id="99" name="Google Shape;99;p11"/>
          <p:cNvSpPr txBox="1">
            <a:spLocks noGrp="1"/>
          </p:cNvSpPr>
          <p:nvPr>
            <p:ph type="subTitle" idx="15"/>
          </p:nvPr>
        </p:nvSpPr>
        <p:spPr>
          <a:xfrm>
            <a:off x="5978525" y="3558447"/>
            <a:ext cx="2640000" cy="14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100"/>
              <a:buFont typeface="IBM Plex Sans Medium"/>
              <a:buNone/>
              <a:defRPr sz="1100">
                <a:solidFill>
                  <a:srgbClr val="1F2A4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16"/>
          </p:nvPr>
        </p:nvSpPr>
        <p:spPr>
          <a:xfrm>
            <a:off x="5978525" y="3745875"/>
            <a:ext cx="2640000" cy="14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74123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Black">
  <p:cSld name="Title and body - Black">
    <p:bg>
      <p:bgPr>
        <a:solidFill>
          <a:schemeClr val="dk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/>
          <p:nvPr/>
        </p:nvSpPr>
        <p:spPr>
          <a:xfrm>
            <a:off x="458100" y="1158725"/>
            <a:ext cx="8229600" cy="4626000"/>
          </a:xfrm>
          <a:prstGeom prst="roundRect">
            <a:avLst>
              <a:gd name="adj" fmla="val 563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3" name="Google Shape;103;p12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2"/>
          <p:cNvSpPr txBox="1">
            <a:spLocks noGrp="1"/>
          </p:cNvSpPr>
          <p:nvPr>
            <p:ph type="body" idx="1"/>
          </p:nvPr>
        </p:nvSpPr>
        <p:spPr>
          <a:xfrm>
            <a:off x="682650" y="1482275"/>
            <a:ext cx="7778700" cy="30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5" name="Google Shape;105;p12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06" name="Google Shape;106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" name="Google Shape;107;p12"/>
          <p:cNvGrpSpPr/>
          <p:nvPr/>
        </p:nvGrpSpPr>
        <p:grpSpPr>
          <a:xfrm>
            <a:off x="8461349" y="3869800"/>
            <a:ext cx="939600" cy="935752"/>
            <a:chOff x="511165" y="3659475"/>
            <a:chExt cx="939600" cy="935752"/>
          </a:xfrm>
        </p:grpSpPr>
        <p:sp>
          <p:nvSpPr>
            <p:cNvPr id="108" name="Google Shape;108;p12"/>
            <p:cNvSpPr/>
            <p:nvPr/>
          </p:nvSpPr>
          <p:spPr>
            <a:xfrm>
              <a:off x="511165" y="3659475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09" name="Google Shape;109;p12"/>
            <p:cNvSpPr/>
            <p:nvPr/>
          </p:nvSpPr>
          <p:spPr>
            <a:xfrm>
              <a:off x="511165" y="3833005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10" name="Google Shape;110;p12"/>
            <p:cNvSpPr/>
            <p:nvPr/>
          </p:nvSpPr>
          <p:spPr>
            <a:xfrm>
              <a:off x="511165" y="4006536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11" name="Google Shape;111;p12"/>
            <p:cNvSpPr/>
            <p:nvPr/>
          </p:nvSpPr>
          <p:spPr>
            <a:xfrm>
              <a:off x="511165" y="4180066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12" name="Google Shape;112;p12"/>
            <p:cNvSpPr/>
            <p:nvPr/>
          </p:nvSpPr>
          <p:spPr>
            <a:xfrm>
              <a:off x="511165" y="4353597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13" name="Google Shape;113;p12"/>
            <p:cNvSpPr/>
            <p:nvPr/>
          </p:nvSpPr>
          <p:spPr>
            <a:xfrm>
              <a:off x="511165" y="4527127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14416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- Orangemunda">
  <p:cSld name="Title &amp; body - Orangemunda">
    <p:bg>
      <p:bgPr>
        <a:solidFill>
          <a:schemeClr val="accent1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17" name="Google Shape;117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9318" y="62670"/>
            <a:ext cx="599140" cy="60005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3"/>
          <p:cNvSpPr/>
          <p:nvPr/>
        </p:nvSpPr>
        <p:spPr>
          <a:xfrm>
            <a:off x="458100" y="1158725"/>
            <a:ext cx="8229600" cy="4626000"/>
          </a:xfrm>
          <a:prstGeom prst="roundRect">
            <a:avLst>
              <a:gd name="adj" fmla="val 5243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9" name="Google Shape;119;p13"/>
          <p:cNvSpPr txBox="1">
            <a:spLocks noGrp="1"/>
          </p:cNvSpPr>
          <p:nvPr>
            <p:ph type="body" idx="1"/>
          </p:nvPr>
        </p:nvSpPr>
        <p:spPr>
          <a:xfrm>
            <a:off x="682650" y="1482075"/>
            <a:ext cx="7778700" cy="301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20" name="Google Shape;120;p13"/>
          <p:cNvGrpSpPr/>
          <p:nvPr/>
        </p:nvGrpSpPr>
        <p:grpSpPr>
          <a:xfrm>
            <a:off x="8461349" y="1482075"/>
            <a:ext cx="939600" cy="935752"/>
            <a:chOff x="511165" y="3659475"/>
            <a:chExt cx="939600" cy="935752"/>
          </a:xfrm>
        </p:grpSpPr>
        <p:sp>
          <p:nvSpPr>
            <p:cNvPr id="121" name="Google Shape;121;p13"/>
            <p:cNvSpPr/>
            <p:nvPr/>
          </p:nvSpPr>
          <p:spPr>
            <a:xfrm>
              <a:off x="511165" y="3659475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511165" y="3833005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511165" y="4006536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511165" y="4180066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511165" y="4353597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26" name="Google Shape;126;p13"/>
            <p:cNvSpPr/>
            <p:nvPr/>
          </p:nvSpPr>
          <p:spPr>
            <a:xfrm>
              <a:off x="511165" y="4527127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876882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- 2 column Simple">
  <p:cSld name="Title &amp; body - 2 column Simple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4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4"/>
          <p:cNvSpPr txBox="1">
            <a:spLocks noGrp="1"/>
          </p:cNvSpPr>
          <p:nvPr>
            <p:ph type="body" idx="1"/>
          </p:nvPr>
        </p:nvSpPr>
        <p:spPr>
          <a:xfrm>
            <a:off x="457200" y="1733450"/>
            <a:ext cx="4016100" cy="283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14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31" name="Google Shape;131;p14"/>
          <p:cNvSpPr txBox="1">
            <a:spLocks noGrp="1"/>
          </p:cNvSpPr>
          <p:nvPr>
            <p:ph type="body" idx="2"/>
          </p:nvPr>
        </p:nvSpPr>
        <p:spPr>
          <a:xfrm>
            <a:off x="4670700" y="1733450"/>
            <a:ext cx="4016100" cy="283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2" name="Google Shape;132;p14"/>
          <p:cNvSpPr txBox="1">
            <a:spLocks noGrp="1"/>
          </p:cNvSpPr>
          <p:nvPr>
            <p:ph type="subTitle" idx="3"/>
          </p:nvPr>
        </p:nvSpPr>
        <p:spPr>
          <a:xfrm>
            <a:off x="467075" y="1149725"/>
            <a:ext cx="40161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33" name="Google Shape;133;p14"/>
          <p:cNvSpPr txBox="1">
            <a:spLocks noGrp="1"/>
          </p:cNvSpPr>
          <p:nvPr>
            <p:ph type="subTitle" idx="4"/>
          </p:nvPr>
        </p:nvSpPr>
        <p:spPr>
          <a:xfrm>
            <a:off x="4670700" y="1149725"/>
            <a:ext cx="40161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pic>
        <p:nvPicPr>
          <p:cNvPr id="134" name="Google Shape;134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4"/>
          <p:cNvSpPr txBox="1">
            <a:spLocks noGrp="1"/>
          </p:cNvSpPr>
          <p:nvPr>
            <p:ph type="subTitle" idx="5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393764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 - Black">
  <p:cSld name="3 Column - Black">
    <p:bg>
      <p:bgPr>
        <a:solidFill>
          <a:schemeClr val="dk2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51" name="Google Shape;15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457101" y="1152475"/>
            <a:ext cx="2497200" cy="2311200"/>
          </a:xfrm>
          <a:prstGeom prst="roundRect">
            <a:avLst>
              <a:gd name="adj" fmla="val 11313"/>
            </a:avLst>
          </a:prstGeom>
          <a:solidFill>
            <a:srgbClr val="1F2A44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154" name="Google Shape;154;p16"/>
          <p:cNvSpPr/>
          <p:nvPr/>
        </p:nvSpPr>
        <p:spPr>
          <a:xfrm>
            <a:off x="457101" y="1592005"/>
            <a:ext cx="2497200" cy="2883900"/>
          </a:xfrm>
          <a:prstGeom prst="roundRect">
            <a:avLst>
              <a:gd name="adj" fmla="val 8673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/>
          </a:p>
        </p:txBody>
      </p:sp>
      <p:sp>
        <p:nvSpPr>
          <p:cNvPr id="155" name="Google Shape;155;p16"/>
          <p:cNvSpPr txBox="1">
            <a:spLocks noGrp="1"/>
          </p:cNvSpPr>
          <p:nvPr>
            <p:ph type="subTitle" idx="2"/>
          </p:nvPr>
        </p:nvSpPr>
        <p:spPr>
          <a:xfrm>
            <a:off x="444675" y="1163575"/>
            <a:ext cx="2497200" cy="436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6189601" y="1152475"/>
            <a:ext cx="2497200" cy="231120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157" name="Google Shape;157;p16"/>
          <p:cNvSpPr/>
          <p:nvPr/>
        </p:nvSpPr>
        <p:spPr>
          <a:xfrm>
            <a:off x="6189601" y="1592005"/>
            <a:ext cx="2497200" cy="2883900"/>
          </a:xfrm>
          <a:prstGeom prst="roundRect">
            <a:avLst>
              <a:gd name="adj" fmla="val 7882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/>
          </a:p>
        </p:txBody>
      </p:sp>
      <p:sp>
        <p:nvSpPr>
          <p:cNvPr id="158" name="Google Shape;158;p16"/>
          <p:cNvSpPr txBox="1">
            <a:spLocks noGrp="1"/>
          </p:cNvSpPr>
          <p:nvPr>
            <p:ph type="subTitle" idx="3"/>
          </p:nvPr>
        </p:nvSpPr>
        <p:spPr>
          <a:xfrm>
            <a:off x="6177175" y="1163575"/>
            <a:ext cx="2497200" cy="436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3317138" y="1152475"/>
            <a:ext cx="2497200" cy="2311200"/>
          </a:xfrm>
          <a:prstGeom prst="roundRect">
            <a:avLst>
              <a:gd name="adj" fmla="val 11544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160" name="Google Shape;160;p16"/>
          <p:cNvSpPr/>
          <p:nvPr/>
        </p:nvSpPr>
        <p:spPr>
          <a:xfrm>
            <a:off x="3317138" y="1592005"/>
            <a:ext cx="2497200" cy="2883900"/>
          </a:xfrm>
          <a:prstGeom prst="roundRect">
            <a:avLst>
              <a:gd name="adj" fmla="val 8167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/>
          </a:p>
        </p:txBody>
      </p:sp>
      <p:sp>
        <p:nvSpPr>
          <p:cNvPr id="161" name="Google Shape;161;p16"/>
          <p:cNvSpPr txBox="1">
            <a:spLocks noGrp="1"/>
          </p:cNvSpPr>
          <p:nvPr>
            <p:ph type="subTitle" idx="4"/>
          </p:nvPr>
        </p:nvSpPr>
        <p:spPr>
          <a:xfrm>
            <a:off x="3304713" y="1163575"/>
            <a:ext cx="2497200" cy="436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62" name="Google Shape;162;p16"/>
          <p:cNvSpPr txBox="1">
            <a:spLocks noGrp="1"/>
          </p:cNvSpPr>
          <p:nvPr>
            <p:ph type="body" idx="5"/>
          </p:nvPr>
        </p:nvSpPr>
        <p:spPr>
          <a:xfrm>
            <a:off x="578100" y="1741675"/>
            <a:ext cx="2282700" cy="258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6"/>
          </p:nvPr>
        </p:nvSpPr>
        <p:spPr>
          <a:xfrm>
            <a:off x="3430600" y="1741675"/>
            <a:ext cx="2282700" cy="258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body" idx="7"/>
          </p:nvPr>
        </p:nvSpPr>
        <p:spPr>
          <a:xfrm>
            <a:off x="6296850" y="1741675"/>
            <a:ext cx="2282700" cy="258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95299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 - White">
  <p:cSld name="3 Column - White">
    <p:bg>
      <p:bgPr>
        <a:solidFill>
          <a:schemeClr val="dk2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17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68" name="Google Shape;168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457101" y="1152475"/>
            <a:ext cx="2497200" cy="2311200"/>
          </a:xfrm>
          <a:prstGeom prst="roundRect">
            <a:avLst>
              <a:gd name="adj" fmla="val 11313"/>
            </a:avLst>
          </a:prstGeom>
          <a:solidFill>
            <a:srgbClr val="1F2A44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171" name="Google Shape;171;p17"/>
          <p:cNvSpPr/>
          <p:nvPr/>
        </p:nvSpPr>
        <p:spPr>
          <a:xfrm>
            <a:off x="457101" y="1592005"/>
            <a:ext cx="2497200" cy="2883900"/>
          </a:xfrm>
          <a:prstGeom prst="roundRect">
            <a:avLst>
              <a:gd name="adj" fmla="val 8673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/>
          </a:p>
        </p:txBody>
      </p:sp>
      <p:sp>
        <p:nvSpPr>
          <p:cNvPr id="172" name="Google Shape;172;p17"/>
          <p:cNvSpPr txBox="1">
            <a:spLocks noGrp="1"/>
          </p:cNvSpPr>
          <p:nvPr>
            <p:ph type="subTitle" idx="2"/>
          </p:nvPr>
        </p:nvSpPr>
        <p:spPr>
          <a:xfrm>
            <a:off x="444675" y="1163575"/>
            <a:ext cx="2497200" cy="436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6189601" y="1152475"/>
            <a:ext cx="2497200" cy="231120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174" name="Google Shape;174;p17"/>
          <p:cNvSpPr/>
          <p:nvPr/>
        </p:nvSpPr>
        <p:spPr>
          <a:xfrm>
            <a:off x="6189601" y="1592005"/>
            <a:ext cx="2497200" cy="2883900"/>
          </a:xfrm>
          <a:prstGeom prst="roundRect">
            <a:avLst>
              <a:gd name="adj" fmla="val 788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/>
          </a:p>
        </p:txBody>
      </p:sp>
      <p:sp>
        <p:nvSpPr>
          <p:cNvPr id="175" name="Google Shape;175;p17"/>
          <p:cNvSpPr txBox="1">
            <a:spLocks noGrp="1"/>
          </p:cNvSpPr>
          <p:nvPr>
            <p:ph type="subTitle" idx="3"/>
          </p:nvPr>
        </p:nvSpPr>
        <p:spPr>
          <a:xfrm>
            <a:off x="6177175" y="1163575"/>
            <a:ext cx="2497200" cy="436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3317138" y="1152475"/>
            <a:ext cx="2497200" cy="2311200"/>
          </a:xfrm>
          <a:prstGeom prst="roundRect">
            <a:avLst>
              <a:gd name="adj" fmla="val 11544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177" name="Google Shape;177;p17"/>
          <p:cNvSpPr/>
          <p:nvPr/>
        </p:nvSpPr>
        <p:spPr>
          <a:xfrm>
            <a:off x="3317138" y="1592005"/>
            <a:ext cx="2497200" cy="2883900"/>
          </a:xfrm>
          <a:prstGeom prst="roundRect">
            <a:avLst>
              <a:gd name="adj" fmla="val 81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/>
          </a:p>
        </p:txBody>
      </p:sp>
      <p:sp>
        <p:nvSpPr>
          <p:cNvPr id="178" name="Google Shape;178;p17"/>
          <p:cNvSpPr txBox="1">
            <a:spLocks noGrp="1"/>
          </p:cNvSpPr>
          <p:nvPr>
            <p:ph type="subTitle" idx="4"/>
          </p:nvPr>
        </p:nvSpPr>
        <p:spPr>
          <a:xfrm>
            <a:off x="3304713" y="1163575"/>
            <a:ext cx="2497200" cy="436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79" name="Google Shape;179;p17"/>
          <p:cNvSpPr txBox="1">
            <a:spLocks noGrp="1"/>
          </p:cNvSpPr>
          <p:nvPr>
            <p:ph type="body" idx="5"/>
          </p:nvPr>
        </p:nvSpPr>
        <p:spPr>
          <a:xfrm>
            <a:off x="578100" y="1741675"/>
            <a:ext cx="2282700" cy="258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0" name="Google Shape;180;p17"/>
          <p:cNvSpPr txBox="1">
            <a:spLocks noGrp="1"/>
          </p:cNvSpPr>
          <p:nvPr>
            <p:ph type="body" idx="6"/>
          </p:nvPr>
        </p:nvSpPr>
        <p:spPr>
          <a:xfrm>
            <a:off x="3430600" y="1741675"/>
            <a:ext cx="2282700" cy="258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1" name="Google Shape;181;p17"/>
          <p:cNvSpPr txBox="1">
            <a:spLocks noGrp="1"/>
          </p:cNvSpPr>
          <p:nvPr>
            <p:ph type="body" idx="7"/>
          </p:nvPr>
        </p:nvSpPr>
        <p:spPr>
          <a:xfrm>
            <a:off x="6296850" y="1741675"/>
            <a:ext cx="2282700" cy="258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142136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Column - Black">
  <p:cSld name="4 Column - Black">
    <p:bg>
      <p:bgPr>
        <a:solidFill>
          <a:schemeClr val="dk1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18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85" name="Google Shape;185;p18"/>
          <p:cNvSpPr/>
          <p:nvPr/>
        </p:nvSpPr>
        <p:spPr>
          <a:xfrm>
            <a:off x="2546379" y="933450"/>
            <a:ext cx="1973700" cy="967200"/>
          </a:xfrm>
          <a:prstGeom prst="roundRect">
            <a:avLst>
              <a:gd name="adj" fmla="val 22637"/>
            </a:avLst>
          </a:prstGeom>
          <a:solidFill>
            <a:srgbClr val="0072CE"/>
          </a:solidFill>
          <a:ln>
            <a:noFill/>
          </a:ln>
        </p:spPr>
        <p:txBody>
          <a:bodyPr spcFirstLastPara="1" wrap="square" lIns="91425" tIns="4570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4623896" y="933450"/>
            <a:ext cx="1973700" cy="967200"/>
          </a:xfrm>
          <a:prstGeom prst="roundRect">
            <a:avLst>
              <a:gd name="adj" fmla="val 22637"/>
            </a:avLst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6701425" y="933450"/>
            <a:ext cx="1973700" cy="967200"/>
          </a:xfrm>
          <a:prstGeom prst="roundRect">
            <a:avLst>
              <a:gd name="adj" fmla="val 2263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457100" y="933450"/>
            <a:ext cx="1973700" cy="967200"/>
          </a:xfrm>
          <a:prstGeom prst="roundRect">
            <a:avLst>
              <a:gd name="adj" fmla="val 22637"/>
            </a:avLst>
          </a:prstGeom>
          <a:solidFill>
            <a:srgbClr val="1F2A44"/>
          </a:solidFill>
          <a:ln>
            <a:noFill/>
          </a:ln>
        </p:spPr>
        <p:txBody>
          <a:bodyPr spcFirstLastPara="1" wrap="square" lIns="91425" tIns="4570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6701425" y="1390650"/>
            <a:ext cx="1973700" cy="3310500"/>
          </a:xfrm>
          <a:prstGeom prst="roundRect">
            <a:avLst>
              <a:gd name="adj" fmla="val 11338"/>
            </a:avLst>
          </a:prstGeom>
          <a:solidFill>
            <a:srgbClr val="888B8D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/>
          </a:p>
        </p:txBody>
      </p:sp>
      <p:sp>
        <p:nvSpPr>
          <p:cNvPr id="190" name="Google Shape;190;p18"/>
          <p:cNvSpPr/>
          <p:nvPr/>
        </p:nvSpPr>
        <p:spPr>
          <a:xfrm>
            <a:off x="2546375" y="1390650"/>
            <a:ext cx="1973700" cy="3310500"/>
          </a:xfrm>
          <a:prstGeom prst="roundRect">
            <a:avLst>
              <a:gd name="adj" fmla="val 11338"/>
            </a:avLst>
          </a:prstGeom>
          <a:solidFill>
            <a:srgbClr val="888B8D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/>
          </a:p>
        </p:txBody>
      </p:sp>
      <p:sp>
        <p:nvSpPr>
          <p:cNvPr id="191" name="Google Shape;191;p18"/>
          <p:cNvSpPr/>
          <p:nvPr/>
        </p:nvSpPr>
        <p:spPr>
          <a:xfrm>
            <a:off x="457100" y="1390650"/>
            <a:ext cx="1973700" cy="3310500"/>
          </a:xfrm>
          <a:prstGeom prst="roundRect">
            <a:avLst>
              <a:gd name="adj" fmla="val 11338"/>
            </a:avLst>
          </a:prstGeom>
          <a:solidFill>
            <a:srgbClr val="888B8D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/>
          </a:p>
        </p:txBody>
      </p:sp>
      <p:sp>
        <p:nvSpPr>
          <p:cNvPr id="192" name="Google Shape;192;p18"/>
          <p:cNvSpPr/>
          <p:nvPr/>
        </p:nvSpPr>
        <p:spPr>
          <a:xfrm>
            <a:off x="4623900" y="1390650"/>
            <a:ext cx="1973700" cy="3310500"/>
          </a:xfrm>
          <a:prstGeom prst="roundRect">
            <a:avLst>
              <a:gd name="adj" fmla="val 11338"/>
            </a:avLst>
          </a:prstGeom>
          <a:solidFill>
            <a:srgbClr val="888B8D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/>
          </a:p>
        </p:txBody>
      </p:sp>
      <p:sp>
        <p:nvSpPr>
          <p:cNvPr id="193" name="Google Shape;193;p18"/>
          <p:cNvSpPr/>
          <p:nvPr/>
        </p:nvSpPr>
        <p:spPr>
          <a:xfrm>
            <a:off x="652675" y="1666886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2742012" y="1666886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4819526" y="1666886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6897063" y="1666886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652675" y="2254810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2742012" y="2254811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4819526" y="2254811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6897063" y="2254811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652675" y="2842735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2742012" y="2842736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4819526" y="2842736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6897063" y="2842736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2742012" y="3430661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4819526" y="3430661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6897063" y="3430661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2742012" y="4018586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4819526" y="4018586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6897063" y="4018586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652675" y="3430660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652675" y="4018584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13" name="Google Shape;213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8"/>
          <p:cNvSpPr txBox="1">
            <a:spLocks noGrp="1"/>
          </p:cNvSpPr>
          <p:nvPr>
            <p:ph type="subTitle" idx="1"/>
          </p:nvPr>
        </p:nvSpPr>
        <p:spPr>
          <a:xfrm>
            <a:off x="457100" y="969975"/>
            <a:ext cx="1973700" cy="373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Medium"/>
              <a:buNone/>
              <a:defRPr sz="18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15" name="Google Shape;215;p18"/>
          <p:cNvSpPr txBox="1">
            <a:spLocks noGrp="1"/>
          </p:cNvSpPr>
          <p:nvPr>
            <p:ph type="subTitle" idx="2"/>
          </p:nvPr>
        </p:nvSpPr>
        <p:spPr>
          <a:xfrm>
            <a:off x="2540500" y="969975"/>
            <a:ext cx="1973700" cy="373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Medium"/>
              <a:buNone/>
              <a:defRPr sz="18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16" name="Google Shape;216;p18"/>
          <p:cNvSpPr txBox="1">
            <a:spLocks noGrp="1"/>
          </p:cNvSpPr>
          <p:nvPr>
            <p:ph type="subTitle" idx="3"/>
          </p:nvPr>
        </p:nvSpPr>
        <p:spPr>
          <a:xfrm>
            <a:off x="4623900" y="969975"/>
            <a:ext cx="1973700" cy="373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Medium"/>
              <a:buNone/>
              <a:defRPr sz="18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17" name="Google Shape;217;p18"/>
          <p:cNvSpPr txBox="1">
            <a:spLocks noGrp="1"/>
          </p:cNvSpPr>
          <p:nvPr>
            <p:ph type="subTitle" idx="4"/>
          </p:nvPr>
        </p:nvSpPr>
        <p:spPr>
          <a:xfrm>
            <a:off x="6701425" y="969975"/>
            <a:ext cx="1973700" cy="373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Medium"/>
              <a:buNone/>
              <a:defRPr sz="18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18" name="Google Shape;218;p18"/>
          <p:cNvSpPr txBox="1">
            <a:spLocks noGrp="1"/>
          </p:cNvSpPr>
          <p:nvPr>
            <p:ph type="subTitle" idx="5"/>
          </p:nvPr>
        </p:nvSpPr>
        <p:spPr>
          <a:xfrm>
            <a:off x="652675" y="1666875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19" name="Google Shape;219;p18"/>
          <p:cNvSpPr txBox="1">
            <a:spLocks noGrp="1"/>
          </p:cNvSpPr>
          <p:nvPr>
            <p:ph type="subTitle" idx="6"/>
          </p:nvPr>
        </p:nvSpPr>
        <p:spPr>
          <a:xfrm>
            <a:off x="652675" y="2254800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0" name="Google Shape;220;p18"/>
          <p:cNvSpPr txBox="1">
            <a:spLocks noGrp="1"/>
          </p:cNvSpPr>
          <p:nvPr>
            <p:ph type="subTitle" idx="7"/>
          </p:nvPr>
        </p:nvSpPr>
        <p:spPr>
          <a:xfrm>
            <a:off x="652675" y="2842725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1" name="Google Shape;221;p18"/>
          <p:cNvSpPr txBox="1">
            <a:spLocks noGrp="1"/>
          </p:cNvSpPr>
          <p:nvPr>
            <p:ph type="subTitle" idx="8"/>
          </p:nvPr>
        </p:nvSpPr>
        <p:spPr>
          <a:xfrm>
            <a:off x="652675" y="3430650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2" name="Google Shape;222;p18"/>
          <p:cNvSpPr txBox="1">
            <a:spLocks noGrp="1"/>
          </p:cNvSpPr>
          <p:nvPr>
            <p:ph type="subTitle" idx="9"/>
          </p:nvPr>
        </p:nvSpPr>
        <p:spPr>
          <a:xfrm>
            <a:off x="652675" y="4018575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3" name="Google Shape;223;p18"/>
          <p:cNvSpPr txBox="1">
            <a:spLocks noGrp="1"/>
          </p:cNvSpPr>
          <p:nvPr>
            <p:ph type="subTitle" idx="13"/>
          </p:nvPr>
        </p:nvSpPr>
        <p:spPr>
          <a:xfrm>
            <a:off x="2736100" y="1666875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4" name="Google Shape;224;p18"/>
          <p:cNvSpPr txBox="1">
            <a:spLocks noGrp="1"/>
          </p:cNvSpPr>
          <p:nvPr>
            <p:ph type="subTitle" idx="14"/>
          </p:nvPr>
        </p:nvSpPr>
        <p:spPr>
          <a:xfrm>
            <a:off x="2736100" y="2254800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5" name="Google Shape;225;p18"/>
          <p:cNvSpPr txBox="1">
            <a:spLocks noGrp="1"/>
          </p:cNvSpPr>
          <p:nvPr>
            <p:ph type="subTitle" idx="15"/>
          </p:nvPr>
        </p:nvSpPr>
        <p:spPr>
          <a:xfrm>
            <a:off x="2736100" y="2842725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6" name="Google Shape;226;p18"/>
          <p:cNvSpPr txBox="1">
            <a:spLocks noGrp="1"/>
          </p:cNvSpPr>
          <p:nvPr>
            <p:ph type="subTitle" idx="16"/>
          </p:nvPr>
        </p:nvSpPr>
        <p:spPr>
          <a:xfrm>
            <a:off x="2736100" y="3430650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7" name="Google Shape;227;p18"/>
          <p:cNvSpPr txBox="1">
            <a:spLocks noGrp="1"/>
          </p:cNvSpPr>
          <p:nvPr>
            <p:ph type="subTitle" idx="17"/>
          </p:nvPr>
        </p:nvSpPr>
        <p:spPr>
          <a:xfrm>
            <a:off x="2736100" y="4018575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8" name="Google Shape;228;p18"/>
          <p:cNvSpPr txBox="1">
            <a:spLocks noGrp="1"/>
          </p:cNvSpPr>
          <p:nvPr>
            <p:ph type="subTitle" idx="18"/>
          </p:nvPr>
        </p:nvSpPr>
        <p:spPr>
          <a:xfrm>
            <a:off x="4819500" y="1666875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9" name="Google Shape;229;p18"/>
          <p:cNvSpPr txBox="1">
            <a:spLocks noGrp="1"/>
          </p:cNvSpPr>
          <p:nvPr>
            <p:ph type="subTitle" idx="19"/>
          </p:nvPr>
        </p:nvSpPr>
        <p:spPr>
          <a:xfrm>
            <a:off x="4819500" y="2254800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30" name="Google Shape;230;p18"/>
          <p:cNvSpPr txBox="1">
            <a:spLocks noGrp="1"/>
          </p:cNvSpPr>
          <p:nvPr>
            <p:ph type="subTitle" idx="20"/>
          </p:nvPr>
        </p:nvSpPr>
        <p:spPr>
          <a:xfrm>
            <a:off x="4819500" y="2842725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31" name="Google Shape;231;p18"/>
          <p:cNvSpPr txBox="1">
            <a:spLocks noGrp="1"/>
          </p:cNvSpPr>
          <p:nvPr>
            <p:ph type="subTitle" idx="21"/>
          </p:nvPr>
        </p:nvSpPr>
        <p:spPr>
          <a:xfrm>
            <a:off x="4819500" y="3430650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32" name="Google Shape;232;p18"/>
          <p:cNvSpPr txBox="1">
            <a:spLocks noGrp="1"/>
          </p:cNvSpPr>
          <p:nvPr>
            <p:ph type="subTitle" idx="22"/>
          </p:nvPr>
        </p:nvSpPr>
        <p:spPr>
          <a:xfrm>
            <a:off x="4819500" y="4018575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33" name="Google Shape;233;p18"/>
          <p:cNvSpPr txBox="1">
            <a:spLocks noGrp="1"/>
          </p:cNvSpPr>
          <p:nvPr>
            <p:ph type="subTitle" idx="23"/>
          </p:nvPr>
        </p:nvSpPr>
        <p:spPr>
          <a:xfrm>
            <a:off x="6897000" y="1666875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34" name="Google Shape;234;p18"/>
          <p:cNvSpPr txBox="1">
            <a:spLocks noGrp="1"/>
          </p:cNvSpPr>
          <p:nvPr>
            <p:ph type="subTitle" idx="24"/>
          </p:nvPr>
        </p:nvSpPr>
        <p:spPr>
          <a:xfrm>
            <a:off x="6897000" y="2254800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35" name="Google Shape;235;p18"/>
          <p:cNvSpPr txBox="1">
            <a:spLocks noGrp="1"/>
          </p:cNvSpPr>
          <p:nvPr>
            <p:ph type="subTitle" idx="25"/>
          </p:nvPr>
        </p:nvSpPr>
        <p:spPr>
          <a:xfrm>
            <a:off x="6897000" y="2842725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36" name="Google Shape;236;p18"/>
          <p:cNvSpPr txBox="1">
            <a:spLocks noGrp="1"/>
          </p:cNvSpPr>
          <p:nvPr>
            <p:ph type="subTitle" idx="26"/>
          </p:nvPr>
        </p:nvSpPr>
        <p:spPr>
          <a:xfrm>
            <a:off x="6897000" y="3430650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37" name="Google Shape;237;p18"/>
          <p:cNvSpPr txBox="1">
            <a:spLocks noGrp="1"/>
          </p:cNvSpPr>
          <p:nvPr>
            <p:ph type="subTitle" idx="27"/>
          </p:nvPr>
        </p:nvSpPr>
        <p:spPr>
          <a:xfrm>
            <a:off x="6897000" y="4018575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093831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Black">
  <p:cSld name="Title only - Black">
    <p:bg>
      <p:bgPr>
        <a:solidFill>
          <a:schemeClr val="dk1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0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20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46" name="Google Shape;24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0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662543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Spacecraft">
  <p:cSld name="Blank - Spacecraft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50" name="Google Shape;250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1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391113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bg>
      <p:bgPr>
        <a:solidFill>
          <a:schemeClr val="dk2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4"/>
          <p:cNvSpPr/>
          <p:nvPr/>
        </p:nvSpPr>
        <p:spPr>
          <a:xfrm>
            <a:off x="3048000" y="116775"/>
            <a:ext cx="5486400" cy="5064600"/>
          </a:xfrm>
          <a:prstGeom prst="round2SameRect">
            <a:avLst>
              <a:gd name="adj1" fmla="val 5745"/>
              <a:gd name="adj2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62" name="Google Shape;262;p24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63" name="Google Shape;263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4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265" name="Google Shape;265;p24"/>
          <p:cNvSpPr/>
          <p:nvPr/>
        </p:nvSpPr>
        <p:spPr>
          <a:xfrm>
            <a:off x="296725" y="116775"/>
            <a:ext cx="2515200" cy="1483500"/>
          </a:xfrm>
          <a:prstGeom prst="roundRect">
            <a:avLst>
              <a:gd name="adj" fmla="val 1574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66" name="Google Shape;266;p24"/>
          <p:cNvSpPr txBox="1"/>
          <p:nvPr/>
        </p:nvSpPr>
        <p:spPr>
          <a:xfrm>
            <a:off x="305725" y="116775"/>
            <a:ext cx="2497200" cy="14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400" b="1">
              <a:solidFill>
                <a:schemeClr val="lt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67" name="Google Shape;267;p24"/>
          <p:cNvSpPr txBox="1">
            <a:spLocks noGrp="1"/>
          </p:cNvSpPr>
          <p:nvPr>
            <p:ph type="body" idx="2"/>
          </p:nvPr>
        </p:nvSpPr>
        <p:spPr>
          <a:xfrm>
            <a:off x="3284075" y="419100"/>
            <a:ext cx="5016000" cy="42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268" name="Google Shape;268;p24"/>
          <p:cNvGrpSpPr/>
          <p:nvPr/>
        </p:nvGrpSpPr>
        <p:grpSpPr>
          <a:xfrm>
            <a:off x="304811" y="2694789"/>
            <a:ext cx="1029335" cy="1025218"/>
            <a:chOff x="3000325" y="3156400"/>
            <a:chExt cx="881054" cy="877530"/>
          </a:xfrm>
        </p:grpSpPr>
        <p:sp>
          <p:nvSpPr>
            <p:cNvPr id="269" name="Google Shape;269;p24"/>
            <p:cNvSpPr/>
            <p:nvPr/>
          </p:nvSpPr>
          <p:spPr>
            <a:xfrm>
              <a:off x="3791679" y="3550315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0" name="Google Shape;270;p24"/>
            <p:cNvSpPr/>
            <p:nvPr/>
          </p:nvSpPr>
          <p:spPr>
            <a:xfrm>
              <a:off x="3791679" y="3353358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1" name="Google Shape;271;p24"/>
            <p:cNvSpPr/>
            <p:nvPr/>
          </p:nvSpPr>
          <p:spPr>
            <a:xfrm>
              <a:off x="3791679" y="315640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2" name="Google Shape;272;p24"/>
            <p:cNvSpPr/>
            <p:nvPr/>
          </p:nvSpPr>
          <p:spPr>
            <a:xfrm>
              <a:off x="3791679" y="3747273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3" name="Google Shape;273;p24"/>
            <p:cNvSpPr/>
            <p:nvPr/>
          </p:nvSpPr>
          <p:spPr>
            <a:xfrm>
              <a:off x="3791679" y="394423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4" name="Google Shape;274;p24"/>
            <p:cNvSpPr/>
            <p:nvPr/>
          </p:nvSpPr>
          <p:spPr>
            <a:xfrm>
              <a:off x="3000325" y="3550315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5" name="Google Shape;275;p24"/>
            <p:cNvSpPr/>
            <p:nvPr/>
          </p:nvSpPr>
          <p:spPr>
            <a:xfrm>
              <a:off x="3000325" y="3353358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6" name="Google Shape;276;p24"/>
            <p:cNvSpPr/>
            <p:nvPr/>
          </p:nvSpPr>
          <p:spPr>
            <a:xfrm>
              <a:off x="3000325" y="315640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7" name="Google Shape;277;p24"/>
            <p:cNvSpPr/>
            <p:nvPr/>
          </p:nvSpPr>
          <p:spPr>
            <a:xfrm>
              <a:off x="3000325" y="3747273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8" name="Google Shape;278;p24"/>
            <p:cNvSpPr/>
            <p:nvPr/>
          </p:nvSpPr>
          <p:spPr>
            <a:xfrm>
              <a:off x="3000325" y="394423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9" name="Google Shape;279;p24"/>
            <p:cNvSpPr/>
            <p:nvPr/>
          </p:nvSpPr>
          <p:spPr>
            <a:xfrm>
              <a:off x="3198163" y="3550315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0" name="Google Shape;280;p24"/>
            <p:cNvSpPr/>
            <p:nvPr/>
          </p:nvSpPr>
          <p:spPr>
            <a:xfrm>
              <a:off x="3198163" y="3353358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1" name="Google Shape;281;p24"/>
            <p:cNvSpPr/>
            <p:nvPr/>
          </p:nvSpPr>
          <p:spPr>
            <a:xfrm>
              <a:off x="3198163" y="315640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2" name="Google Shape;282;p24"/>
            <p:cNvSpPr/>
            <p:nvPr/>
          </p:nvSpPr>
          <p:spPr>
            <a:xfrm>
              <a:off x="3198163" y="3747273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3" name="Google Shape;283;p24"/>
            <p:cNvSpPr/>
            <p:nvPr/>
          </p:nvSpPr>
          <p:spPr>
            <a:xfrm>
              <a:off x="3198163" y="394423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4" name="Google Shape;284;p24"/>
            <p:cNvSpPr/>
            <p:nvPr/>
          </p:nvSpPr>
          <p:spPr>
            <a:xfrm>
              <a:off x="3396002" y="3550315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5" name="Google Shape;285;p24"/>
            <p:cNvSpPr/>
            <p:nvPr/>
          </p:nvSpPr>
          <p:spPr>
            <a:xfrm>
              <a:off x="3396002" y="3353358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6" name="Google Shape;286;p24"/>
            <p:cNvSpPr/>
            <p:nvPr/>
          </p:nvSpPr>
          <p:spPr>
            <a:xfrm>
              <a:off x="3396002" y="315640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7" name="Google Shape;287;p24"/>
            <p:cNvSpPr/>
            <p:nvPr/>
          </p:nvSpPr>
          <p:spPr>
            <a:xfrm>
              <a:off x="3396002" y="3747273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8" name="Google Shape;288;p24"/>
            <p:cNvSpPr/>
            <p:nvPr/>
          </p:nvSpPr>
          <p:spPr>
            <a:xfrm>
              <a:off x="3396002" y="394423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9" name="Google Shape;289;p24"/>
            <p:cNvSpPr/>
            <p:nvPr/>
          </p:nvSpPr>
          <p:spPr>
            <a:xfrm>
              <a:off x="3593840" y="3550315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0" name="Google Shape;290;p24"/>
            <p:cNvSpPr/>
            <p:nvPr/>
          </p:nvSpPr>
          <p:spPr>
            <a:xfrm>
              <a:off x="3593840" y="3353358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1" name="Google Shape;291;p24"/>
            <p:cNvSpPr/>
            <p:nvPr/>
          </p:nvSpPr>
          <p:spPr>
            <a:xfrm>
              <a:off x="3593840" y="315640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2" name="Google Shape;292;p24"/>
            <p:cNvSpPr/>
            <p:nvPr/>
          </p:nvSpPr>
          <p:spPr>
            <a:xfrm>
              <a:off x="3593840" y="3747273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3" name="Google Shape;293;p24"/>
            <p:cNvSpPr/>
            <p:nvPr/>
          </p:nvSpPr>
          <p:spPr>
            <a:xfrm>
              <a:off x="3593840" y="394423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94" name="Google Shape;294;p24"/>
          <p:cNvSpPr txBox="1">
            <a:spLocks noGrp="1"/>
          </p:cNvSpPr>
          <p:nvPr>
            <p:ph type="title"/>
          </p:nvPr>
        </p:nvSpPr>
        <p:spPr>
          <a:xfrm>
            <a:off x="304798" y="373398"/>
            <a:ext cx="2497200" cy="903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86437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67">
          <p15:clr>
            <a:srgbClr val="FA7B17"/>
          </p15:clr>
        </p15:guide>
        <p15:guide id="2" pos="2016">
          <p15:clr>
            <a:srgbClr val="FA7B17"/>
          </p15:clr>
        </p15:guide>
        <p15:guide id="3" pos="2165">
          <p15:clr>
            <a:srgbClr val="FA7B17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C - 3 Items">
  <p:cSld name="TOC - 3 Items">
    <p:bg>
      <p:bgPr>
        <a:solidFill>
          <a:schemeClr val="dk1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5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97" name="Google Shape;297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5"/>
          <p:cNvSpPr/>
          <p:nvPr/>
        </p:nvSpPr>
        <p:spPr>
          <a:xfrm>
            <a:off x="0" y="-9000"/>
            <a:ext cx="3200400" cy="515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99" name="Google Shape;299;p25"/>
          <p:cNvSpPr txBox="1">
            <a:spLocks noGrp="1"/>
          </p:cNvSpPr>
          <p:nvPr>
            <p:ph type="title"/>
          </p:nvPr>
        </p:nvSpPr>
        <p:spPr>
          <a:xfrm>
            <a:off x="457200" y="1753225"/>
            <a:ext cx="2273400" cy="1619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25"/>
          <p:cNvSpPr/>
          <p:nvPr/>
        </p:nvSpPr>
        <p:spPr>
          <a:xfrm>
            <a:off x="2895502" y="2274926"/>
            <a:ext cx="627000" cy="627000"/>
          </a:xfrm>
          <a:prstGeom prst="roundRect">
            <a:avLst>
              <a:gd name="adj" fmla="val 2263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01" name="Google Shape;301;p25"/>
          <p:cNvSpPr/>
          <p:nvPr/>
        </p:nvSpPr>
        <p:spPr>
          <a:xfrm rot="-2700000">
            <a:off x="2974401" y="3731778"/>
            <a:ext cx="452690" cy="449720"/>
          </a:xfrm>
          <a:prstGeom prst="roundRect">
            <a:avLst>
              <a:gd name="adj" fmla="val 5808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02" name="Google Shape;302;p25"/>
          <p:cNvSpPr/>
          <p:nvPr/>
        </p:nvSpPr>
        <p:spPr>
          <a:xfrm>
            <a:off x="2895501" y="867801"/>
            <a:ext cx="627000" cy="627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03" name="Google Shape;303;p25"/>
          <p:cNvSpPr txBox="1">
            <a:spLocks noGrp="1"/>
          </p:cNvSpPr>
          <p:nvPr>
            <p:ph type="subTitle" idx="1"/>
          </p:nvPr>
        </p:nvSpPr>
        <p:spPr>
          <a:xfrm>
            <a:off x="3742200" y="3782488"/>
            <a:ext cx="4944600" cy="348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BM Plex Sans Medium"/>
              <a:buNone/>
              <a:defRPr sz="20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04" name="Google Shape;304;p25"/>
          <p:cNvSpPr txBox="1">
            <a:spLocks noGrp="1"/>
          </p:cNvSpPr>
          <p:nvPr>
            <p:ph type="subTitle" idx="2"/>
          </p:nvPr>
        </p:nvSpPr>
        <p:spPr>
          <a:xfrm>
            <a:off x="3742200" y="2414263"/>
            <a:ext cx="4944600" cy="348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BM Plex Sans Medium"/>
              <a:buNone/>
              <a:defRPr sz="20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05" name="Google Shape;305;p25"/>
          <p:cNvSpPr txBox="1">
            <a:spLocks noGrp="1"/>
          </p:cNvSpPr>
          <p:nvPr>
            <p:ph type="subTitle" idx="3"/>
          </p:nvPr>
        </p:nvSpPr>
        <p:spPr>
          <a:xfrm>
            <a:off x="3742200" y="1007138"/>
            <a:ext cx="4944600" cy="348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BM Plex Sans Medium"/>
              <a:buNone/>
              <a:defRPr sz="20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87445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72">
          <p15:clr>
            <a:srgbClr val="FA7B17"/>
          </p15:clr>
        </p15:guide>
        <p15:guide id="2" pos="2016">
          <p15:clr>
            <a:srgbClr val="FA7B17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C - 4 Items">
  <p:cSld name="TOC - 4 Items">
    <p:bg>
      <p:bgPr>
        <a:solidFill>
          <a:schemeClr val="dk1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6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08" name="Google Shape;30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6"/>
          <p:cNvSpPr/>
          <p:nvPr/>
        </p:nvSpPr>
        <p:spPr>
          <a:xfrm>
            <a:off x="8975" y="-8975"/>
            <a:ext cx="3191400" cy="5152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10" name="Google Shape;310;p26"/>
          <p:cNvSpPr txBox="1">
            <a:spLocks noGrp="1"/>
          </p:cNvSpPr>
          <p:nvPr>
            <p:ph type="title"/>
          </p:nvPr>
        </p:nvSpPr>
        <p:spPr>
          <a:xfrm>
            <a:off x="457200" y="1753225"/>
            <a:ext cx="2273400" cy="1619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26"/>
          <p:cNvSpPr/>
          <p:nvPr/>
        </p:nvSpPr>
        <p:spPr>
          <a:xfrm>
            <a:off x="2895502" y="1745988"/>
            <a:ext cx="627000" cy="627000"/>
          </a:xfrm>
          <a:prstGeom prst="roundRect">
            <a:avLst>
              <a:gd name="adj" fmla="val 2263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2" name="Google Shape;312;p26"/>
          <p:cNvSpPr/>
          <p:nvPr/>
        </p:nvSpPr>
        <p:spPr>
          <a:xfrm>
            <a:off x="2895501" y="3872838"/>
            <a:ext cx="627000" cy="6270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3" name="Google Shape;313;p26"/>
          <p:cNvSpPr/>
          <p:nvPr/>
        </p:nvSpPr>
        <p:spPr>
          <a:xfrm rot="-2700000">
            <a:off x="2974401" y="2898040"/>
            <a:ext cx="452690" cy="449720"/>
          </a:xfrm>
          <a:prstGeom prst="roundRect">
            <a:avLst>
              <a:gd name="adj" fmla="val 5808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4" name="Google Shape;314;p26"/>
          <p:cNvSpPr/>
          <p:nvPr/>
        </p:nvSpPr>
        <p:spPr>
          <a:xfrm>
            <a:off x="2895501" y="643663"/>
            <a:ext cx="627000" cy="627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5" name="Google Shape;315;p26"/>
          <p:cNvSpPr txBox="1">
            <a:spLocks noGrp="1"/>
          </p:cNvSpPr>
          <p:nvPr>
            <p:ph type="subTitle" idx="1"/>
          </p:nvPr>
        </p:nvSpPr>
        <p:spPr>
          <a:xfrm>
            <a:off x="3742200" y="783013"/>
            <a:ext cx="4944600" cy="348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BM Plex Sans Medium"/>
              <a:buNone/>
              <a:defRPr sz="20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16" name="Google Shape;316;p26"/>
          <p:cNvSpPr txBox="1">
            <a:spLocks noGrp="1"/>
          </p:cNvSpPr>
          <p:nvPr>
            <p:ph type="subTitle" idx="2"/>
          </p:nvPr>
        </p:nvSpPr>
        <p:spPr>
          <a:xfrm>
            <a:off x="3742200" y="1885338"/>
            <a:ext cx="4944600" cy="348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BM Plex Sans Medium"/>
              <a:buNone/>
              <a:defRPr sz="20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17" name="Google Shape;317;p26"/>
          <p:cNvSpPr txBox="1">
            <a:spLocks noGrp="1"/>
          </p:cNvSpPr>
          <p:nvPr>
            <p:ph type="subTitle" idx="3"/>
          </p:nvPr>
        </p:nvSpPr>
        <p:spPr>
          <a:xfrm>
            <a:off x="3742200" y="2948738"/>
            <a:ext cx="4944600" cy="348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BM Plex Sans Medium"/>
              <a:buNone/>
              <a:defRPr sz="20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18" name="Google Shape;318;p26"/>
          <p:cNvSpPr txBox="1">
            <a:spLocks noGrp="1"/>
          </p:cNvSpPr>
          <p:nvPr>
            <p:ph type="subTitle" idx="4"/>
          </p:nvPr>
        </p:nvSpPr>
        <p:spPr>
          <a:xfrm>
            <a:off x="3742200" y="4012188"/>
            <a:ext cx="4944600" cy="348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BM Plex Sans Medium"/>
              <a:buNone/>
              <a:defRPr sz="20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675289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72">
          <p15:clr>
            <a:srgbClr val="FA7B17"/>
          </p15:clr>
        </p15:guide>
        <p15:guide id="2" pos="2016">
          <p15:clr>
            <a:srgbClr val="FA7B17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Topics">
  <p:cSld name="5 Topics">
    <p:bg>
      <p:bgPr>
        <a:solidFill>
          <a:schemeClr val="dk1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7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27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22" name="Google Shape;322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7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324" name="Google Shape;324;p27"/>
          <p:cNvSpPr>
            <a:spLocks noGrp="1"/>
          </p:cNvSpPr>
          <p:nvPr>
            <p:ph type="pic" idx="2"/>
          </p:nvPr>
        </p:nvSpPr>
        <p:spPr>
          <a:xfrm>
            <a:off x="809350" y="1169100"/>
            <a:ext cx="898200" cy="7461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27"/>
          <p:cNvSpPr>
            <a:spLocks noGrp="1"/>
          </p:cNvSpPr>
          <p:nvPr>
            <p:ph type="pic" idx="3"/>
          </p:nvPr>
        </p:nvSpPr>
        <p:spPr>
          <a:xfrm>
            <a:off x="4122900" y="1169100"/>
            <a:ext cx="898200" cy="746100"/>
          </a:xfrm>
          <a:prstGeom prst="rect">
            <a:avLst/>
          </a:prstGeom>
          <a:noFill/>
          <a:ln>
            <a:noFill/>
          </a:ln>
        </p:spPr>
      </p:sp>
      <p:sp>
        <p:nvSpPr>
          <p:cNvPr id="326" name="Google Shape;326;p27"/>
          <p:cNvSpPr>
            <a:spLocks noGrp="1"/>
          </p:cNvSpPr>
          <p:nvPr>
            <p:ph type="pic" idx="4"/>
          </p:nvPr>
        </p:nvSpPr>
        <p:spPr>
          <a:xfrm>
            <a:off x="7454075" y="1169100"/>
            <a:ext cx="898200" cy="7461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27"/>
          <p:cNvSpPr>
            <a:spLocks noGrp="1"/>
          </p:cNvSpPr>
          <p:nvPr>
            <p:ph type="pic" idx="5"/>
          </p:nvPr>
        </p:nvSpPr>
        <p:spPr>
          <a:xfrm>
            <a:off x="2457313" y="2954138"/>
            <a:ext cx="898200" cy="7461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27"/>
          <p:cNvSpPr>
            <a:spLocks noGrp="1"/>
          </p:cNvSpPr>
          <p:nvPr>
            <p:ph type="pic" idx="6"/>
          </p:nvPr>
        </p:nvSpPr>
        <p:spPr>
          <a:xfrm>
            <a:off x="5788488" y="2954138"/>
            <a:ext cx="898200" cy="7461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29" name="Google Shape;329;p27"/>
          <p:cNvCxnSpPr/>
          <p:nvPr/>
        </p:nvCxnSpPr>
        <p:spPr>
          <a:xfrm rot="10800000">
            <a:off x="4580832" y="2954150"/>
            <a:ext cx="0" cy="1590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30" name="Google Shape;330;p27"/>
          <p:cNvCxnSpPr/>
          <p:nvPr/>
        </p:nvCxnSpPr>
        <p:spPr>
          <a:xfrm rot="10800000">
            <a:off x="2906432" y="1114375"/>
            <a:ext cx="0" cy="1590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31" name="Google Shape;331;p27"/>
          <p:cNvCxnSpPr/>
          <p:nvPr/>
        </p:nvCxnSpPr>
        <p:spPr>
          <a:xfrm rot="10800000">
            <a:off x="6237607" y="1114375"/>
            <a:ext cx="0" cy="1590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32" name="Google Shape;332;p27"/>
          <p:cNvSpPr txBox="1">
            <a:spLocks noGrp="1"/>
          </p:cNvSpPr>
          <p:nvPr>
            <p:ph type="subTitle" idx="7"/>
          </p:nvPr>
        </p:nvSpPr>
        <p:spPr>
          <a:xfrm>
            <a:off x="467075" y="2070950"/>
            <a:ext cx="15747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33" name="Google Shape;333;p27"/>
          <p:cNvSpPr txBox="1">
            <a:spLocks noGrp="1"/>
          </p:cNvSpPr>
          <p:nvPr>
            <p:ph type="body" idx="8"/>
          </p:nvPr>
        </p:nvSpPr>
        <p:spPr>
          <a:xfrm>
            <a:off x="474425" y="2369494"/>
            <a:ext cx="1575300" cy="7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11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1pPr>
            <a:lvl2pPr marL="914400" lvl="1" indent="-3111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2pPr>
            <a:lvl3pPr marL="1371600" lvl="2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334" name="Google Shape;334;p27"/>
          <p:cNvSpPr txBox="1">
            <a:spLocks noGrp="1"/>
          </p:cNvSpPr>
          <p:nvPr>
            <p:ph type="subTitle" idx="9"/>
          </p:nvPr>
        </p:nvSpPr>
        <p:spPr>
          <a:xfrm>
            <a:off x="3789500" y="2070950"/>
            <a:ext cx="15747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600"/>
              </a:buClr>
              <a:buSzPts val="1600"/>
              <a:buFont typeface="IBM Plex Sans Medium"/>
              <a:buNone/>
              <a:defRPr sz="1600">
                <a:solidFill>
                  <a:srgbClr val="FFC6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35" name="Google Shape;335;p27"/>
          <p:cNvSpPr txBox="1">
            <a:spLocks noGrp="1"/>
          </p:cNvSpPr>
          <p:nvPr>
            <p:ph type="body" idx="13"/>
          </p:nvPr>
        </p:nvSpPr>
        <p:spPr>
          <a:xfrm>
            <a:off x="3791936" y="2369494"/>
            <a:ext cx="1575300" cy="7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11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1pPr>
            <a:lvl2pPr marL="914400" lvl="1" indent="-3111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2pPr>
            <a:lvl3pPr marL="1371600" lvl="2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336" name="Google Shape;336;p27"/>
          <p:cNvSpPr txBox="1">
            <a:spLocks noGrp="1"/>
          </p:cNvSpPr>
          <p:nvPr>
            <p:ph type="subTitle" idx="14"/>
          </p:nvPr>
        </p:nvSpPr>
        <p:spPr>
          <a:xfrm>
            <a:off x="7119875" y="2070950"/>
            <a:ext cx="15747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600"/>
              <a:buFont typeface="IBM Plex Sans Medium"/>
              <a:buNone/>
              <a:defRPr sz="1600">
                <a:solidFill>
                  <a:srgbClr val="F9382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37" name="Google Shape;337;p27"/>
          <p:cNvSpPr txBox="1">
            <a:spLocks noGrp="1"/>
          </p:cNvSpPr>
          <p:nvPr>
            <p:ph type="body" idx="15"/>
          </p:nvPr>
        </p:nvSpPr>
        <p:spPr>
          <a:xfrm>
            <a:off x="7119575" y="2369494"/>
            <a:ext cx="1575300" cy="7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11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1pPr>
            <a:lvl2pPr marL="914400" lvl="1" indent="-3111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2pPr>
            <a:lvl3pPr marL="1371600" lvl="2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338" name="Google Shape;338;p27"/>
          <p:cNvSpPr txBox="1">
            <a:spLocks noGrp="1"/>
          </p:cNvSpPr>
          <p:nvPr>
            <p:ph type="subTitle" idx="16"/>
          </p:nvPr>
        </p:nvSpPr>
        <p:spPr>
          <a:xfrm>
            <a:off x="5446275" y="3867473"/>
            <a:ext cx="15747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IBM Plex Sans Medium"/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39" name="Google Shape;339;p27"/>
          <p:cNvSpPr txBox="1">
            <a:spLocks noGrp="1"/>
          </p:cNvSpPr>
          <p:nvPr>
            <p:ph type="body" idx="17"/>
          </p:nvPr>
        </p:nvSpPr>
        <p:spPr>
          <a:xfrm>
            <a:off x="5453625" y="4160430"/>
            <a:ext cx="1575300" cy="7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11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1pPr>
            <a:lvl2pPr marL="914400" lvl="1" indent="-3111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2pPr>
            <a:lvl3pPr marL="1371600" lvl="2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340" name="Google Shape;340;p27"/>
          <p:cNvSpPr txBox="1">
            <a:spLocks noGrp="1"/>
          </p:cNvSpPr>
          <p:nvPr>
            <p:ph type="subTitle" idx="18"/>
          </p:nvPr>
        </p:nvSpPr>
        <p:spPr>
          <a:xfrm>
            <a:off x="2115100" y="3867473"/>
            <a:ext cx="15747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IBM Plex Sans Medium"/>
              <a:buNone/>
              <a:defRPr sz="16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41" name="Google Shape;341;p27"/>
          <p:cNvSpPr txBox="1">
            <a:spLocks noGrp="1"/>
          </p:cNvSpPr>
          <p:nvPr>
            <p:ph type="body" idx="19"/>
          </p:nvPr>
        </p:nvSpPr>
        <p:spPr>
          <a:xfrm>
            <a:off x="2122450" y="4160430"/>
            <a:ext cx="1575300" cy="7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11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1pPr>
            <a:lvl2pPr marL="914400" lvl="1" indent="-3111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2pPr>
            <a:lvl3pPr marL="1371600" lvl="2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966579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 Topics">
  <p:cSld name="6 Topics">
    <p:bg>
      <p:bgPr>
        <a:solidFill>
          <a:schemeClr val="dk1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8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28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45" name="Google Shape;34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8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347" name="Google Shape;347;p28"/>
          <p:cNvSpPr>
            <a:spLocks noGrp="1"/>
          </p:cNvSpPr>
          <p:nvPr>
            <p:ph type="pic" idx="2"/>
          </p:nvPr>
        </p:nvSpPr>
        <p:spPr>
          <a:xfrm>
            <a:off x="4301325" y="1144224"/>
            <a:ext cx="548700" cy="4557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28"/>
          <p:cNvSpPr txBox="1">
            <a:spLocks noGrp="1"/>
          </p:cNvSpPr>
          <p:nvPr>
            <p:ph type="subTitle" idx="3"/>
          </p:nvPr>
        </p:nvSpPr>
        <p:spPr>
          <a:xfrm>
            <a:off x="3780675" y="1749483"/>
            <a:ext cx="15747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49" name="Google Shape;349;p28"/>
          <p:cNvSpPr txBox="1">
            <a:spLocks noGrp="1"/>
          </p:cNvSpPr>
          <p:nvPr>
            <p:ph type="body" idx="4"/>
          </p:nvPr>
        </p:nvSpPr>
        <p:spPr>
          <a:xfrm>
            <a:off x="3788025" y="2048027"/>
            <a:ext cx="1575300" cy="7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350" name="Google Shape;350;p28"/>
          <p:cNvSpPr>
            <a:spLocks noGrp="1"/>
          </p:cNvSpPr>
          <p:nvPr>
            <p:ph type="pic" idx="5"/>
          </p:nvPr>
        </p:nvSpPr>
        <p:spPr>
          <a:xfrm>
            <a:off x="4305000" y="2986399"/>
            <a:ext cx="548700" cy="4557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28"/>
          <p:cNvSpPr txBox="1">
            <a:spLocks noGrp="1"/>
          </p:cNvSpPr>
          <p:nvPr>
            <p:ph type="subTitle" idx="6"/>
          </p:nvPr>
        </p:nvSpPr>
        <p:spPr>
          <a:xfrm>
            <a:off x="3784350" y="3591658"/>
            <a:ext cx="15747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52" name="Google Shape;352;p28"/>
          <p:cNvSpPr txBox="1">
            <a:spLocks noGrp="1"/>
          </p:cNvSpPr>
          <p:nvPr>
            <p:ph type="body" idx="7"/>
          </p:nvPr>
        </p:nvSpPr>
        <p:spPr>
          <a:xfrm>
            <a:off x="3791700" y="3890202"/>
            <a:ext cx="1575300" cy="7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353" name="Google Shape;353;p28"/>
          <p:cNvSpPr>
            <a:spLocks noGrp="1"/>
          </p:cNvSpPr>
          <p:nvPr>
            <p:ph type="pic" idx="8"/>
          </p:nvPr>
        </p:nvSpPr>
        <p:spPr>
          <a:xfrm>
            <a:off x="2030325" y="1144224"/>
            <a:ext cx="548700" cy="4557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28"/>
          <p:cNvSpPr txBox="1">
            <a:spLocks noGrp="1"/>
          </p:cNvSpPr>
          <p:nvPr>
            <p:ph type="subTitle" idx="9"/>
          </p:nvPr>
        </p:nvSpPr>
        <p:spPr>
          <a:xfrm>
            <a:off x="1509675" y="1749483"/>
            <a:ext cx="15747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55" name="Google Shape;355;p28"/>
          <p:cNvSpPr txBox="1">
            <a:spLocks noGrp="1"/>
          </p:cNvSpPr>
          <p:nvPr>
            <p:ph type="body" idx="13"/>
          </p:nvPr>
        </p:nvSpPr>
        <p:spPr>
          <a:xfrm>
            <a:off x="1517025" y="2048027"/>
            <a:ext cx="1575300" cy="7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356" name="Google Shape;356;p28"/>
          <p:cNvSpPr>
            <a:spLocks noGrp="1"/>
          </p:cNvSpPr>
          <p:nvPr>
            <p:ph type="pic" idx="14"/>
          </p:nvPr>
        </p:nvSpPr>
        <p:spPr>
          <a:xfrm>
            <a:off x="2034000" y="2986399"/>
            <a:ext cx="548700" cy="455700"/>
          </a:xfrm>
          <a:prstGeom prst="rect">
            <a:avLst/>
          </a:prstGeom>
          <a:noFill/>
          <a:ln>
            <a:noFill/>
          </a:ln>
        </p:spPr>
      </p:sp>
      <p:sp>
        <p:nvSpPr>
          <p:cNvPr id="357" name="Google Shape;357;p28"/>
          <p:cNvSpPr txBox="1">
            <a:spLocks noGrp="1"/>
          </p:cNvSpPr>
          <p:nvPr>
            <p:ph type="subTitle" idx="15"/>
          </p:nvPr>
        </p:nvSpPr>
        <p:spPr>
          <a:xfrm>
            <a:off x="1513350" y="3591658"/>
            <a:ext cx="15747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58" name="Google Shape;358;p28"/>
          <p:cNvSpPr txBox="1">
            <a:spLocks noGrp="1"/>
          </p:cNvSpPr>
          <p:nvPr>
            <p:ph type="body" idx="16"/>
          </p:nvPr>
        </p:nvSpPr>
        <p:spPr>
          <a:xfrm>
            <a:off x="1520700" y="3890202"/>
            <a:ext cx="1575300" cy="7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359" name="Google Shape;359;p28"/>
          <p:cNvSpPr>
            <a:spLocks noGrp="1"/>
          </p:cNvSpPr>
          <p:nvPr>
            <p:ph type="pic" idx="17"/>
          </p:nvPr>
        </p:nvSpPr>
        <p:spPr>
          <a:xfrm>
            <a:off x="6583350" y="1144224"/>
            <a:ext cx="548700" cy="455700"/>
          </a:xfrm>
          <a:prstGeom prst="rect">
            <a:avLst/>
          </a:prstGeom>
          <a:noFill/>
          <a:ln>
            <a:noFill/>
          </a:ln>
        </p:spPr>
      </p:sp>
      <p:sp>
        <p:nvSpPr>
          <p:cNvPr id="360" name="Google Shape;360;p28"/>
          <p:cNvSpPr txBox="1">
            <a:spLocks noGrp="1"/>
          </p:cNvSpPr>
          <p:nvPr>
            <p:ph type="subTitle" idx="18"/>
          </p:nvPr>
        </p:nvSpPr>
        <p:spPr>
          <a:xfrm>
            <a:off x="6062700" y="1749483"/>
            <a:ext cx="15747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61" name="Google Shape;361;p28"/>
          <p:cNvSpPr txBox="1">
            <a:spLocks noGrp="1"/>
          </p:cNvSpPr>
          <p:nvPr>
            <p:ph type="body" idx="19"/>
          </p:nvPr>
        </p:nvSpPr>
        <p:spPr>
          <a:xfrm>
            <a:off x="6070050" y="2048027"/>
            <a:ext cx="1575300" cy="7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362" name="Google Shape;362;p28"/>
          <p:cNvSpPr>
            <a:spLocks noGrp="1"/>
          </p:cNvSpPr>
          <p:nvPr>
            <p:ph type="pic" idx="20"/>
          </p:nvPr>
        </p:nvSpPr>
        <p:spPr>
          <a:xfrm>
            <a:off x="6587025" y="2986399"/>
            <a:ext cx="548700" cy="455700"/>
          </a:xfrm>
          <a:prstGeom prst="rect">
            <a:avLst/>
          </a:prstGeom>
          <a:noFill/>
          <a:ln>
            <a:noFill/>
          </a:ln>
        </p:spPr>
      </p:sp>
      <p:sp>
        <p:nvSpPr>
          <p:cNvPr id="363" name="Google Shape;363;p28"/>
          <p:cNvSpPr txBox="1">
            <a:spLocks noGrp="1"/>
          </p:cNvSpPr>
          <p:nvPr>
            <p:ph type="subTitle" idx="21"/>
          </p:nvPr>
        </p:nvSpPr>
        <p:spPr>
          <a:xfrm>
            <a:off x="6066375" y="3591658"/>
            <a:ext cx="15747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64" name="Google Shape;364;p28"/>
          <p:cNvSpPr txBox="1">
            <a:spLocks noGrp="1"/>
          </p:cNvSpPr>
          <p:nvPr>
            <p:ph type="body" idx="22"/>
          </p:nvPr>
        </p:nvSpPr>
        <p:spPr>
          <a:xfrm>
            <a:off x="6073725" y="3890202"/>
            <a:ext cx="1575300" cy="7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48408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Topics - 1">
  <p:cSld name="3 Topics - 1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9"/>
          <p:cNvSpPr txBox="1">
            <a:spLocks noGrp="1"/>
          </p:cNvSpPr>
          <p:nvPr>
            <p:ph type="title"/>
          </p:nvPr>
        </p:nvSpPr>
        <p:spPr>
          <a:xfrm>
            <a:off x="457200" y="11985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7" name="Google Shape;367;p29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68" name="Google Shape;368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9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0" name="Google Shape;370;p29"/>
          <p:cNvSpPr/>
          <p:nvPr/>
        </p:nvSpPr>
        <p:spPr>
          <a:xfrm>
            <a:off x="467069" y="3491701"/>
            <a:ext cx="627000" cy="627000"/>
          </a:xfrm>
          <a:prstGeom prst="roundRect">
            <a:avLst>
              <a:gd name="adj" fmla="val 2263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1" name="Google Shape;371;p29"/>
          <p:cNvSpPr/>
          <p:nvPr/>
        </p:nvSpPr>
        <p:spPr>
          <a:xfrm>
            <a:off x="467069" y="2306551"/>
            <a:ext cx="627000" cy="627000"/>
          </a:xfrm>
          <a:prstGeom prst="roundRect">
            <a:avLst>
              <a:gd name="adj" fmla="val 2263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2" name="Google Shape;372;p29"/>
          <p:cNvSpPr/>
          <p:nvPr/>
        </p:nvSpPr>
        <p:spPr>
          <a:xfrm>
            <a:off x="467069" y="1152476"/>
            <a:ext cx="627000" cy="627000"/>
          </a:xfrm>
          <a:prstGeom prst="roundRect">
            <a:avLst>
              <a:gd name="adj" fmla="val 2263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3" name="Google Shape;373;p29"/>
          <p:cNvSpPr txBox="1"/>
          <p:nvPr/>
        </p:nvSpPr>
        <p:spPr>
          <a:xfrm>
            <a:off x="644338" y="1204614"/>
            <a:ext cx="252600" cy="737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3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1</a:t>
            </a:r>
            <a:endParaRPr sz="33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374" name="Google Shape;374;p29"/>
          <p:cNvSpPr txBox="1"/>
          <p:nvPr/>
        </p:nvSpPr>
        <p:spPr>
          <a:xfrm>
            <a:off x="653710" y="2368767"/>
            <a:ext cx="252600" cy="737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3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2</a:t>
            </a:r>
            <a:endParaRPr sz="33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375" name="Google Shape;375;p29"/>
          <p:cNvSpPr txBox="1"/>
          <p:nvPr/>
        </p:nvSpPr>
        <p:spPr>
          <a:xfrm>
            <a:off x="653146" y="3542294"/>
            <a:ext cx="252600" cy="737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3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3</a:t>
            </a:r>
            <a:endParaRPr sz="33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grpSp>
        <p:nvGrpSpPr>
          <p:cNvPr id="376" name="Google Shape;376;p29"/>
          <p:cNvGrpSpPr/>
          <p:nvPr/>
        </p:nvGrpSpPr>
        <p:grpSpPr>
          <a:xfrm>
            <a:off x="6215029" y="1665341"/>
            <a:ext cx="2326466" cy="2384870"/>
            <a:chOff x="1982862" y="3613287"/>
            <a:chExt cx="819900" cy="840483"/>
          </a:xfrm>
        </p:grpSpPr>
        <p:sp>
          <p:nvSpPr>
            <p:cNvPr id="377" name="Google Shape;377;p29"/>
            <p:cNvSpPr/>
            <p:nvPr/>
          </p:nvSpPr>
          <p:spPr>
            <a:xfrm>
              <a:off x="1982862" y="3633870"/>
              <a:ext cx="819900" cy="819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78" name="Google Shape;378;p29"/>
            <p:cNvSpPr/>
            <p:nvPr/>
          </p:nvSpPr>
          <p:spPr>
            <a:xfrm>
              <a:off x="2083370" y="3731983"/>
              <a:ext cx="623700" cy="623700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79" name="Google Shape;379;p29"/>
            <p:cNvSpPr/>
            <p:nvPr/>
          </p:nvSpPr>
          <p:spPr>
            <a:xfrm>
              <a:off x="2166919" y="3815537"/>
              <a:ext cx="456600" cy="456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80" name="Google Shape;380;p29"/>
            <p:cNvSpPr/>
            <p:nvPr/>
          </p:nvSpPr>
          <p:spPr>
            <a:xfrm>
              <a:off x="2080960" y="3732000"/>
              <a:ext cx="623700" cy="623700"/>
            </a:xfrm>
            <a:prstGeom prst="ellipse">
              <a:avLst/>
            </a:prstGeom>
            <a:noFill/>
            <a:ln w="19050" cap="flat" cmpd="sng">
              <a:solidFill>
                <a:srgbClr val="1F2A4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81" name="Google Shape;381;p29"/>
            <p:cNvSpPr/>
            <p:nvPr/>
          </p:nvSpPr>
          <p:spPr>
            <a:xfrm>
              <a:off x="2232411" y="3883453"/>
              <a:ext cx="320700" cy="320700"/>
            </a:xfrm>
            <a:prstGeom prst="ellipse">
              <a:avLst/>
            </a:prstGeom>
            <a:solidFill>
              <a:srgbClr val="FFC600"/>
            </a:solidFill>
            <a:ln w="19050" cap="flat" cmpd="sng">
              <a:solidFill>
                <a:srgbClr val="1F2A4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IBM Plex Sans Light"/>
                <a:ea typeface="IBM Plex Sans Light"/>
                <a:cs typeface="IBM Plex Sans Light"/>
                <a:sym typeface="IBM Plex Sans Light"/>
              </a:endParaRPr>
            </a:p>
          </p:txBody>
        </p:sp>
        <p:sp>
          <p:nvSpPr>
            <p:cNvPr id="382" name="Google Shape;382;p29"/>
            <p:cNvSpPr/>
            <p:nvPr/>
          </p:nvSpPr>
          <p:spPr>
            <a:xfrm>
              <a:off x="2322915" y="3971532"/>
              <a:ext cx="144600" cy="144600"/>
            </a:xfrm>
            <a:prstGeom prst="ellipse">
              <a:avLst/>
            </a:prstGeom>
            <a:solidFill>
              <a:srgbClr val="F93822"/>
            </a:solidFill>
            <a:ln w="19050" cap="flat" cmpd="sng">
              <a:solidFill>
                <a:srgbClr val="1F2A4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IBM Plex Sans Light"/>
                <a:ea typeface="IBM Plex Sans Light"/>
                <a:cs typeface="IBM Plex Sans Light"/>
                <a:sym typeface="IBM Plex Sans Light"/>
              </a:endParaRPr>
            </a:p>
          </p:txBody>
        </p:sp>
        <p:sp>
          <p:nvSpPr>
            <p:cNvPr id="383" name="Google Shape;383;p29"/>
            <p:cNvSpPr/>
            <p:nvPr/>
          </p:nvSpPr>
          <p:spPr>
            <a:xfrm rot="2279924">
              <a:off x="2497970" y="3682498"/>
              <a:ext cx="36547" cy="413728"/>
            </a:xfrm>
            <a:prstGeom prst="roundRect">
              <a:avLst>
                <a:gd name="adj" fmla="val 16667"/>
              </a:avLst>
            </a:prstGeom>
            <a:solidFill>
              <a:srgbClr val="1F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84" name="Google Shape;384;p29"/>
            <p:cNvSpPr/>
            <p:nvPr/>
          </p:nvSpPr>
          <p:spPr>
            <a:xfrm rot="-6751234">
              <a:off x="2597281" y="3638302"/>
              <a:ext cx="102125" cy="116945"/>
            </a:xfrm>
            <a:custGeom>
              <a:avLst/>
              <a:gdLst/>
              <a:ahLst/>
              <a:cxnLst/>
              <a:rect l="l" t="t" r="r" b="b"/>
              <a:pathLst>
                <a:path w="184073" h="209550" extrusionOk="0">
                  <a:moveTo>
                    <a:pt x="7715" y="0"/>
                  </a:moveTo>
                  <a:lnTo>
                    <a:pt x="6638" y="359"/>
                  </a:lnTo>
                  <a:lnTo>
                    <a:pt x="5562" y="718"/>
                  </a:lnTo>
                  <a:lnTo>
                    <a:pt x="4665" y="1256"/>
                  </a:lnTo>
                  <a:lnTo>
                    <a:pt x="3588" y="1794"/>
                  </a:lnTo>
                  <a:lnTo>
                    <a:pt x="2691" y="2512"/>
                  </a:lnTo>
                  <a:lnTo>
                    <a:pt x="1973" y="3409"/>
                  </a:lnTo>
                  <a:lnTo>
                    <a:pt x="1435" y="4306"/>
                  </a:lnTo>
                  <a:lnTo>
                    <a:pt x="897" y="5382"/>
                  </a:lnTo>
                  <a:lnTo>
                    <a:pt x="359" y="6459"/>
                  </a:lnTo>
                  <a:lnTo>
                    <a:pt x="179" y="7715"/>
                  </a:lnTo>
                  <a:lnTo>
                    <a:pt x="0" y="8970"/>
                  </a:lnTo>
                  <a:lnTo>
                    <a:pt x="0" y="104775"/>
                  </a:lnTo>
                  <a:lnTo>
                    <a:pt x="0" y="200580"/>
                  </a:lnTo>
                  <a:lnTo>
                    <a:pt x="179" y="201835"/>
                  </a:lnTo>
                  <a:lnTo>
                    <a:pt x="359" y="203091"/>
                  </a:lnTo>
                  <a:lnTo>
                    <a:pt x="897" y="204168"/>
                  </a:lnTo>
                  <a:lnTo>
                    <a:pt x="1435" y="205244"/>
                  </a:lnTo>
                  <a:lnTo>
                    <a:pt x="1973" y="206141"/>
                  </a:lnTo>
                  <a:lnTo>
                    <a:pt x="2691" y="207038"/>
                  </a:lnTo>
                  <a:lnTo>
                    <a:pt x="3588" y="207756"/>
                  </a:lnTo>
                  <a:lnTo>
                    <a:pt x="4665" y="208294"/>
                  </a:lnTo>
                  <a:lnTo>
                    <a:pt x="5562" y="208832"/>
                  </a:lnTo>
                  <a:lnTo>
                    <a:pt x="6638" y="209191"/>
                  </a:lnTo>
                  <a:lnTo>
                    <a:pt x="7715" y="209550"/>
                  </a:lnTo>
                  <a:lnTo>
                    <a:pt x="10047" y="209550"/>
                  </a:lnTo>
                  <a:lnTo>
                    <a:pt x="11303" y="209371"/>
                  </a:lnTo>
                  <a:lnTo>
                    <a:pt x="12379" y="208832"/>
                  </a:lnTo>
                  <a:lnTo>
                    <a:pt x="13635" y="208294"/>
                  </a:lnTo>
                  <a:lnTo>
                    <a:pt x="179408" y="112669"/>
                  </a:lnTo>
                  <a:lnTo>
                    <a:pt x="180485" y="111951"/>
                  </a:lnTo>
                  <a:lnTo>
                    <a:pt x="181382" y="111054"/>
                  </a:lnTo>
                  <a:lnTo>
                    <a:pt x="182279" y="110157"/>
                  </a:lnTo>
                  <a:lnTo>
                    <a:pt x="182817" y="109081"/>
                  </a:lnTo>
                  <a:lnTo>
                    <a:pt x="183355" y="108184"/>
                  </a:lnTo>
                  <a:lnTo>
                    <a:pt x="183714" y="107107"/>
                  </a:lnTo>
                  <a:lnTo>
                    <a:pt x="183894" y="105851"/>
                  </a:lnTo>
                  <a:lnTo>
                    <a:pt x="184073" y="104775"/>
                  </a:lnTo>
                  <a:lnTo>
                    <a:pt x="183894" y="103699"/>
                  </a:lnTo>
                  <a:lnTo>
                    <a:pt x="183714" y="102443"/>
                  </a:lnTo>
                  <a:lnTo>
                    <a:pt x="183355" y="101366"/>
                  </a:lnTo>
                  <a:lnTo>
                    <a:pt x="182817" y="100469"/>
                  </a:lnTo>
                  <a:lnTo>
                    <a:pt x="182279" y="99393"/>
                  </a:lnTo>
                  <a:lnTo>
                    <a:pt x="181382" y="98496"/>
                  </a:lnTo>
                  <a:lnTo>
                    <a:pt x="180485" y="97599"/>
                  </a:lnTo>
                  <a:lnTo>
                    <a:pt x="179408" y="96881"/>
                  </a:lnTo>
                  <a:lnTo>
                    <a:pt x="13635" y="1256"/>
                  </a:lnTo>
                  <a:lnTo>
                    <a:pt x="12379" y="718"/>
                  </a:lnTo>
                  <a:lnTo>
                    <a:pt x="11303" y="179"/>
                  </a:lnTo>
                  <a:lnTo>
                    <a:pt x="10047" y="0"/>
                  </a:lnTo>
                  <a:close/>
                </a:path>
              </a:pathLst>
            </a:custGeom>
            <a:solidFill>
              <a:srgbClr val="1F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85" name="Google Shape;385;p29"/>
            <p:cNvSpPr/>
            <p:nvPr/>
          </p:nvSpPr>
          <p:spPr>
            <a:xfrm rot="-6733056">
              <a:off x="2646895" y="3621297"/>
              <a:ext cx="70587" cy="80758"/>
            </a:xfrm>
            <a:custGeom>
              <a:avLst/>
              <a:gdLst/>
              <a:ahLst/>
              <a:cxnLst/>
              <a:rect l="l" t="t" r="r" b="b"/>
              <a:pathLst>
                <a:path w="184073" h="209550" extrusionOk="0">
                  <a:moveTo>
                    <a:pt x="7715" y="0"/>
                  </a:moveTo>
                  <a:lnTo>
                    <a:pt x="6638" y="359"/>
                  </a:lnTo>
                  <a:lnTo>
                    <a:pt x="5562" y="718"/>
                  </a:lnTo>
                  <a:lnTo>
                    <a:pt x="4665" y="1256"/>
                  </a:lnTo>
                  <a:lnTo>
                    <a:pt x="3588" y="1794"/>
                  </a:lnTo>
                  <a:lnTo>
                    <a:pt x="2691" y="2512"/>
                  </a:lnTo>
                  <a:lnTo>
                    <a:pt x="1973" y="3409"/>
                  </a:lnTo>
                  <a:lnTo>
                    <a:pt x="1435" y="4306"/>
                  </a:lnTo>
                  <a:lnTo>
                    <a:pt x="897" y="5382"/>
                  </a:lnTo>
                  <a:lnTo>
                    <a:pt x="359" y="6459"/>
                  </a:lnTo>
                  <a:lnTo>
                    <a:pt x="179" y="7715"/>
                  </a:lnTo>
                  <a:lnTo>
                    <a:pt x="0" y="8970"/>
                  </a:lnTo>
                  <a:lnTo>
                    <a:pt x="0" y="104775"/>
                  </a:lnTo>
                  <a:lnTo>
                    <a:pt x="0" y="200580"/>
                  </a:lnTo>
                  <a:lnTo>
                    <a:pt x="179" y="201835"/>
                  </a:lnTo>
                  <a:lnTo>
                    <a:pt x="359" y="203091"/>
                  </a:lnTo>
                  <a:lnTo>
                    <a:pt x="897" y="204168"/>
                  </a:lnTo>
                  <a:lnTo>
                    <a:pt x="1435" y="205244"/>
                  </a:lnTo>
                  <a:lnTo>
                    <a:pt x="1973" y="206141"/>
                  </a:lnTo>
                  <a:lnTo>
                    <a:pt x="2691" y="207038"/>
                  </a:lnTo>
                  <a:lnTo>
                    <a:pt x="3588" y="207756"/>
                  </a:lnTo>
                  <a:lnTo>
                    <a:pt x="4665" y="208294"/>
                  </a:lnTo>
                  <a:lnTo>
                    <a:pt x="5562" y="208832"/>
                  </a:lnTo>
                  <a:lnTo>
                    <a:pt x="6638" y="209191"/>
                  </a:lnTo>
                  <a:lnTo>
                    <a:pt x="7715" y="209550"/>
                  </a:lnTo>
                  <a:lnTo>
                    <a:pt x="10047" y="209550"/>
                  </a:lnTo>
                  <a:lnTo>
                    <a:pt x="11303" y="209371"/>
                  </a:lnTo>
                  <a:lnTo>
                    <a:pt x="12379" y="208832"/>
                  </a:lnTo>
                  <a:lnTo>
                    <a:pt x="13635" y="208294"/>
                  </a:lnTo>
                  <a:lnTo>
                    <a:pt x="179408" y="112669"/>
                  </a:lnTo>
                  <a:lnTo>
                    <a:pt x="180485" y="111951"/>
                  </a:lnTo>
                  <a:lnTo>
                    <a:pt x="181382" y="111054"/>
                  </a:lnTo>
                  <a:lnTo>
                    <a:pt x="182279" y="110157"/>
                  </a:lnTo>
                  <a:lnTo>
                    <a:pt x="182817" y="109081"/>
                  </a:lnTo>
                  <a:lnTo>
                    <a:pt x="183355" y="108184"/>
                  </a:lnTo>
                  <a:lnTo>
                    <a:pt x="183714" y="107107"/>
                  </a:lnTo>
                  <a:lnTo>
                    <a:pt x="183894" y="105851"/>
                  </a:lnTo>
                  <a:lnTo>
                    <a:pt x="184073" y="104775"/>
                  </a:lnTo>
                  <a:lnTo>
                    <a:pt x="183894" y="103699"/>
                  </a:lnTo>
                  <a:lnTo>
                    <a:pt x="183714" y="102443"/>
                  </a:lnTo>
                  <a:lnTo>
                    <a:pt x="183355" y="101366"/>
                  </a:lnTo>
                  <a:lnTo>
                    <a:pt x="182817" y="100469"/>
                  </a:lnTo>
                  <a:lnTo>
                    <a:pt x="182279" y="99393"/>
                  </a:lnTo>
                  <a:lnTo>
                    <a:pt x="181382" y="98496"/>
                  </a:lnTo>
                  <a:lnTo>
                    <a:pt x="180485" y="97599"/>
                  </a:lnTo>
                  <a:lnTo>
                    <a:pt x="179408" y="96881"/>
                  </a:lnTo>
                  <a:lnTo>
                    <a:pt x="13635" y="1256"/>
                  </a:lnTo>
                  <a:lnTo>
                    <a:pt x="12379" y="718"/>
                  </a:lnTo>
                  <a:lnTo>
                    <a:pt x="11303" y="179"/>
                  </a:lnTo>
                  <a:lnTo>
                    <a:pt x="10047" y="0"/>
                  </a:lnTo>
                  <a:close/>
                </a:path>
              </a:pathLst>
            </a:custGeom>
            <a:solidFill>
              <a:srgbClr val="1F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386" name="Google Shape;386;p29"/>
          <p:cNvSpPr txBox="1">
            <a:spLocks noGrp="1"/>
          </p:cNvSpPr>
          <p:nvPr>
            <p:ph type="subTitle" idx="2"/>
          </p:nvPr>
        </p:nvSpPr>
        <p:spPr>
          <a:xfrm>
            <a:off x="1326725" y="1165200"/>
            <a:ext cx="38958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ans SemiBold"/>
              <a:buNone/>
              <a:defRPr sz="20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387" name="Google Shape;387;p29"/>
          <p:cNvSpPr txBox="1">
            <a:spLocks noGrp="1"/>
          </p:cNvSpPr>
          <p:nvPr>
            <p:ph type="body" idx="3"/>
          </p:nvPr>
        </p:nvSpPr>
        <p:spPr>
          <a:xfrm>
            <a:off x="1344925" y="1551839"/>
            <a:ext cx="3897600" cy="62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1pPr>
            <a:lvl2pPr marL="914400" lvl="1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388" name="Google Shape;388;p29"/>
          <p:cNvSpPr txBox="1">
            <a:spLocks noGrp="1"/>
          </p:cNvSpPr>
          <p:nvPr>
            <p:ph type="subTitle" idx="4"/>
          </p:nvPr>
        </p:nvSpPr>
        <p:spPr>
          <a:xfrm>
            <a:off x="1326725" y="2306550"/>
            <a:ext cx="38958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ans SemiBold"/>
              <a:buNone/>
              <a:defRPr sz="20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389" name="Google Shape;389;p29"/>
          <p:cNvSpPr txBox="1">
            <a:spLocks noGrp="1"/>
          </p:cNvSpPr>
          <p:nvPr>
            <p:ph type="body" idx="5"/>
          </p:nvPr>
        </p:nvSpPr>
        <p:spPr>
          <a:xfrm>
            <a:off x="1344925" y="2693189"/>
            <a:ext cx="3897600" cy="62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1pPr>
            <a:lvl2pPr marL="914400" lvl="1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390" name="Google Shape;390;p29"/>
          <p:cNvSpPr txBox="1">
            <a:spLocks noGrp="1"/>
          </p:cNvSpPr>
          <p:nvPr>
            <p:ph type="subTitle" idx="6"/>
          </p:nvPr>
        </p:nvSpPr>
        <p:spPr>
          <a:xfrm>
            <a:off x="1326725" y="3509325"/>
            <a:ext cx="38958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ans SemiBold"/>
              <a:buNone/>
              <a:defRPr sz="20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391" name="Google Shape;391;p29"/>
          <p:cNvSpPr txBox="1">
            <a:spLocks noGrp="1"/>
          </p:cNvSpPr>
          <p:nvPr>
            <p:ph type="body" idx="7"/>
          </p:nvPr>
        </p:nvSpPr>
        <p:spPr>
          <a:xfrm>
            <a:off x="1344925" y="3895964"/>
            <a:ext cx="3897600" cy="62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1pPr>
            <a:lvl2pPr marL="914400" lvl="1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534619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Topics - 1">
  <p:cSld name="4 Topics - 1"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0"/>
          <p:cNvSpPr/>
          <p:nvPr/>
        </p:nvSpPr>
        <p:spPr>
          <a:xfrm rot="-5400000">
            <a:off x="3023125" y="-1399625"/>
            <a:ext cx="3641400" cy="8762100"/>
          </a:xfrm>
          <a:prstGeom prst="round2SameRect">
            <a:avLst>
              <a:gd name="adj1" fmla="val 14166"/>
              <a:gd name="adj2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94" name="Google Shape;394;p30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5" name="Google Shape;395;p30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96" name="Google Shape;396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0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30"/>
          <p:cNvSpPr>
            <a:spLocks noGrp="1"/>
          </p:cNvSpPr>
          <p:nvPr>
            <p:ph type="pic" idx="2"/>
          </p:nvPr>
        </p:nvSpPr>
        <p:spPr>
          <a:xfrm>
            <a:off x="956075" y="1560488"/>
            <a:ext cx="903300" cy="903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99" name="Google Shape;399;p30"/>
          <p:cNvSpPr>
            <a:spLocks noGrp="1"/>
          </p:cNvSpPr>
          <p:nvPr>
            <p:ph type="pic" idx="3"/>
          </p:nvPr>
        </p:nvSpPr>
        <p:spPr>
          <a:xfrm>
            <a:off x="956075" y="3091125"/>
            <a:ext cx="903300" cy="903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00" name="Google Shape;400;p30"/>
          <p:cNvSpPr>
            <a:spLocks noGrp="1"/>
          </p:cNvSpPr>
          <p:nvPr>
            <p:ph type="pic" idx="4"/>
          </p:nvPr>
        </p:nvSpPr>
        <p:spPr>
          <a:xfrm>
            <a:off x="4654925" y="1560500"/>
            <a:ext cx="903300" cy="903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01" name="Google Shape;401;p30"/>
          <p:cNvSpPr>
            <a:spLocks noGrp="1"/>
          </p:cNvSpPr>
          <p:nvPr>
            <p:ph type="pic" idx="5"/>
          </p:nvPr>
        </p:nvSpPr>
        <p:spPr>
          <a:xfrm>
            <a:off x="4654925" y="3091125"/>
            <a:ext cx="903300" cy="903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02" name="Google Shape;402;p30"/>
          <p:cNvSpPr txBox="1">
            <a:spLocks noGrp="1"/>
          </p:cNvSpPr>
          <p:nvPr>
            <p:ph type="subTitle" idx="6"/>
          </p:nvPr>
        </p:nvSpPr>
        <p:spPr>
          <a:xfrm>
            <a:off x="2011775" y="1569988"/>
            <a:ext cx="24666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03" name="Google Shape;403;p30"/>
          <p:cNvSpPr txBox="1">
            <a:spLocks noGrp="1"/>
          </p:cNvSpPr>
          <p:nvPr>
            <p:ph type="body" idx="7"/>
          </p:nvPr>
        </p:nvSpPr>
        <p:spPr>
          <a:xfrm>
            <a:off x="2023300" y="1973113"/>
            <a:ext cx="24678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4" name="Google Shape;404;p30"/>
          <p:cNvSpPr txBox="1">
            <a:spLocks noGrp="1"/>
          </p:cNvSpPr>
          <p:nvPr>
            <p:ph type="subTitle" idx="8"/>
          </p:nvPr>
        </p:nvSpPr>
        <p:spPr>
          <a:xfrm>
            <a:off x="2011775" y="3091138"/>
            <a:ext cx="24666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05" name="Google Shape;405;p30"/>
          <p:cNvSpPr txBox="1">
            <a:spLocks noGrp="1"/>
          </p:cNvSpPr>
          <p:nvPr>
            <p:ph type="body" idx="9"/>
          </p:nvPr>
        </p:nvSpPr>
        <p:spPr>
          <a:xfrm>
            <a:off x="2023300" y="3494263"/>
            <a:ext cx="24678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6" name="Google Shape;406;p30"/>
          <p:cNvSpPr txBox="1">
            <a:spLocks noGrp="1"/>
          </p:cNvSpPr>
          <p:nvPr>
            <p:ph type="subTitle" idx="13"/>
          </p:nvPr>
        </p:nvSpPr>
        <p:spPr>
          <a:xfrm>
            <a:off x="5722050" y="1569988"/>
            <a:ext cx="24666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07" name="Google Shape;407;p30"/>
          <p:cNvSpPr txBox="1">
            <a:spLocks noGrp="1"/>
          </p:cNvSpPr>
          <p:nvPr>
            <p:ph type="body" idx="14"/>
          </p:nvPr>
        </p:nvSpPr>
        <p:spPr>
          <a:xfrm>
            <a:off x="5733575" y="1973113"/>
            <a:ext cx="24678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8" name="Google Shape;408;p30"/>
          <p:cNvSpPr txBox="1">
            <a:spLocks noGrp="1"/>
          </p:cNvSpPr>
          <p:nvPr>
            <p:ph type="subTitle" idx="15"/>
          </p:nvPr>
        </p:nvSpPr>
        <p:spPr>
          <a:xfrm>
            <a:off x="5722050" y="3091138"/>
            <a:ext cx="24666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09" name="Google Shape;409;p30"/>
          <p:cNvSpPr txBox="1">
            <a:spLocks noGrp="1"/>
          </p:cNvSpPr>
          <p:nvPr>
            <p:ph type="body" idx="16"/>
          </p:nvPr>
        </p:nvSpPr>
        <p:spPr>
          <a:xfrm>
            <a:off x="5733575" y="3494263"/>
            <a:ext cx="24678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410" name="Google Shape;410;p30"/>
          <p:cNvGrpSpPr/>
          <p:nvPr/>
        </p:nvGrpSpPr>
        <p:grpSpPr>
          <a:xfrm rot="5400000">
            <a:off x="-62746" y="3289839"/>
            <a:ext cx="881054" cy="483615"/>
            <a:chOff x="5988337" y="3156400"/>
            <a:chExt cx="881054" cy="483615"/>
          </a:xfrm>
        </p:grpSpPr>
        <p:sp>
          <p:nvSpPr>
            <p:cNvPr id="411" name="Google Shape;411;p30"/>
            <p:cNvSpPr/>
            <p:nvPr/>
          </p:nvSpPr>
          <p:spPr>
            <a:xfrm>
              <a:off x="6779691" y="3550315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12" name="Google Shape;412;p30"/>
            <p:cNvSpPr/>
            <p:nvPr/>
          </p:nvSpPr>
          <p:spPr>
            <a:xfrm>
              <a:off x="6779691" y="3353358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13" name="Google Shape;413;p30"/>
            <p:cNvSpPr/>
            <p:nvPr/>
          </p:nvSpPr>
          <p:spPr>
            <a:xfrm>
              <a:off x="6779691" y="315640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14" name="Google Shape;414;p30"/>
            <p:cNvSpPr/>
            <p:nvPr/>
          </p:nvSpPr>
          <p:spPr>
            <a:xfrm>
              <a:off x="5988337" y="3550315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15" name="Google Shape;415;p30"/>
            <p:cNvSpPr/>
            <p:nvPr/>
          </p:nvSpPr>
          <p:spPr>
            <a:xfrm>
              <a:off x="5988337" y="3353358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16" name="Google Shape;416;p30"/>
            <p:cNvSpPr/>
            <p:nvPr/>
          </p:nvSpPr>
          <p:spPr>
            <a:xfrm>
              <a:off x="5988337" y="315640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17" name="Google Shape;417;p30"/>
            <p:cNvSpPr/>
            <p:nvPr/>
          </p:nvSpPr>
          <p:spPr>
            <a:xfrm>
              <a:off x="6186176" y="3550315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18" name="Google Shape;418;p30"/>
            <p:cNvSpPr/>
            <p:nvPr/>
          </p:nvSpPr>
          <p:spPr>
            <a:xfrm>
              <a:off x="6186176" y="3353358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19" name="Google Shape;419;p30"/>
            <p:cNvSpPr/>
            <p:nvPr/>
          </p:nvSpPr>
          <p:spPr>
            <a:xfrm>
              <a:off x="6186176" y="315640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0" name="Google Shape;420;p30"/>
            <p:cNvSpPr/>
            <p:nvPr/>
          </p:nvSpPr>
          <p:spPr>
            <a:xfrm>
              <a:off x="6384014" y="3550315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1" name="Google Shape;421;p30"/>
            <p:cNvSpPr/>
            <p:nvPr/>
          </p:nvSpPr>
          <p:spPr>
            <a:xfrm>
              <a:off x="6384014" y="3353358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2" name="Google Shape;422;p30"/>
            <p:cNvSpPr/>
            <p:nvPr/>
          </p:nvSpPr>
          <p:spPr>
            <a:xfrm>
              <a:off x="6384014" y="315640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3" name="Google Shape;423;p30"/>
            <p:cNvSpPr/>
            <p:nvPr/>
          </p:nvSpPr>
          <p:spPr>
            <a:xfrm>
              <a:off x="6581853" y="3550315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4" name="Google Shape;424;p30"/>
            <p:cNvSpPr/>
            <p:nvPr/>
          </p:nvSpPr>
          <p:spPr>
            <a:xfrm>
              <a:off x="6581853" y="3353358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5" name="Google Shape;425;p30"/>
            <p:cNvSpPr/>
            <p:nvPr/>
          </p:nvSpPr>
          <p:spPr>
            <a:xfrm>
              <a:off x="6581853" y="315640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37653967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Topics - 2">
  <p:cSld name="3 Topics - 2">
    <p:bg>
      <p:bgPr>
        <a:solidFill>
          <a:schemeClr val="dk1"/>
        </a:solidFill>
        <a:effectLst/>
      </p:bgPr>
    </p:bg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1"/>
          <p:cNvSpPr/>
          <p:nvPr/>
        </p:nvSpPr>
        <p:spPr>
          <a:xfrm rot="5400000">
            <a:off x="2488000" y="-1388525"/>
            <a:ext cx="3657300" cy="8739300"/>
          </a:xfrm>
          <a:prstGeom prst="round2SameRect">
            <a:avLst>
              <a:gd name="adj1" fmla="val 7469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28" name="Google Shape;428;p31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9" name="Google Shape;429;p31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430" name="Google Shape;430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1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32" name="Google Shape;432;p31"/>
          <p:cNvSpPr>
            <a:spLocks noGrp="1"/>
          </p:cNvSpPr>
          <p:nvPr>
            <p:ph type="pic" idx="2"/>
          </p:nvPr>
        </p:nvSpPr>
        <p:spPr>
          <a:xfrm>
            <a:off x="956075" y="1560488"/>
            <a:ext cx="903300" cy="903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33" name="Google Shape;433;p31"/>
          <p:cNvSpPr txBox="1">
            <a:spLocks noGrp="1"/>
          </p:cNvSpPr>
          <p:nvPr>
            <p:ph type="subTitle" idx="3"/>
          </p:nvPr>
        </p:nvSpPr>
        <p:spPr>
          <a:xfrm>
            <a:off x="458625" y="2594850"/>
            <a:ext cx="18885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34" name="Google Shape;434;p31"/>
          <p:cNvSpPr txBox="1">
            <a:spLocks noGrp="1"/>
          </p:cNvSpPr>
          <p:nvPr>
            <p:ph type="body" idx="4"/>
          </p:nvPr>
        </p:nvSpPr>
        <p:spPr>
          <a:xfrm>
            <a:off x="467450" y="2997975"/>
            <a:ext cx="1889400" cy="159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5" name="Google Shape;435;p31"/>
          <p:cNvSpPr>
            <a:spLocks noGrp="1"/>
          </p:cNvSpPr>
          <p:nvPr>
            <p:ph type="pic" idx="5"/>
          </p:nvPr>
        </p:nvSpPr>
        <p:spPr>
          <a:xfrm>
            <a:off x="3595638" y="1560488"/>
            <a:ext cx="903300" cy="903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36" name="Google Shape;436;p31"/>
          <p:cNvSpPr txBox="1">
            <a:spLocks noGrp="1"/>
          </p:cNvSpPr>
          <p:nvPr>
            <p:ph type="subTitle" idx="6"/>
          </p:nvPr>
        </p:nvSpPr>
        <p:spPr>
          <a:xfrm>
            <a:off x="3098188" y="2594850"/>
            <a:ext cx="18885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37" name="Google Shape;437;p31"/>
          <p:cNvSpPr txBox="1">
            <a:spLocks noGrp="1"/>
          </p:cNvSpPr>
          <p:nvPr>
            <p:ph type="body" idx="7"/>
          </p:nvPr>
        </p:nvSpPr>
        <p:spPr>
          <a:xfrm>
            <a:off x="3107008" y="2997975"/>
            <a:ext cx="1889400" cy="159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8" name="Google Shape;438;p31"/>
          <p:cNvSpPr>
            <a:spLocks noGrp="1"/>
          </p:cNvSpPr>
          <p:nvPr>
            <p:ph type="pic" idx="8"/>
          </p:nvPr>
        </p:nvSpPr>
        <p:spPr>
          <a:xfrm>
            <a:off x="6235188" y="1560488"/>
            <a:ext cx="903300" cy="903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39" name="Google Shape;439;p31"/>
          <p:cNvSpPr txBox="1">
            <a:spLocks noGrp="1"/>
          </p:cNvSpPr>
          <p:nvPr>
            <p:ph type="subTitle" idx="9"/>
          </p:nvPr>
        </p:nvSpPr>
        <p:spPr>
          <a:xfrm>
            <a:off x="5737738" y="2594850"/>
            <a:ext cx="18885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40" name="Google Shape;440;p31"/>
          <p:cNvSpPr txBox="1">
            <a:spLocks noGrp="1"/>
          </p:cNvSpPr>
          <p:nvPr>
            <p:ph type="body" idx="13"/>
          </p:nvPr>
        </p:nvSpPr>
        <p:spPr>
          <a:xfrm>
            <a:off x="5746553" y="2997975"/>
            <a:ext cx="1889400" cy="159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441" name="Google Shape;441;p31"/>
          <p:cNvGrpSpPr/>
          <p:nvPr/>
        </p:nvGrpSpPr>
        <p:grpSpPr>
          <a:xfrm>
            <a:off x="7428504" y="1008606"/>
            <a:ext cx="881054" cy="483615"/>
            <a:chOff x="5988337" y="3156400"/>
            <a:chExt cx="881054" cy="483615"/>
          </a:xfrm>
        </p:grpSpPr>
        <p:sp>
          <p:nvSpPr>
            <p:cNvPr id="442" name="Google Shape;442;p31"/>
            <p:cNvSpPr/>
            <p:nvPr/>
          </p:nvSpPr>
          <p:spPr>
            <a:xfrm>
              <a:off x="6779691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43" name="Google Shape;443;p31"/>
            <p:cNvSpPr/>
            <p:nvPr/>
          </p:nvSpPr>
          <p:spPr>
            <a:xfrm>
              <a:off x="6779691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44" name="Google Shape;444;p31"/>
            <p:cNvSpPr/>
            <p:nvPr/>
          </p:nvSpPr>
          <p:spPr>
            <a:xfrm>
              <a:off x="6779691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45" name="Google Shape;445;p31"/>
            <p:cNvSpPr/>
            <p:nvPr/>
          </p:nvSpPr>
          <p:spPr>
            <a:xfrm>
              <a:off x="5988337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46" name="Google Shape;446;p31"/>
            <p:cNvSpPr/>
            <p:nvPr/>
          </p:nvSpPr>
          <p:spPr>
            <a:xfrm>
              <a:off x="5988337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47" name="Google Shape;447;p31"/>
            <p:cNvSpPr/>
            <p:nvPr/>
          </p:nvSpPr>
          <p:spPr>
            <a:xfrm>
              <a:off x="5988337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48" name="Google Shape;448;p31"/>
            <p:cNvSpPr/>
            <p:nvPr/>
          </p:nvSpPr>
          <p:spPr>
            <a:xfrm>
              <a:off x="6186176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49" name="Google Shape;449;p31"/>
            <p:cNvSpPr/>
            <p:nvPr/>
          </p:nvSpPr>
          <p:spPr>
            <a:xfrm>
              <a:off x="6186176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0" name="Google Shape;450;p31"/>
            <p:cNvSpPr/>
            <p:nvPr/>
          </p:nvSpPr>
          <p:spPr>
            <a:xfrm>
              <a:off x="6186176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1" name="Google Shape;451;p31"/>
            <p:cNvSpPr/>
            <p:nvPr/>
          </p:nvSpPr>
          <p:spPr>
            <a:xfrm>
              <a:off x="6384014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2" name="Google Shape;452;p31"/>
            <p:cNvSpPr/>
            <p:nvPr/>
          </p:nvSpPr>
          <p:spPr>
            <a:xfrm>
              <a:off x="6384014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3" name="Google Shape;453;p31"/>
            <p:cNvSpPr/>
            <p:nvPr/>
          </p:nvSpPr>
          <p:spPr>
            <a:xfrm>
              <a:off x="6384014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4" name="Google Shape;454;p31"/>
            <p:cNvSpPr/>
            <p:nvPr/>
          </p:nvSpPr>
          <p:spPr>
            <a:xfrm>
              <a:off x="6581853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5" name="Google Shape;455;p31"/>
            <p:cNvSpPr/>
            <p:nvPr/>
          </p:nvSpPr>
          <p:spPr>
            <a:xfrm>
              <a:off x="6581853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6" name="Google Shape;456;p31"/>
            <p:cNvSpPr/>
            <p:nvPr/>
          </p:nvSpPr>
          <p:spPr>
            <a:xfrm>
              <a:off x="6581853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20703042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&amp; Image - Black">
  <p:cSld name="Content &amp; Image - Black">
    <p:bg>
      <p:bgPr>
        <a:solidFill>
          <a:schemeClr val="dk1"/>
        </a:solidFill>
        <a:effectLst/>
      </p:bgPr>
    </p:bg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2"/>
          <p:cNvSpPr/>
          <p:nvPr/>
        </p:nvSpPr>
        <p:spPr>
          <a:xfrm>
            <a:off x="4383000" y="1311125"/>
            <a:ext cx="4314300" cy="3526800"/>
          </a:xfrm>
          <a:prstGeom prst="roundRect">
            <a:avLst>
              <a:gd name="adj" fmla="val 7142"/>
            </a:avLst>
          </a:prstGeom>
          <a:noFill/>
          <a:ln w="19050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59" name="Google Shape;459;p32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60" name="Google Shape;460;p32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461" name="Google Shape;461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32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63" name="Google Shape;463;p32"/>
          <p:cNvSpPr>
            <a:spLocks noGrp="1"/>
          </p:cNvSpPr>
          <p:nvPr>
            <p:ph type="pic" idx="2"/>
          </p:nvPr>
        </p:nvSpPr>
        <p:spPr>
          <a:xfrm>
            <a:off x="4230675" y="1152475"/>
            <a:ext cx="4314300" cy="3536700"/>
          </a:xfrm>
          <a:prstGeom prst="roundRect">
            <a:avLst>
              <a:gd name="adj" fmla="val 7365"/>
            </a:avLst>
          </a:prstGeom>
          <a:noFill/>
          <a:ln>
            <a:noFill/>
          </a:ln>
        </p:spPr>
      </p:sp>
      <p:sp>
        <p:nvSpPr>
          <p:cNvPr id="464" name="Google Shape;464;p32"/>
          <p:cNvSpPr txBox="1">
            <a:spLocks noGrp="1"/>
          </p:cNvSpPr>
          <p:nvPr>
            <p:ph type="subTitle" idx="3"/>
          </p:nvPr>
        </p:nvSpPr>
        <p:spPr>
          <a:xfrm>
            <a:off x="467075" y="1149725"/>
            <a:ext cx="31977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5" name="Google Shape;465;p32"/>
          <p:cNvSpPr txBox="1">
            <a:spLocks noGrp="1"/>
          </p:cNvSpPr>
          <p:nvPr>
            <p:ph type="body" idx="4"/>
          </p:nvPr>
        </p:nvSpPr>
        <p:spPr>
          <a:xfrm>
            <a:off x="467075" y="1724600"/>
            <a:ext cx="3197700" cy="308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2492875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&amp; Image - Spacecraft">
  <p:cSld name="Content &amp; Image - Spacecraft"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3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33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469" name="Google Shape;469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33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33"/>
          <p:cNvSpPr txBox="1">
            <a:spLocks noGrp="1"/>
          </p:cNvSpPr>
          <p:nvPr>
            <p:ph type="subTitle" idx="2"/>
          </p:nvPr>
        </p:nvSpPr>
        <p:spPr>
          <a:xfrm>
            <a:off x="5489100" y="1149725"/>
            <a:ext cx="31977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2" name="Google Shape;472;p33"/>
          <p:cNvSpPr txBox="1">
            <a:spLocks noGrp="1"/>
          </p:cNvSpPr>
          <p:nvPr>
            <p:ph type="body" idx="3"/>
          </p:nvPr>
        </p:nvSpPr>
        <p:spPr>
          <a:xfrm>
            <a:off x="5489100" y="1724600"/>
            <a:ext cx="3197700" cy="308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473" name="Google Shape;473;p33"/>
          <p:cNvGrpSpPr/>
          <p:nvPr/>
        </p:nvGrpSpPr>
        <p:grpSpPr>
          <a:xfrm>
            <a:off x="457204" y="4169531"/>
            <a:ext cx="881054" cy="483615"/>
            <a:chOff x="5988337" y="3156400"/>
            <a:chExt cx="881054" cy="483615"/>
          </a:xfrm>
        </p:grpSpPr>
        <p:sp>
          <p:nvSpPr>
            <p:cNvPr id="474" name="Google Shape;474;p33"/>
            <p:cNvSpPr/>
            <p:nvPr/>
          </p:nvSpPr>
          <p:spPr>
            <a:xfrm>
              <a:off x="6779691" y="3550315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5" name="Google Shape;475;p33"/>
            <p:cNvSpPr/>
            <p:nvPr/>
          </p:nvSpPr>
          <p:spPr>
            <a:xfrm>
              <a:off x="6779691" y="3353358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6" name="Google Shape;476;p33"/>
            <p:cNvSpPr/>
            <p:nvPr/>
          </p:nvSpPr>
          <p:spPr>
            <a:xfrm>
              <a:off x="6779691" y="3156400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7" name="Google Shape;477;p33"/>
            <p:cNvSpPr/>
            <p:nvPr/>
          </p:nvSpPr>
          <p:spPr>
            <a:xfrm>
              <a:off x="5988337" y="3550315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8" name="Google Shape;478;p33"/>
            <p:cNvSpPr/>
            <p:nvPr/>
          </p:nvSpPr>
          <p:spPr>
            <a:xfrm>
              <a:off x="5988337" y="3353358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9" name="Google Shape;479;p33"/>
            <p:cNvSpPr/>
            <p:nvPr/>
          </p:nvSpPr>
          <p:spPr>
            <a:xfrm>
              <a:off x="5988337" y="3156400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0" name="Google Shape;480;p33"/>
            <p:cNvSpPr/>
            <p:nvPr/>
          </p:nvSpPr>
          <p:spPr>
            <a:xfrm>
              <a:off x="6186176" y="3550315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1" name="Google Shape;481;p33"/>
            <p:cNvSpPr/>
            <p:nvPr/>
          </p:nvSpPr>
          <p:spPr>
            <a:xfrm>
              <a:off x="6186176" y="3353358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2" name="Google Shape;482;p33"/>
            <p:cNvSpPr/>
            <p:nvPr/>
          </p:nvSpPr>
          <p:spPr>
            <a:xfrm>
              <a:off x="6186176" y="3156400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3" name="Google Shape;483;p33"/>
            <p:cNvSpPr/>
            <p:nvPr/>
          </p:nvSpPr>
          <p:spPr>
            <a:xfrm>
              <a:off x="6384014" y="3550315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4" name="Google Shape;484;p33"/>
            <p:cNvSpPr/>
            <p:nvPr/>
          </p:nvSpPr>
          <p:spPr>
            <a:xfrm>
              <a:off x="6384014" y="3353358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5" name="Google Shape;485;p33"/>
            <p:cNvSpPr/>
            <p:nvPr/>
          </p:nvSpPr>
          <p:spPr>
            <a:xfrm>
              <a:off x="6384014" y="3156400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6" name="Google Shape;486;p33"/>
            <p:cNvSpPr/>
            <p:nvPr/>
          </p:nvSpPr>
          <p:spPr>
            <a:xfrm>
              <a:off x="6581853" y="3550315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7" name="Google Shape;487;p33"/>
            <p:cNvSpPr/>
            <p:nvPr/>
          </p:nvSpPr>
          <p:spPr>
            <a:xfrm>
              <a:off x="6581853" y="3353358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8" name="Google Shape;488;p33"/>
            <p:cNvSpPr/>
            <p:nvPr/>
          </p:nvSpPr>
          <p:spPr>
            <a:xfrm>
              <a:off x="6581853" y="3156400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89" name="Google Shape;489;p33"/>
          <p:cNvSpPr>
            <a:spLocks noGrp="1"/>
          </p:cNvSpPr>
          <p:nvPr>
            <p:ph type="pic" idx="4"/>
          </p:nvPr>
        </p:nvSpPr>
        <p:spPr>
          <a:xfrm>
            <a:off x="467075" y="1152475"/>
            <a:ext cx="4563900" cy="2625900"/>
          </a:xfrm>
          <a:prstGeom prst="roundRect">
            <a:avLst>
              <a:gd name="adj" fmla="val 7365"/>
            </a:avLst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659387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- 2 Topic Grey">
  <p:cSld name="Title &amp; body - 2 Topic Grey">
    <p:bg>
      <p:bgPr>
        <a:solidFill>
          <a:schemeClr val="dk2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4"/>
          <p:cNvSpPr/>
          <p:nvPr/>
        </p:nvSpPr>
        <p:spPr>
          <a:xfrm>
            <a:off x="4961325" y="1304875"/>
            <a:ext cx="3436500" cy="3653100"/>
          </a:xfrm>
          <a:prstGeom prst="roundRect">
            <a:avLst>
              <a:gd name="adj" fmla="val 7490"/>
            </a:avLst>
          </a:prstGeom>
          <a:noFill/>
          <a:ln w="19050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92" name="Google Shape;492;p34"/>
          <p:cNvSpPr/>
          <p:nvPr/>
        </p:nvSpPr>
        <p:spPr>
          <a:xfrm>
            <a:off x="1051825" y="1304875"/>
            <a:ext cx="3436500" cy="3653100"/>
          </a:xfrm>
          <a:prstGeom prst="roundRect">
            <a:avLst>
              <a:gd name="adj" fmla="val 7554"/>
            </a:avLst>
          </a:prstGeom>
          <a:noFill/>
          <a:ln w="19050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93" name="Google Shape;493;p34"/>
          <p:cNvSpPr/>
          <p:nvPr/>
        </p:nvSpPr>
        <p:spPr>
          <a:xfrm>
            <a:off x="899425" y="1152475"/>
            <a:ext cx="3436500" cy="3653100"/>
          </a:xfrm>
          <a:prstGeom prst="roundRect">
            <a:avLst>
              <a:gd name="adj" fmla="val 754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94" name="Google Shape;494;p34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5" name="Google Shape;495;p34"/>
          <p:cNvSpPr txBox="1">
            <a:spLocks noGrp="1"/>
          </p:cNvSpPr>
          <p:nvPr>
            <p:ph type="body" idx="1"/>
          </p:nvPr>
        </p:nvSpPr>
        <p:spPr>
          <a:xfrm>
            <a:off x="1157375" y="2902650"/>
            <a:ext cx="2920500" cy="1687200"/>
          </a:xfrm>
          <a:prstGeom prst="rect">
            <a:avLst/>
          </a:prstGeom>
        </p:spPr>
        <p:txBody>
          <a:bodyPr spcFirstLastPara="1" wrap="square" lIns="91425" tIns="91425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6" name="Google Shape;496;p34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497" name="Google Shape;497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9318" y="62670"/>
            <a:ext cx="599140" cy="600052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34"/>
          <p:cNvSpPr/>
          <p:nvPr/>
        </p:nvSpPr>
        <p:spPr>
          <a:xfrm>
            <a:off x="4808922" y="1152475"/>
            <a:ext cx="3436500" cy="3653100"/>
          </a:xfrm>
          <a:prstGeom prst="roundRect">
            <a:avLst>
              <a:gd name="adj" fmla="val 748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99" name="Google Shape;499;p34"/>
          <p:cNvSpPr txBox="1">
            <a:spLocks noGrp="1"/>
          </p:cNvSpPr>
          <p:nvPr>
            <p:ph type="body" idx="2"/>
          </p:nvPr>
        </p:nvSpPr>
        <p:spPr>
          <a:xfrm>
            <a:off x="5021125" y="2902650"/>
            <a:ext cx="3012000" cy="1687200"/>
          </a:xfrm>
          <a:prstGeom prst="rect">
            <a:avLst/>
          </a:prstGeom>
        </p:spPr>
        <p:txBody>
          <a:bodyPr spcFirstLastPara="1" wrap="square" lIns="91425" tIns="91425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0" name="Google Shape;500;p34"/>
          <p:cNvSpPr>
            <a:spLocks noGrp="1"/>
          </p:cNvSpPr>
          <p:nvPr>
            <p:ph type="pic" idx="3"/>
          </p:nvPr>
        </p:nvSpPr>
        <p:spPr>
          <a:xfrm>
            <a:off x="2064875" y="1342750"/>
            <a:ext cx="1105500" cy="1020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01" name="Google Shape;501;p34"/>
          <p:cNvSpPr>
            <a:spLocks noGrp="1"/>
          </p:cNvSpPr>
          <p:nvPr>
            <p:ph type="pic" idx="4"/>
          </p:nvPr>
        </p:nvSpPr>
        <p:spPr>
          <a:xfrm>
            <a:off x="5974425" y="1342750"/>
            <a:ext cx="1105500" cy="1020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02" name="Google Shape;502;p34"/>
          <p:cNvSpPr txBox="1">
            <a:spLocks noGrp="1"/>
          </p:cNvSpPr>
          <p:nvPr>
            <p:ph type="subTitle" idx="5"/>
          </p:nvPr>
        </p:nvSpPr>
        <p:spPr>
          <a:xfrm>
            <a:off x="1157375" y="2515050"/>
            <a:ext cx="29205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03" name="Google Shape;503;p34"/>
          <p:cNvSpPr txBox="1">
            <a:spLocks noGrp="1"/>
          </p:cNvSpPr>
          <p:nvPr>
            <p:ph type="subTitle" idx="6"/>
          </p:nvPr>
        </p:nvSpPr>
        <p:spPr>
          <a:xfrm>
            <a:off x="5021132" y="2515050"/>
            <a:ext cx="29205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624724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Topics - 3">
  <p:cSld name="4 Topics - 3">
    <p:bg>
      <p:bgPr>
        <a:solidFill>
          <a:schemeClr val="dk2"/>
        </a:solidFill>
        <a:effectLst/>
      </p:bgPr>
    </p:bg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5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06" name="Google Shape;506;p35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507" name="Google Shape;507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35"/>
          <p:cNvSpPr>
            <a:spLocks noGrp="1"/>
          </p:cNvSpPr>
          <p:nvPr>
            <p:ph type="pic" idx="2"/>
          </p:nvPr>
        </p:nvSpPr>
        <p:spPr>
          <a:xfrm>
            <a:off x="466515" y="1028700"/>
            <a:ext cx="783000" cy="712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09" name="Google Shape;509;p35"/>
          <p:cNvSpPr txBox="1">
            <a:spLocks noGrp="1"/>
          </p:cNvSpPr>
          <p:nvPr>
            <p:ph type="subTitle" idx="1"/>
          </p:nvPr>
        </p:nvSpPr>
        <p:spPr>
          <a:xfrm>
            <a:off x="1531021" y="1028700"/>
            <a:ext cx="7142700" cy="2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10" name="Google Shape;510;p35"/>
          <p:cNvSpPr txBox="1">
            <a:spLocks noGrp="1"/>
          </p:cNvSpPr>
          <p:nvPr>
            <p:ph type="body" idx="3"/>
          </p:nvPr>
        </p:nvSpPr>
        <p:spPr>
          <a:xfrm>
            <a:off x="1545097" y="1354424"/>
            <a:ext cx="7142700" cy="38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200">
                <a:solidFill>
                  <a:schemeClr val="lt2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200">
                <a:solidFill>
                  <a:schemeClr val="lt2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200">
                <a:solidFill>
                  <a:schemeClr val="lt2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200">
                <a:solidFill>
                  <a:schemeClr val="lt2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511" name="Google Shape;511;p35"/>
          <p:cNvSpPr>
            <a:spLocks noGrp="1"/>
          </p:cNvSpPr>
          <p:nvPr>
            <p:ph type="pic" idx="4"/>
          </p:nvPr>
        </p:nvSpPr>
        <p:spPr>
          <a:xfrm>
            <a:off x="466515" y="2060371"/>
            <a:ext cx="783000" cy="712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12" name="Google Shape;512;p35"/>
          <p:cNvSpPr txBox="1">
            <a:spLocks noGrp="1"/>
          </p:cNvSpPr>
          <p:nvPr>
            <p:ph type="subTitle" idx="5"/>
          </p:nvPr>
        </p:nvSpPr>
        <p:spPr>
          <a:xfrm>
            <a:off x="1531021" y="2060371"/>
            <a:ext cx="7142700" cy="2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13" name="Google Shape;513;p35"/>
          <p:cNvSpPr txBox="1">
            <a:spLocks noGrp="1"/>
          </p:cNvSpPr>
          <p:nvPr>
            <p:ph type="body" idx="6"/>
          </p:nvPr>
        </p:nvSpPr>
        <p:spPr>
          <a:xfrm>
            <a:off x="1545097" y="2386095"/>
            <a:ext cx="7142700" cy="38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200">
                <a:solidFill>
                  <a:schemeClr val="lt2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200">
                <a:solidFill>
                  <a:schemeClr val="lt2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200">
                <a:solidFill>
                  <a:schemeClr val="lt2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200">
                <a:solidFill>
                  <a:schemeClr val="lt2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514" name="Google Shape;514;p35"/>
          <p:cNvSpPr>
            <a:spLocks noGrp="1"/>
          </p:cNvSpPr>
          <p:nvPr>
            <p:ph type="pic" idx="7"/>
          </p:nvPr>
        </p:nvSpPr>
        <p:spPr>
          <a:xfrm>
            <a:off x="466515" y="3092042"/>
            <a:ext cx="783000" cy="712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15" name="Google Shape;515;p35"/>
          <p:cNvSpPr txBox="1">
            <a:spLocks noGrp="1"/>
          </p:cNvSpPr>
          <p:nvPr>
            <p:ph type="subTitle" idx="8"/>
          </p:nvPr>
        </p:nvSpPr>
        <p:spPr>
          <a:xfrm>
            <a:off x="1531021" y="3092042"/>
            <a:ext cx="7142700" cy="2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16" name="Google Shape;516;p35"/>
          <p:cNvSpPr txBox="1">
            <a:spLocks noGrp="1"/>
          </p:cNvSpPr>
          <p:nvPr>
            <p:ph type="body" idx="9"/>
          </p:nvPr>
        </p:nvSpPr>
        <p:spPr>
          <a:xfrm>
            <a:off x="1545097" y="3417766"/>
            <a:ext cx="7142700" cy="38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200">
                <a:solidFill>
                  <a:schemeClr val="lt2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200">
                <a:solidFill>
                  <a:schemeClr val="lt2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200">
                <a:solidFill>
                  <a:schemeClr val="lt2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200">
                <a:solidFill>
                  <a:schemeClr val="lt2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cxnSp>
        <p:nvCxnSpPr>
          <p:cNvPr id="517" name="Google Shape;517;p35"/>
          <p:cNvCxnSpPr/>
          <p:nvPr/>
        </p:nvCxnSpPr>
        <p:spPr>
          <a:xfrm>
            <a:off x="458100" y="1907233"/>
            <a:ext cx="82290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18" name="Google Shape;518;p35"/>
          <p:cNvCxnSpPr/>
          <p:nvPr/>
        </p:nvCxnSpPr>
        <p:spPr>
          <a:xfrm>
            <a:off x="458100" y="2933820"/>
            <a:ext cx="82290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19" name="Google Shape;519;p35"/>
          <p:cNvSpPr>
            <a:spLocks noGrp="1"/>
          </p:cNvSpPr>
          <p:nvPr>
            <p:ph type="pic" idx="13"/>
          </p:nvPr>
        </p:nvSpPr>
        <p:spPr>
          <a:xfrm>
            <a:off x="466515" y="4102050"/>
            <a:ext cx="783000" cy="712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20" name="Google Shape;520;p35"/>
          <p:cNvSpPr txBox="1">
            <a:spLocks noGrp="1"/>
          </p:cNvSpPr>
          <p:nvPr>
            <p:ph type="subTitle" idx="14"/>
          </p:nvPr>
        </p:nvSpPr>
        <p:spPr>
          <a:xfrm>
            <a:off x="1531021" y="4102050"/>
            <a:ext cx="7142700" cy="2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21" name="Google Shape;521;p35"/>
          <p:cNvSpPr txBox="1">
            <a:spLocks noGrp="1"/>
          </p:cNvSpPr>
          <p:nvPr>
            <p:ph type="body" idx="15"/>
          </p:nvPr>
        </p:nvSpPr>
        <p:spPr>
          <a:xfrm>
            <a:off x="1531475" y="4438650"/>
            <a:ext cx="7141800" cy="38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200">
                <a:solidFill>
                  <a:schemeClr val="lt2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200">
                <a:solidFill>
                  <a:schemeClr val="lt2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200">
                <a:solidFill>
                  <a:schemeClr val="lt2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200">
                <a:solidFill>
                  <a:schemeClr val="lt2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cxnSp>
        <p:nvCxnSpPr>
          <p:cNvPr id="522" name="Google Shape;522;p35"/>
          <p:cNvCxnSpPr/>
          <p:nvPr/>
        </p:nvCxnSpPr>
        <p:spPr>
          <a:xfrm>
            <a:off x="458100" y="3943828"/>
            <a:ext cx="82290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03567300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Topics - 2">
  <p:cSld name="4 Topics - 2">
    <p:bg>
      <p:bgPr>
        <a:solidFill>
          <a:schemeClr val="lt2"/>
        </a:solidFill>
        <a:effectLst/>
      </p:bgPr>
    </p:bg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6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5" name="Google Shape;525;p36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26" name="Google Shape;526;p36"/>
          <p:cNvSpPr>
            <a:spLocks noGrp="1"/>
          </p:cNvSpPr>
          <p:nvPr>
            <p:ph type="pic" idx="2"/>
          </p:nvPr>
        </p:nvSpPr>
        <p:spPr>
          <a:xfrm>
            <a:off x="466515" y="1028700"/>
            <a:ext cx="783000" cy="712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27" name="Google Shape;527;p36"/>
          <p:cNvSpPr txBox="1">
            <a:spLocks noGrp="1"/>
          </p:cNvSpPr>
          <p:nvPr>
            <p:ph type="subTitle" idx="1"/>
          </p:nvPr>
        </p:nvSpPr>
        <p:spPr>
          <a:xfrm>
            <a:off x="1531021" y="1028700"/>
            <a:ext cx="7142700" cy="2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28" name="Google Shape;528;p36"/>
          <p:cNvSpPr txBox="1">
            <a:spLocks noGrp="1"/>
          </p:cNvSpPr>
          <p:nvPr>
            <p:ph type="body" idx="3"/>
          </p:nvPr>
        </p:nvSpPr>
        <p:spPr>
          <a:xfrm>
            <a:off x="1545097" y="1354424"/>
            <a:ext cx="7142700" cy="38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29" name="Google Shape;529;p36"/>
          <p:cNvSpPr>
            <a:spLocks noGrp="1"/>
          </p:cNvSpPr>
          <p:nvPr>
            <p:ph type="pic" idx="4"/>
          </p:nvPr>
        </p:nvSpPr>
        <p:spPr>
          <a:xfrm>
            <a:off x="466515" y="2060371"/>
            <a:ext cx="783000" cy="712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30" name="Google Shape;530;p36"/>
          <p:cNvSpPr txBox="1">
            <a:spLocks noGrp="1"/>
          </p:cNvSpPr>
          <p:nvPr>
            <p:ph type="subTitle" idx="5"/>
          </p:nvPr>
        </p:nvSpPr>
        <p:spPr>
          <a:xfrm>
            <a:off x="1531021" y="2060371"/>
            <a:ext cx="7142700" cy="2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IBM Plex Sans Medium"/>
              <a:buNone/>
              <a:defRPr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31" name="Google Shape;531;p36"/>
          <p:cNvSpPr txBox="1">
            <a:spLocks noGrp="1"/>
          </p:cNvSpPr>
          <p:nvPr>
            <p:ph type="body" idx="6"/>
          </p:nvPr>
        </p:nvSpPr>
        <p:spPr>
          <a:xfrm>
            <a:off x="1545097" y="2386095"/>
            <a:ext cx="7142700" cy="38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32" name="Google Shape;532;p36"/>
          <p:cNvSpPr>
            <a:spLocks noGrp="1"/>
          </p:cNvSpPr>
          <p:nvPr>
            <p:ph type="pic" idx="7"/>
          </p:nvPr>
        </p:nvSpPr>
        <p:spPr>
          <a:xfrm>
            <a:off x="466515" y="3092042"/>
            <a:ext cx="783000" cy="712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33" name="Google Shape;533;p36"/>
          <p:cNvSpPr txBox="1">
            <a:spLocks noGrp="1"/>
          </p:cNvSpPr>
          <p:nvPr>
            <p:ph type="subTitle" idx="8"/>
          </p:nvPr>
        </p:nvSpPr>
        <p:spPr>
          <a:xfrm>
            <a:off x="1531021" y="3092042"/>
            <a:ext cx="7142700" cy="2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IBM Plex Sans Medium"/>
              <a:buNone/>
              <a:defRPr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34" name="Google Shape;534;p36"/>
          <p:cNvSpPr txBox="1">
            <a:spLocks noGrp="1"/>
          </p:cNvSpPr>
          <p:nvPr>
            <p:ph type="body" idx="9"/>
          </p:nvPr>
        </p:nvSpPr>
        <p:spPr>
          <a:xfrm>
            <a:off x="1545097" y="3417766"/>
            <a:ext cx="7142700" cy="38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cxnSp>
        <p:nvCxnSpPr>
          <p:cNvPr id="535" name="Google Shape;535;p36"/>
          <p:cNvCxnSpPr/>
          <p:nvPr/>
        </p:nvCxnSpPr>
        <p:spPr>
          <a:xfrm>
            <a:off x="458100" y="1907233"/>
            <a:ext cx="8229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36" name="Google Shape;536;p36"/>
          <p:cNvCxnSpPr/>
          <p:nvPr/>
        </p:nvCxnSpPr>
        <p:spPr>
          <a:xfrm>
            <a:off x="458100" y="2933820"/>
            <a:ext cx="8229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37" name="Google Shape;537;p36"/>
          <p:cNvSpPr>
            <a:spLocks noGrp="1"/>
          </p:cNvSpPr>
          <p:nvPr>
            <p:ph type="pic" idx="13"/>
          </p:nvPr>
        </p:nvSpPr>
        <p:spPr>
          <a:xfrm>
            <a:off x="466515" y="4102050"/>
            <a:ext cx="783000" cy="712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38" name="Google Shape;538;p36"/>
          <p:cNvSpPr txBox="1">
            <a:spLocks noGrp="1"/>
          </p:cNvSpPr>
          <p:nvPr>
            <p:ph type="subTitle" idx="14"/>
          </p:nvPr>
        </p:nvSpPr>
        <p:spPr>
          <a:xfrm>
            <a:off x="1531021" y="4102050"/>
            <a:ext cx="7142700" cy="2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39" name="Google Shape;539;p36"/>
          <p:cNvSpPr txBox="1">
            <a:spLocks noGrp="1"/>
          </p:cNvSpPr>
          <p:nvPr>
            <p:ph type="body" idx="15"/>
          </p:nvPr>
        </p:nvSpPr>
        <p:spPr>
          <a:xfrm>
            <a:off x="1531475" y="4438650"/>
            <a:ext cx="7141800" cy="38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cxnSp>
        <p:nvCxnSpPr>
          <p:cNvPr id="540" name="Google Shape;540;p36"/>
          <p:cNvCxnSpPr/>
          <p:nvPr/>
        </p:nvCxnSpPr>
        <p:spPr>
          <a:xfrm>
            <a:off x="458100" y="3943828"/>
            <a:ext cx="8229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541" name="Google Shape;541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235728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Topics &amp; Image">
  <p:cSld name="4 Topics &amp; Image"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7"/>
          <p:cNvSpPr txBox="1">
            <a:spLocks noGrp="1"/>
          </p:cNvSpPr>
          <p:nvPr>
            <p:ph type="subTitle" idx="1"/>
          </p:nvPr>
        </p:nvSpPr>
        <p:spPr>
          <a:xfrm>
            <a:off x="461600" y="1137500"/>
            <a:ext cx="7962600" cy="5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IBM Plex Sans Medium"/>
              <a:buNone/>
              <a:defRPr sz="15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4" name="Google Shape;544;p37"/>
          <p:cNvSpPr/>
          <p:nvPr/>
        </p:nvSpPr>
        <p:spPr>
          <a:xfrm>
            <a:off x="591600" y="2013275"/>
            <a:ext cx="4149900" cy="2664300"/>
          </a:xfrm>
          <a:prstGeom prst="roundRect">
            <a:avLst>
              <a:gd name="adj" fmla="val 10160"/>
            </a:avLst>
          </a:prstGeom>
          <a:noFill/>
          <a:ln w="19050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45" name="Google Shape;545;p37"/>
          <p:cNvSpPr>
            <a:spLocks noGrp="1"/>
          </p:cNvSpPr>
          <p:nvPr>
            <p:ph type="pic" idx="2"/>
          </p:nvPr>
        </p:nvSpPr>
        <p:spPr>
          <a:xfrm>
            <a:off x="457200" y="1860875"/>
            <a:ext cx="4113900" cy="2664300"/>
          </a:xfrm>
          <a:prstGeom prst="roundRect">
            <a:avLst>
              <a:gd name="adj" fmla="val 10485"/>
            </a:avLst>
          </a:prstGeom>
          <a:noFill/>
          <a:ln>
            <a:noFill/>
          </a:ln>
        </p:spPr>
      </p:sp>
      <p:sp>
        <p:nvSpPr>
          <p:cNvPr id="546" name="Google Shape;546;p37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547" name="Google Shape;547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37"/>
          <p:cNvSpPr txBox="1">
            <a:spLocks noGrp="1"/>
          </p:cNvSpPr>
          <p:nvPr>
            <p:ph type="subTitle" idx="3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549" name="Google Shape;549;p37"/>
          <p:cNvCxnSpPr>
            <a:endCxn id="550" idx="0"/>
          </p:cNvCxnSpPr>
          <p:nvPr/>
        </p:nvCxnSpPr>
        <p:spPr>
          <a:xfrm flipH="1">
            <a:off x="5343848" y="2068933"/>
            <a:ext cx="5700" cy="2029800"/>
          </a:xfrm>
          <a:prstGeom prst="straightConnector1">
            <a:avLst/>
          </a:prstGeom>
          <a:noFill/>
          <a:ln w="9525" cap="flat" cmpd="sng">
            <a:solidFill>
              <a:srgbClr val="BBBCBC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51" name="Google Shape;551;p37"/>
          <p:cNvSpPr/>
          <p:nvPr/>
        </p:nvSpPr>
        <p:spPr>
          <a:xfrm>
            <a:off x="5130523" y="1860873"/>
            <a:ext cx="426600" cy="426600"/>
          </a:xfrm>
          <a:prstGeom prst="roundRect">
            <a:avLst>
              <a:gd name="adj" fmla="val 50000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52" name="Google Shape;552;p37"/>
          <p:cNvSpPr/>
          <p:nvPr/>
        </p:nvSpPr>
        <p:spPr>
          <a:xfrm>
            <a:off x="5130523" y="2589926"/>
            <a:ext cx="426600" cy="426600"/>
          </a:xfrm>
          <a:prstGeom prst="roundRect">
            <a:avLst>
              <a:gd name="adj" fmla="val 22637"/>
            </a:avLst>
          </a:prstGeom>
          <a:solidFill>
            <a:srgbClr val="26D07C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53" name="Google Shape;553;p37"/>
          <p:cNvSpPr/>
          <p:nvPr/>
        </p:nvSpPr>
        <p:spPr>
          <a:xfrm rot="-2700000">
            <a:off x="5174568" y="3389410"/>
            <a:ext cx="338563" cy="336441"/>
          </a:xfrm>
          <a:prstGeom prst="roundRect">
            <a:avLst>
              <a:gd name="adj" fmla="val 5808"/>
            </a:avLst>
          </a:prstGeom>
          <a:solidFill>
            <a:srgbClr val="0072CE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50" name="Google Shape;550;p37"/>
          <p:cNvSpPr/>
          <p:nvPr/>
        </p:nvSpPr>
        <p:spPr>
          <a:xfrm>
            <a:off x="5130548" y="4098733"/>
            <a:ext cx="426600" cy="426600"/>
          </a:xfrm>
          <a:prstGeom prst="roundRect">
            <a:avLst>
              <a:gd name="adj" fmla="val 50000"/>
            </a:avLst>
          </a:prstGeom>
          <a:solidFill>
            <a:srgbClr val="888B8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54" name="Google Shape;554;p37"/>
          <p:cNvSpPr txBox="1">
            <a:spLocks noGrp="1"/>
          </p:cNvSpPr>
          <p:nvPr>
            <p:ph type="subTitle" idx="4"/>
          </p:nvPr>
        </p:nvSpPr>
        <p:spPr>
          <a:xfrm>
            <a:off x="5758750" y="1970975"/>
            <a:ext cx="2786100" cy="20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5" name="Google Shape;555;p37"/>
          <p:cNvSpPr txBox="1">
            <a:spLocks noGrp="1"/>
          </p:cNvSpPr>
          <p:nvPr>
            <p:ph type="subTitle" idx="5"/>
          </p:nvPr>
        </p:nvSpPr>
        <p:spPr>
          <a:xfrm>
            <a:off x="5758750" y="2700025"/>
            <a:ext cx="2786100" cy="20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6" name="Google Shape;556;p37"/>
          <p:cNvSpPr txBox="1">
            <a:spLocks noGrp="1"/>
          </p:cNvSpPr>
          <p:nvPr>
            <p:ph type="subTitle" idx="6"/>
          </p:nvPr>
        </p:nvSpPr>
        <p:spPr>
          <a:xfrm>
            <a:off x="5758750" y="3453803"/>
            <a:ext cx="2786100" cy="20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7" name="Google Shape;557;p37"/>
          <p:cNvSpPr txBox="1">
            <a:spLocks noGrp="1"/>
          </p:cNvSpPr>
          <p:nvPr>
            <p:ph type="subTitle" idx="7"/>
          </p:nvPr>
        </p:nvSpPr>
        <p:spPr>
          <a:xfrm>
            <a:off x="5758750" y="4224064"/>
            <a:ext cx="2786100" cy="20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8" name="Google Shape;558;p37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5812147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out Camunda">
  <p:cSld name="About Camunda">
    <p:bg>
      <p:bgPr>
        <a:solidFill>
          <a:schemeClr val="dk1"/>
        </a:solidFill>
        <a:effectLst/>
      </p:bgPr>
    </p:bg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8"/>
          <p:cNvSpPr/>
          <p:nvPr/>
        </p:nvSpPr>
        <p:spPr>
          <a:xfrm>
            <a:off x="235175" y="2138100"/>
            <a:ext cx="8451600" cy="3126900"/>
          </a:xfrm>
          <a:prstGeom prst="round2SameRect">
            <a:avLst>
              <a:gd name="adj1" fmla="val 6841"/>
              <a:gd name="adj2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61" name="Google Shape;561;p38"/>
          <p:cNvSpPr txBox="1">
            <a:spLocks noGrp="1"/>
          </p:cNvSpPr>
          <p:nvPr>
            <p:ph type="body" idx="1"/>
          </p:nvPr>
        </p:nvSpPr>
        <p:spPr>
          <a:xfrm>
            <a:off x="457200" y="3054300"/>
            <a:ext cx="4114800" cy="136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2" name="Google Shape;562;p38"/>
          <p:cNvSpPr txBox="1">
            <a:spLocks noGrp="1"/>
          </p:cNvSpPr>
          <p:nvPr>
            <p:ph type="subTitle" idx="2"/>
          </p:nvPr>
        </p:nvSpPr>
        <p:spPr>
          <a:xfrm>
            <a:off x="467075" y="46621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63" name="Google Shape;563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9318" y="62670"/>
            <a:ext cx="599140" cy="60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1" y="662724"/>
            <a:ext cx="2738847" cy="937475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38"/>
          <p:cNvSpPr txBox="1"/>
          <p:nvPr/>
        </p:nvSpPr>
        <p:spPr>
          <a:xfrm>
            <a:off x="467075" y="107800"/>
            <a:ext cx="38535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About</a:t>
            </a:r>
            <a:endParaRPr sz="3400" b="1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66" name="Google Shape;566;p38"/>
          <p:cNvSpPr txBox="1">
            <a:spLocks noGrp="1"/>
          </p:cNvSpPr>
          <p:nvPr>
            <p:ph type="subTitle" idx="3"/>
          </p:nvPr>
        </p:nvSpPr>
        <p:spPr>
          <a:xfrm>
            <a:off x="457200" y="2310150"/>
            <a:ext cx="4114800" cy="52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7" name="Google Shape;567;p38"/>
          <p:cNvSpPr txBox="1"/>
          <p:nvPr/>
        </p:nvSpPr>
        <p:spPr>
          <a:xfrm>
            <a:off x="467075" y="1724250"/>
            <a:ext cx="3144000" cy="2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5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Orchestrate. Automate. Transform.</a:t>
            </a:r>
            <a:endParaRPr sz="135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grpSp>
        <p:nvGrpSpPr>
          <p:cNvPr id="568" name="Google Shape;568;p38"/>
          <p:cNvGrpSpPr/>
          <p:nvPr/>
        </p:nvGrpSpPr>
        <p:grpSpPr>
          <a:xfrm>
            <a:off x="3857136" y="510229"/>
            <a:ext cx="3922807" cy="1166248"/>
            <a:chOff x="4932575" y="3084725"/>
            <a:chExt cx="3928700" cy="1168000"/>
          </a:xfrm>
        </p:grpSpPr>
        <p:cxnSp>
          <p:nvCxnSpPr>
            <p:cNvPr id="569" name="Google Shape;569;p38"/>
            <p:cNvCxnSpPr/>
            <p:nvPr/>
          </p:nvCxnSpPr>
          <p:spPr>
            <a:xfrm>
              <a:off x="5681125" y="3991125"/>
              <a:ext cx="156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70" name="Google Shape;570;p38"/>
            <p:cNvCxnSpPr>
              <a:stCxn id="571" idx="6"/>
              <a:endCxn id="572" idx="2"/>
            </p:cNvCxnSpPr>
            <p:nvPr/>
          </p:nvCxnSpPr>
          <p:spPr>
            <a:xfrm>
              <a:off x="5214275" y="3346325"/>
              <a:ext cx="3365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571" name="Google Shape;571;p38"/>
            <p:cNvSpPr/>
            <p:nvPr/>
          </p:nvSpPr>
          <p:spPr>
            <a:xfrm>
              <a:off x="4932575" y="3205475"/>
              <a:ext cx="281700" cy="28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2" name="Google Shape;572;p38"/>
            <p:cNvSpPr/>
            <p:nvPr/>
          </p:nvSpPr>
          <p:spPr>
            <a:xfrm>
              <a:off x="8579575" y="3205475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3" name="Google Shape;573;p38"/>
            <p:cNvSpPr/>
            <p:nvPr/>
          </p:nvSpPr>
          <p:spPr>
            <a:xfrm rot="2700000">
              <a:off x="5526360" y="3205477"/>
              <a:ext cx="281711" cy="281711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4" name="Google Shape;574;p38"/>
            <p:cNvSpPr/>
            <p:nvPr/>
          </p:nvSpPr>
          <p:spPr>
            <a:xfrm rot="2700000">
              <a:off x="7071978" y="3205477"/>
              <a:ext cx="281711" cy="281711"/>
            </a:xfrm>
            <a:prstGeom prst="roundRect">
              <a:avLst>
                <a:gd name="adj" fmla="val 16667"/>
              </a:avLst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5" name="Google Shape;575;p38"/>
            <p:cNvSpPr/>
            <p:nvPr/>
          </p:nvSpPr>
          <p:spPr>
            <a:xfrm>
              <a:off x="6108675" y="3084725"/>
              <a:ext cx="662700" cy="5232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6" name="Google Shape;576;p38"/>
            <p:cNvSpPr/>
            <p:nvPr/>
          </p:nvSpPr>
          <p:spPr>
            <a:xfrm>
              <a:off x="6350925" y="3729525"/>
              <a:ext cx="662700" cy="5232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7" name="Google Shape;577;p38"/>
            <p:cNvSpPr/>
            <p:nvPr/>
          </p:nvSpPr>
          <p:spPr>
            <a:xfrm>
              <a:off x="7664450" y="3084725"/>
              <a:ext cx="662700" cy="5232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cxnSp>
          <p:nvCxnSpPr>
            <p:cNvPr id="578" name="Google Shape;578;p38"/>
            <p:cNvCxnSpPr/>
            <p:nvPr/>
          </p:nvCxnSpPr>
          <p:spPr>
            <a:xfrm>
              <a:off x="5667225" y="3545525"/>
              <a:ext cx="0" cy="4455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79" name="Google Shape;579;p38"/>
            <p:cNvCxnSpPr/>
            <p:nvPr/>
          </p:nvCxnSpPr>
          <p:spPr>
            <a:xfrm>
              <a:off x="7212825" y="3545525"/>
              <a:ext cx="0" cy="4455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3108474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se Study - 1">
  <p:cSld name="Case Study - 1"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9"/>
          <p:cNvSpPr/>
          <p:nvPr/>
        </p:nvSpPr>
        <p:spPr>
          <a:xfrm>
            <a:off x="5218738" y="2431300"/>
            <a:ext cx="4176600" cy="1023900"/>
          </a:xfrm>
          <a:prstGeom prst="roundRect">
            <a:avLst>
              <a:gd name="adj" fmla="val 2456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82" name="Google Shape;582;p39"/>
          <p:cNvSpPr/>
          <p:nvPr/>
        </p:nvSpPr>
        <p:spPr>
          <a:xfrm>
            <a:off x="5218738" y="3772475"/>
            <a:ext cx="4176600" cy="1023900"/>
          </a:xfrm>
          <a:prstGeom prst="roundRect">
            <a:avLst>
              <a:gd name="adj" fmla="val 2456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83" name="Google Shape;583;p39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84" name="Google Shape;584;p39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585" name="Google Shape;585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39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7" name="Google Shape;587;p39"/>
          <p:cNvSpPr txBox="1">
            <a:spLocks noGrp="1"/>
          </p:cNvSpPr>
          <p:nvPr>
            <p:ph type="subTitle" idx="2"/>
          </p:nvPr>
        </p:nvSpPr>
        <p:spPr>
          <a:xfrm>
            <a:off x="476075" y="1158725"/>
            <a:ext cx="3862500" cy="44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8" name="Google Shape;588;p39"/>
          <p:cNvSpPr txBox="1">
            <a:spLocks noGrp="1"/>
          </p:cNvSpPr>
          <p:nvPr>
            <p:ph type="body" idx="3"/>
          </p:nvPr>
        </p:nvSpPr>
        <p:spPr>
          <a:xfrm>
            <a:off x="476075" y="1724600"/>
            <a:ext cx="3862500" cy="30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89" name="Google Shape;589;p39"/>
          <p:cNvSpPr/>
          <p:nvPr/>
        </p:nvSpPr>
        <p:spPr>
          <a:xfrm>
            <a:off x="5218738" y="1176675"/>
            <a:ext cx="4176600" cy="1023900"/>
          </a:xfrm>
          <a:prstGeom prst="roundRect">
            <a:avLst>
              <a:gd name="adj" fmla="val 2456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90" name="Google Shape;590;p39"/>
          <p:cNvSpPr/>
          <p:nvPr/>
        </p:nvSpPr>
        <p:spPr>
          <a:xfrm>
            <a:off x="4853798" y="1268027"/>
            <a:ext cx="758400" cy="758400"/>
          </a:xfrm>
          <a:prstGeom prst="roundRect">
            <a:avLst>
              <a:gd name="adj" fmla="val 50000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91" name="Google Shape;591;p39"/>
          <p:cNvSpPr/>
          <p:nvPr/>
        </p:nvSpPr>
        <p:spPr>
          <a:xfrm>
            <a:off x="4853798" y="2564104"/>
            <a:ext cx="758400" cy="758400"/>
          </a:xfrm>
          <a:prstGeom prst="roundRect">
            <a:avLst>
              <a:gd name="adj" fmla="val 22637"/>
            </a:avLst>
          </a:prstGeom>
          <a:solidFill>
            <a:srgbClr val="26D07C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92" name="Google Shape;592;p39"/>
          <p:cNvSpPr/>
          <p:nvPr/>
        </p:nvSpPr>
        <p:spPr>
          <a:xfrm rot="-2700000">
            <a:off x="4932111" y="3985320"/>
            <a:ext cx="602031" cy="598212"/>
          </a:xfrm>
          <a:prstGeom prst="roundRect">
            <a:avLst>
              <a:gd name="adj" fmla="val 5808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93" name="Google Shape;593;p39"/>
          <p:cNvSpPr>
            <a:spLocks noGrp="1"/>
          </p:cNvSpPr>
          <p:nvPr>
            <p:ph type="pic" idx="4"/>
          </p:nvPr>
        </p:nvSpPr>
        <p:spPr>
          <a:xfrm>
            <a:off x="4939050" y="1346125"/>
            <a:ext cx="599100" cy="599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94" name="Google Shape;594;p39"/>
          <p:cNvSpPr>
            <a:spLocks noGrp="1"/>
          </p:cNvSpPr>
          <p:nvPr>
            <p:ph type="pic" idx="5"/>
          </p:nvPr>
        </p:nvSpPr>
        <p:spPr>
          <a:xfrm>
            <a:off x="4939050" y="2643700"/>
            <a:ext cx="599100" cy="599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95" name="Google Shape;595;p39"/>
          <p:cNvSpPr>
            <a:spLocks noGrp="1"/>
          </p:cNvSpPr>
          <p:nvPr>
            <p:ph type="pic" idx="6"/>
          </p:nvPr>
        </p:nvSpPr>
        <p:spPr>
          <a:xfrm>
            <a:off x="4939050" y="3984875"/>
            <a:ext cx="599100" cy="599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96" name="Google Shape;596;p39"/>
          <p:cNvSpPr txBox="1">
            <a:spLocks noGrp="1"/>
          </p:cNvSpPr>
          <p:nvPr>
            <p:ph type="subTitle" idx="7"/>
          </p:nvPr>
        </p:nvSpPr>
        <p:spPr>
          <a:xfrm>
            <a:off x="5802575" y="1268025"/>
            <a:ext cx="2884200" cy="33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7" name="Google Shape;597;p39"/>
          <p:cNvSpPr txBox="1">
            <a:spLocks noGrp="1"/>
          </p:cNvSpPr>
          <p:nvPr>
            <p:ph type="body" idx="8"/>
          </p:nvPr>
        </p:nvSpPr>
        <p:spPr>
          <a:xfrm>
            <a:off x="5802575" y="1600325"/>
            <a:ext cx="2884200" cy="51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98" name="Google Shape;598;p39"/>
          <p:cNvSpPr txBox="1">
            <a:spLocks noGrp="1"/>
          </p:cNvSpPr>
          <p:nvPr>
            <p:ph type="subTitle" idx="9"/>
          </p:nvPr>
        </p:nvSpPr>
        <p:spPr>
          <a:xfrm>
            <a:off x="5802575" y="2520250"/>
            <a:ext cx="2884200" cy="33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 b="1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9" name="Google Shape;599;p39"/>
          <p:cNvSpPr txBox="1">
            <a:spLocks noGrp="1"/>
          </p:cNvSpPr>
          <p:nvPr>
            <p:ph type="body" idx="13"/>
          </p:nvPr>
        </p:nvSpPr>
        <p:spPr>
          <a:xfrm>
            <a:off x="5802575" y="2852550"/>
            <a:ext cx="2884200" cy="51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0" name="Google Shape;600;p39"/>
          <p:cNvSpPr txBox="1">
            <a:spLocks noGrp="1"/>
          </p:cNvSpPr>
          <p:nvPr>
            <p:ph type="subTitle" idx="14"/>
          </p:nvPr>
        </p:nvSpPr>
        <p:spPr>
          <a:xfrm>
            <a:off x="5802575" y="3861475"/>
            <a:ext cx="2884200" cy="33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1" name="Google Shape;601;p39"/>
          <p:cNvSpPr txBox="1">
            <a:spLocks noGrp="1"/>
          </p:cNvSpPr>
          <p:nvPr>
            <p:ph type="body" idx="15"/>
          </p:nvPr>
        </p:nvSpPr>
        <p:spPr>
          <a:xfrm>
            <a:off x="5802575" y="4193775"/>
            <a:ext cx="2884200" cy="51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167692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se Study - 3">
  <p:cSld name="Case Study - 3"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604" name="Google Shape;604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40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6" name="Google Shape;606;p40"/>
          <p:cNvSpPr txBox="1">
            <a:spLocks noGrp="1"/>
          </p:cNvSpPr>
          <p:nvPr>
            <p:ph type="subTitle" idx="2"/>
          </p:nvPr>
        </p:nvSpPr>
        <p:spPr>
          <a:xfrm>
            <a:off x="2640742" y="1130847"/>
            <a:ext cx="3862500" cy="44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7" name="Google Shape;607;p40"/>
          <p:cNvSpPr/>
          <p:nvPr/>
        </p:nvSpPr>
        <p:spPr>
          <a:xfrm>
            <a:off x="1193675" y="2039375"/>
            <a:ext cx="6756600" cy="1961100"/>
          </a:xfrm>
          <a:prstGeom prst="roundRect">
            <a:avLst>
              <a:gd name="adj" fmla="val 11847"/>
            </a:avLst>
          </a:prstGeom>
          <a:solidFill>
            <a:srgbClr val="434343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/>
          </a:p>
        </p:txBody>
      </p:sp>
      <p:sp>
        <p:nvSpPr>
          <p:cNvPr id="608" name="Google Shape;608;p40"/>
          <p:cNvSpPr txBox="1">
            <a:spLocks noGrp="1"/>
          </p:cNvSpPr>
          <p:nvPr>
            <p:ph type="subTitle" idx="3"/>
          </p:nvPr>
        </p:nvSpPr>
        <p:spPr>
          <a:xfrm>
            <a:off x="2640742" y="1547000"/>
            <a:ext cx="3862500" cy="44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609" name="Google Shape;609;p40"/>
          <p:cNvSpPr txBox="1">
            <a:spLocks noGrp="1"/>
          </p:cNvSpPr>
          <p:nvPr>
            <p:ph type="body" idx="4"/>
          </p:nvPr>
        </p:nvSpPr>
        <p:spPr>
          <a:xfrm>
            <a:off x="1582650" y="3120047"/>
            <a:ext cx="1739100" cy="7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1pPr>
            <a:lvl2pPr marL="914400" lvl="1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2pPr>
            <a:lvl3pPr marL="1371600" lvl="2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3pPr>
            <a:lvl4pPr marL="1828800" lvl="3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 sz="900">
                <a:solidFill>
                  <a:schemeClr val="lt1"/>
                </a:solidFill>
              </a:defRPr>
            </a:lvl4pPr>
            <a:lvl5pPr marL="2286000" lvl="4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900">
                <a:solidFill>
                  <a:schemeClr val="lt1"/>
                </a:solidFill>
              </a:defRPr>
            </a:lvl5pPr>
            <a:lvl6pPr marL="2743200" lvl="5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6pPr>
            <a:lvl7pPr marL="3200400" lvl="6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 sz="900">
                <a:solidFill>
                  <a:schemeClr val="lt1"/>
                </a:solidFill>
              </a:defRPr>
            </a:lvl7pPr>
            <a:lvl8pPr marL="3657600" lvl="7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900">
                <a:solidFill>
                  <a:schemeClr val="lt1"/>
                </a:solidFill>
              </a:defRPr>
            </a:lvl8pPr>
            <a:lvl9pPr marL="4114800" lvl="8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10" name="Google Shape;610;p40"/>
          <p:cNvSpPr>
            <a:spLocks noGrp="1"/>
          </p:cNvSpPr>
          <p:nvPr>
            <p:ph type="pic" idx="5"/>
          </p:nvPr>
        </p:nvSpPr>
        <p:spPr>
          <a:xfrm>
            <a:off x="2172532" y="2225911"/>
            <a:ext cx="599100" cy="599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11" name="Google Shape;611;p40"/>
          <p:cNvSpPr txBox="1">
            <a:spLocks noGrp="1"/>
          </p:cNvSpPr>
          <p:nvPr>
            <p:ph type="subTitle" idx="6"/>
          </p:nvPr>
        </p:nvSpPr>
        <p:spPr>
          <a:xfrm>
            <a:off x="1582625" y="2899211"/>
            <a:ext cx="1739100" cy="19236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50"/>
              <a:buFont typeface="IBM Plex Sans Medium"/>
              <a:buNone/>
              <a:defRPr sz="125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612" name="Google Shape;612;p40"/>
          <p:cNvSpPr txBox="1">
            <a:spLocks noGrp="1"/>
          </p:cNvSpPr>
          <p:nvPr>
            <p:ph type="body" idx="7"/>
          </p:nvPr>
        </p:nvSpPr>
        <p:spPr>
          <a:xfrm>
            <a:off x="3783350" y="3120047"/>
            <a:ext cx="1638300" cy="7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1pPr>
            <a:lvl2pPr marL="914400" lvl="1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2pPr>
            <a:lvl3pPr marL="1371600" lvl="2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3pPr>
            <a:lvl4pPr marL="1828800" lvl="3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 sz="900">
                <a:solidFill>
                  <a:schemeClr val="lt1"/>
                </a:solidFill>
              </a:defRPr>
            </a:lvl4pPr>
            <a:lvl5pPr marL="2286000" lvl="4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900">
                <a:solidFill>
                  <a:schemeClr val="lt1"/>
                </a:solidFill>
              </a:defRPr>
            </a:lvl5pPr>
            <a:lvl6pPr marL="2743200" lvl="5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6pPr>
            <a:lvl7pPr marL="3200400" lvl="6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 sz="900">
                <a:solidFill>
                  <a:schemeClr val="lt1"/>
                </a:solidFill>
              </a:defRPr>
            </a:lvl7pPr>
            <a:lvl8pPr marL="3657600" lvl="7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900">
                <a:solidFill>
                  <a:schemeClr val="lt1"/>
                </a:solidFill>
              </a:defRPr>
            </a:lvl8pPr>
            <a:lvl9pPr marL="4114800" lvl="8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13" name="Google Shape;613;p40"/>
          <p:cNvSpPr>
            <a:spLocks noGrp="1"/>
          </p:cNvSpPr>
          <p:nvPr>
            <p:ph type="pic" idx="8"/>
          </p:nvPr>
        </p:nvSpPr>
        <p:spPr>
          <a:xfrm>
            <a:off x="4272435" y="2225911"/>
            <a:ext cx="599100" cy="599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14" name="Google Shape;614;p40"/>
          <p:cNvSpPr txBox="1">
            <a:spLocks noGrp="1"/>
          </p:cNvSpPr>
          <p:nvPr>
            <p:ph type="subTitle" idx="9"/>
          </p:nvPr>
        </p:nvSpPr>
        <p:spPr>
          <a:xfrm>
            <a:off x="3783450" y="2899211"/>
            <a:ext cx="1638300" cy="19236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50"/>
              <a:buFont typeface="IBM Plex Sans Medium"/>
              <a:buNone/>
              <a:defRPr sz="125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615" name="Google Shape;615;p40"/>
          <p:cNvSpPr txBox="1">
            <a:spLocks noGrp="1"/>
          </p:cNvSpPr>
          <p:nvPr>
            <p:ph type="body" idx="13"/>
          </p:nvPr>
        </p:nvSpPr>
        <p:spPr>
          <a:xfrm>
            <a:off x="5801975" y="3120047"/>
            <a:ext cx="1739100" cy="7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1pPr>
            <a:lvl2pPr marL="914400" lvl="1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2pPr>
            <a:lvl3pPr marL="1371600" lvl="2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3pPr>
            <a:lvl4pPr marL="1828800" lvl="3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 sz="900">
                <a:solidFill>
                  <a:schemeClr val="lt1"/>
                </a:solidFill>
              </a:defRPr>
            </a:lvl4pPr>
            <a:lvl5pPr marL="2286000" lvl="4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900">
                <a:solidFill>
                  <a:schemeClr val="lt1"/>
                </a:solidFill>
              </a:defRPr>
            </a:lvl5pPr>
            <a:lvl6pPr marL="2743200" lvl="5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6pPr>
            <a:lvl7pPr marL="3200400" lvl="6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 sz="900">
                <a:solidFill>
                  <a:schemeClr val="lt1"/>
                </a:solidFill>
              </a:defRPr>
            </a:lvl7pPr>
            <a:lvl8pPr marL="3657600" lvl="7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900">
                <a:solidFill>
                  <a:schemeClr val="lt1"/>
                </a:solidFill>
              </a:defRPr>
            </a:lvl8pPr>
            <a:lvl9pPr marL="4114800" lvl="8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16" name="Google Shape;616;p40"/>
          <p:cNvSpPr>
            <a:spLocks noGrp="1"/>
          </p:cNvSpPr>
          <p:nvPr>
            <p:ph type="pic" idx="14"/>
          </p:nvPr>
        </p:nvSpPr>
        <p:spPr>
          <a:xfrm>
            <a:off x="6351060" y="2225911"/>
            <a:ext cx="599100" cy="599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17" name="Google Shape;617;p40"/>
          <p:cNvSpPr txBox="1">
            <a:spLocks noGrp="1"/>
          </p:cNvSpPr>
          <p:nvPr>
            <p:ph type="subTitle" idx="15"/>
          </p:nvPr>
        </p:nvSpPr>
        <p:spPr>
          <a:xfrm>
            <a:off x="5801975" y="2899211"/>
            <a:ext cx="1739100" cy="19236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50"/>
              <a:buFont typeface="IBM Plex Sans Medium"/>
              <a:buNone/>
              <a:defRPr sz="125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grpSp>
        <p:nvGrpSpPr>
          <p:cNvPr id="618" name="Google Shape;618;p40"/>
          <p:cNvGrpSpPr/>
          <p:nvPr/>
        </p:nvGrpSpPr>
        <p:grpSpPr>
          <a:xfrm>
            <a:off x="7409478" y="3634500"/>
            <a:ext cx="1479491" cy="1271430"/>
            <a:chOff x="7208350" y="3156400"/>
            <a:chExt cx="1479491" cy="1271430"/>
          </a:xfrm>
        </p:grpSpPr>
        <p:sp>
          <p:nvSpPr>
            <p:cNvPr id="619" name="Google Shape;619;p40"/>
            <p:cNvSpPr/>
            <p:nvPr/>
          </p:nvSpPr>
          <p:spPr>
            <a:xfrm>
              <a:off x="8202466" y="3550315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0" name="Google Shape;620;p40"/>
            <p:cNvSpPr/>
            <p:nvPr/>
          </p:nvSpPr>
          <p:spPr>
            <a:xfrm>
              <a:off x="8202466" y="3353358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1" name="Google Shape;621;p40"/>
            <p:cNvSpPr/>
            <p:nvPr/>
          </p:nvSpPr>
          <p:spPr>
            <a:xfrm>
              <a:off x="8202466" y="315640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2" name="Google Shape;622;p40"/>
            <p:cNvSpPr/>
            <p:nvPr/>
          </p:nvSpPr>
          <p:spPr>
            <a:xfrm>
              <a:off x="8202466" y="3747273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3" name="Google Shape;623;p40"/>
            <p:cNvSpPr/>
            <p:nvPr/>
          </p:nvSpPr>
          <p:spPr>
            <a:xfrm>
              <a:off x="8202466" y="394423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4" name="Google Shape;624;p40"/>
            <p:cNvSpPr/>
            <p:nvPr/>
          </p:nvSpPr>
          <p:spPr>
            <a:xfrm>
              <a:off x="7608951" y="3747273"/>
              <a:ext cx="89700" cy="89700"/>
            </a:xfrm>
            <a:prstGeom prst="ellipse">
              <a:avLst/>
            </a:prstGeom>
            <a:solidFill>
              <a:srgbClr val="26D0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5" name="Google Shape;625;p40"/>
            <p:cNvSpPr/>
            <p:nvPr/>
          </p:nvSpPr>
          <p:spPr>
            <a:xfrm>
              <a:off x="7608951" y="3944230"/>
              <a:ext cx="89700" cy="89700"/>
            </a:xfrm>
            <a:prstGeom prst="ellipse">
              <a:avLst/>
            </a:prstGeom>
            <a:solidFill>
              <a:srgbClr val="26D0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6" name="Google Shape;626;p40"/>
            <p:cNvSpPr/>
            <p:nvPr/>
          </p:nvSpPr>
          <p:spPr>
            <a:xfrm>
              <a:off x="7806789" y="3747273"/>
              <a:ext cx="89700" cy="89700"/>
            </a:xfrm>
            <a:prstGeom prst="ellipse">
              <a:avLst/>
            </a:prstGeom>
            <a:solidFill>
              <a:srgbClr val="26D0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7" name="Google Shape;627;p40"/>
            <p:cNvSpPr/>
            <p:nvPr/>
          </p:nvSpPr>
          <p:spPr>
            <a:xfrm>
              <a:off x="7806789" y="3944230"/>
              <a:ext cx="89700" cy="89700"/>
            </a:xfrm>
            <a:prstGeom prst="ellipse">
              <a:avLst/>
            </a:prstGeom>
            <a:solidFill>
              <a:srgbClr val="26D0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8" name="Google Shape;628;p40"/>
            <p:cNvSpPr/>
            <p:nvPr/>
          </p:nvSpPr>
          <p:spPr>
            <a:xfrm>
              <a:off x="8004628" y="3550315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9" name="Google Shape;629;p40"/>
            <p:cNvSpPr/>
            <p:nvPr/>
          </p:nvSpPr>
          <p:spPr>
            <a:xfrm>
              <a:off x="8004628" y="3353358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0" name="Google Shape;630;p40"/>
            <p:cNvSpPr/>
            <p:nvPr/>
          </p:nvSpPr>
          <p:spPr>
            <a:xfrm>
              <a:off x="8004628" y="315640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1" name="Google Shape;631;p40"/>
            <p:cNvSpPr/>
            <p:nvPr/>
          </p:nvSpPr>
          <p:spPr>
            <a:xfrm>
              <a:off x="8004628" y="3747273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2" name="Google Shape;632;p40"/>
            <p:cNvSpPr/>
            <p:nvPr/>
          </p:nvSpPr>
          <p:spPr>
            <a:xfrm>
              <a:off x="8004628" y="394423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3" name="Google Shape;633;p40"/>
            <p:cNvSpPr/>
            <p:nvPr/>
          </p:nvSpPr>
          <p:spPr>
            <a:xfrm>
              <a:off x="8202466" y="414118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4" name="Google Shape;634;p40"/>
            <p:cNvSpPr/>
            <p:nvPr/>
          </p:nvSpPr>
          <p:spPr>
            <a:xfrm>
              <a:off x="7411112" y="4141180"/>
              <a:ext cx="89700" cy="89700"/>
            </a:xfrm>
            <a:prstGeom prst="ellipse">
              <a:avLst/>
            </a:prstGeom>
            <a:solidFill>
              <a:srgbClr val="0072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5" name="Google Shape;635;p40"/>
            <p:cNvSpPr/>
            <p:nvPr/>
          </p:nvSpPr>
          <p:spPr>
            <a:xfrm>
              <a:off x="7608951" y="4141180"/>
              <a:ext cx="89700" cy="89700"/>
            </a:xfrm>
            <a:prstGeom prst="ellipse">
              <a:avLst/>
            </a:prstGeom>
            <a:solidFill>
              <a:srgbClr val="26D0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6" name="Google Shape;636;p40"/>
            <p:cNvSpPr/>
            <p:nvPr/>
          </p:nvSpPr>
          <p:spPr>
            <a:xfrm>
              <a:off x="7806789" y="4141180"/>
              <a:ext cx="89700" cy="89700"/>
            </a:xfrm>
            <a:prstGeom prst="ellipse">
              <a:avLst/>
            </a:prstGeom>
            <a:solidFill>
              <a:srgbClr val="26D0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7" name="Google Shape;637;p40"/>
            <p:cNvSpPr/>
            <p:nvPr/>
          </p:nvSpPr>
          <p:spPr>
            <a:xfrm>
              <a:off x="8004628" y="414118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8" name="Google Shape;638;p40"/>
            <p:cNvSpPr/>
            <p:nvPr/>
          </p:nvSpPr>
          <p:spPr>
            <a:xfrm>
              <a:off x="7208350" y="4141180"/>
              <a:ext cx="89700" cy="89700"/>
            </a:xfrm>
            <a:prstGeom prst="ellipse">
              <a:avLst/>
            </a:prstGeom>
            <a:solidFill>
              <a:srgbClr val="0072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9" name="Google Shape;639;p40"/>
            <p:cNvSpPr/>
            <p:nvPr/>
          </p:nvSpPr>
          <p:spPr>
            <a:xfrm>
              <a:off x="8202466" y="433813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0" name="Google Shape;640;p40"/>
            <p:cNvSpPr/>
            <p:nvPr/>
          </p:nvSpPr>
          <p:spPr>
            <a:xfrm>
              <a:off x="7411112" y="4338130"/>
              <a:ext cx="89700" cy="89700"/>
            </a:xfrm>
            <a:prstGeom prst="ellipse">
              <a:avLst/>
            </a:prstGeom>
            <a:solidFill>
              <a:srgbClr val="0072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1" name="Google Shape;641;p40"/>
            <p:cNvSpPr/>
            <p:nvPr/>
          </p:nvSpPr>
          <p:spPr>
            <a:xfrm>
              <a:off x="7608951" y="4338130"/>
              <a:ext cx="89700" cy="89700"/>
            </a:xfrm>
            <a:prstGeom prst="ellipse">
              <a:avLst/>
            </a:prstGeom>
            <a:solidFill>
              <a:srgbClr val="26D0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2" name="Google Shape;642;p40"/>
            <p:cNvSpPr/>
            <p:nvPr/>
          </p:nvSpPr>
          <p:spPr>
            <a:xfrm>
              <a:off x="7806789" y="4338130"/>
              <a:ext cx="89700" cy="89700"/>
            </a:xfrm>
            <a:prstGeom prst="ellipse">
              <a:avLst/>
            </a:prstGeom>
            <a:solidFill>
              <a:srgbClr val="26D0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3" name="Google Shape;643;p40"/>
            <p:cNvSpPr/>
            <p:nvPr/>
          </p:nvSpPr>
          <p:spPr>
            <a:xfrm>
              <a:off x="8004628" y="433813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4" name="Google Shape;644;p40"/>
            <p:cNvSpPr/>
            <p:nvPr/>
          </p:nvSpPr>
          <p:spPr>
            <a:xfrm>
              <a:off x="7208350" y="4338130"/>
              <a:ext cx="89700" cy="89700"/>
            </a:xfrm>
            <a:prstGeom prst="ellipse">
              <a:avLst/>
            </a:prstGeom>
            <a:solidFill>
              <a:srgbClr val="0072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5" name="Google Shape;645;p40"/>
            <p:cNvSpPr/>
            <p:nvPr/>
          </p:nvSpPr>
          <p:spPr>
            <a:xfrm>
              <a:off x="8598141" y="3550315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6" name="Google Shape;646;p40"/>
            <p:cNvSpPr/>
            <p:nvPr/>
          </p:nvSpPr>
          <p:spPr>
            <a:xfrm>
              <a:off x="8598141" y="3353358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7" name="Google Shape;647;p40"/>
            <p:cNvSpPr/>
            <p:nvPr/>
          </p:nvSpPr>
          <p:spPr>
            <a:xfrm>
              <a:off x="8598141" y="315640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8" name="Google Shape;648;p40"/>
            <p:cNvSpPr/>
            <p:nvPr/>
          </p:nvSpPr>
          <p:spPr>
            <a:xfrm>
              <a:off x="8598141" y="3747273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9" name="Google Shape;649;p40"/>
            <p:cNvSpPr/>
            <p:nvPr/>
          </p:nvSpPr>
          <p:spPr>
            <a:xfrm>
              <a:off x="8598141" y="394423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0" name="Google Shape;650;p40"/>
            <p:cNvSpPr/>
            <p:nvPr/>
          </p:nvSpPr>
          <p:spPr>
            <a:xfrm>
              <a:off x="8400303" y="3550315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1" name="Google Shape;651;p40"/>
            <p:cNvSpPr/>
            <p:nvPr/>
          </p:nvSpPr>
          <p:spPr>
            <a:xfrm>
              <a:off x="8400303" y="3353358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2" name="Google Shape;652;p40"/>
            <p:cNvSpPr/>
            <p:nvPr/>
          </p:nvSpPr>
          <p:spPr>
            <a:xfrm>
              <a:off x="8400303" y="315640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3" name="Google Shape;653;p40"/>
            <p:cNvSpPr/>
            <p:nvPr/>
          </p:nvSpPr>
          <p:spPr>
            <a:xfrm>
              <a:off x="8400303" y="3747273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4" name="Google Shape;654;p40"/>
            <p:cNvSpPr/>
            <p:nvPr/>
          </p:nvSpPr>
          <p:spPr>
            <a:xfrm>
              <a:off x="8400303" y="394423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5" name="Google Shape;655;p40"/>
            <p:cNvSpPr/>
            <p:nvPr/>
          </p:nvSpPr>
          <p:spPr>
            <a:xfrm>
              <a:off x="8598141" y="414118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6" name="Google Shape;656;p40"/>
            <p:cNvSpPr/>
            <p:nvPr/>
          </p:nvSpPr>
          <p:spPr>
            <a:xfrm>
              <a:off x="8400303" y="414118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7" name="Google Shape;657;p40"/>
            <p:cNvSpPr/>
            <p:nvPr/>
          </p:nvSpPr>
          <p:spPr>
            <a:xfrm>
              <a:off x="8598141" y="433813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8" name="Google Shape;658;p40"/>
            <p:cNvSpPr/>
            <p:nvPr/>
          </p:nvSpPr>
          <p:spPr>
            <a:xfrm>
              <a:off x="8400303" y="433813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71755032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se Study - 2">
  <p:cSld name="Case Study - 2">
    <p:bg>
      <p:bgPr>
        <a:solidFill>
          <a:schemeClr val="dk2"/>
        </a:solidFill>
        <a:effectLst/>
      </p:bgPr>
    </p:bg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41"/>
          <p:cNvSpPr/>
          <p:nvPr/>
        </p:nvSpPr>
        <p:spPr>
          <a:xfrm>
            <a:off x="3979175" y="1167325"/>
            <a:ext cx="4248600" cy="2824200"/>
          </a:xfrm>
          <a:prstGeom prst="roundRect">
            <a:avLst>
              <a:gd name="adj" fmla="val 1017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61" name="Google Shape;661;p41"/>
          <p:cNvSpPr/>
          <p:nvPr/>
        </p:nvSpPr>
        <p:spPr>
          <a:xfrm>
            <a:off x="0" y="-17975"/>
            <a:ext cx="4572000" cy="5161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62" name="Google Shape;662;p41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36129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3" name="Google Shape;663;p41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4" name="Google Shape;664;p41"/>
          <p:cNvSpPr txBox="1">
            <a:spLocks noGrp="1"/>
          </p:cNvSpPr>
          <p:nvPr>
            <p:ph type="subTitle" idx="2"/>
          </p:nvPr>
        </p:nvSpPr>
        <p:spPr>
          <a:xfrm>
            <a:off x="457200" y="1183877"/>
            <a:ext cx="3612900" cy="31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665" name="Google Shape;665;p41"/>
          <p:cNvSpPr txBox="1">
            <a:spLocks noGrp="1"/>
          </p:cNvSpPr>
          <p:nvPr>
            <p:ph type="body" idx="3"/>
          </p:nvPr>
        </p:nvSpPr>
        <p:spPr>
          <a:xfrm>
            <a:off x="464326" y="1504916"/>
            <a:ext cx="3612900" cy="83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66" name="Google Shape;666;p41"/>
          <p:cNvSpPr txBox="1">
            <a:spLocks noGrp="1"/>
          </p:cNvSpPr>
          <p:nvPr>
            <p:ph type="subTitle" idx="4"/>
          </p:nvPr>
        </p:nvSpPr>
        <p:spPr>
          <a:xfrm>
            <a:off x="457200" y="2422934"/>
            <a:ext cx="3612900" cy="31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667" name="Google Shape;667;p41"/>
          <p:cNvSpPr txBox="1">
            <a:spLocks noGrp="1"/>
          </p:cNvSpPr>
          <p:nvPr>
            <p:ph type="body" idx="5"/>
          </p:nvPr>
        </p:nvSpPr>
        <p:spPr>
          <a:xfrm>
            <a:off x="464326" y="2743982"/>
            <a:ext cx="3612900" cy="83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68" name="Google Shape;668;p41"/>
          <p:cNvSpPr txBox="1">
            <a:spLocks noGrp="1"/>
          </p:cNvSpPr>
          <p:nvPr>
            <p:ph type="subTitle" idx="6"/>
          </p:nvPr>
        </p:nvSpPr>
        <p:spPr>
          <a:xfrm>
            <a:off x="457200" y="3661991"/>
            <a:ext cx="3612900" cy="31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669" name="Google Shape;669;p41"/>
          <p:cNvSpPr txBox="1">
            <a:spLocks noGrp="1"/>
          </p:cNvSpPr>
          <p:nvPr>
            <p:ph type="body" idx="7"/>
          </p:nvPr>
        </p:nvSpPr>
        <p:spPr>
          <a:xfrm>
            <a:off x="464326" y="3983048"/>
            <a:ext cx="3612900" cy="83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70" name="Google Shape;670;p41"/>
          <p:cNvSpPr/>
          <p:nvPr/>
        </p:nvSpPr>
        <p:spPr>
          <a:xfrm rot="-2700000">
            <a:off x="4283502" y="2307864"/>
            <a:ext cx="546452" cy="543058"/>
          </a:xfrm>
          <a:prstGeom prst="roundRect">
            <a:avLst>
              <a:gd name="adj" fmla="val 580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671" name="Google Shape;671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p41"/>
          <p:cNvSpPr txBox="1"/>
          <p:nvPr/>
        </p:nvSpPr>
        <p:spPr>
          <a:xfrm>
            <a:off x="4832000" y="1586575"/>
            <a:ext cx="3693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80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“</a:t>
            </a:r>
            <a:endParaRPr sz="4800">
              <a:solidFill>
                <a:srgbClr val="FFFFFF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673" name="Google Shape;673;p41"/>
          <p:cNvSpPr txBox="1">
            <a:spLocks noGrp="1"/>
          </p:cNvSpPr>
          <p:nvPr>
            <p:ph type="body" idx="8"/>
          </p:nvPr>
        </p:nvSpPr>
        <p:spPr>
          <a:xfrm>
            <a:off x="5201300" y="1724600"/>
            <a:ext cx="2658300" cy="198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Light"/>
              <a:buChar char="■"/>
              <a:defRPr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●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○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●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○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674" name="Google Shape;674;p41"/>
          <p:cNvSpPr txBox="1">
            <a:spLocks noGrp="1"/>
          </p:cNvSpPr>
          <p:nvPr>
            <p:ph type="subTitle" idx="9"/>
          </p:nvPr>
        </p:nvSpPr>
        <p:spPr>
          <a:xfrm>
            <a:off x="5201300" y="4138300"/>
            <a:ext cx="23265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 b="1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5" name="Google Shape;675;p41"/>
          <p:cNvSpPr txBox="1">
            <a:spLocks noGrp="1"/>
          </p:cNvSpPr>
          <p:nvPr>
            <p:ph type="subTitle" idx="13"/>
          </p:nvPr>
        </p:nvSpPr>
        <p:spPr>
          <a:xfrm>
            <a:off x="5201300" y="4434700"/>
            <a:ext cx="23265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76" name="Google Shape;676;p41"/>
          <p:cNvGrpSpPr/>
          <p:nvPr/>
        </p:nvGrpSpPr>
        <p:grpSpPr>
          <a:xfrm>
            <a:off x="8324124" y="4074525"/>
            <a:ext cx="939600" cy="935752"/>
            <a:chOff x="511165" y="3659475"/>
            <a:chExt cx="939600" cy="935752"/>
          </a:xfrm>
        </p:grpSpPr>
        <p:sp>
          <p:nvSpPr>
            <p:cNvPr id="677" name="Google Shape;677;p41"/>
            <p:cNvSpPr/>
            <p:nvPr/>
          </p:nvSpPr>
          <p:spPr>
            <a:xfrm>
              <a:off x="511165" y="3659475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678" name="Google Shape;678;p41"/>
            <p:cNvSpPr/>
            <p:nvPr/>
          </p:nvSpPr>
          <p:spPr>
            <a:xfrm>
              <a:off x="511165" y="3833005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679" name="Google Shape;679;p41"/>
            <p:cNvSpPr/>
            <p:nvPr/>
          </p:nvSpPr>
          <p:spPr>
            <a:xfrm>
              <a:off x="511165" y="4006536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680" name="Google Shape;680;p41"/>
            <p:cNvSpPr/>
            <p:nvPr/>
          </p:nvSpPr>
          <p:spPr>
            <a:xfrm>
              <a:off x="511165" y="4180066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681" name="Google Shape;681;p41"/>
            <p:cNvSpPr/>
            <p:nvPr/>
          </p:nvSpPr>
          <p:spPr>
            <a:xfrm>
              <a:off x="511165" y="4353597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682" name="Google Shape;682;p41"/>
            <p:cNvSpPr/>
            <p:nvPr/>
          </p:nvSpPr>
          <p:spPr>
            <a:xfrm>
              <a:off x="511165" y="4527127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783467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se Study - 4">
  <p:cSld name="Case Study - 4"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42"/>
          <p:cNvSpPr txBox="1">
            <a:spLocks noGrp="1"/>
          </p:cNvSpPr>
          <p:nvPr>
            <p:ph type="sldNum" idx="12"/>
          </p:nvPr>
        </p:nvSpPr>
        <p:spPr>
          <a:xfrm>
            <a:off x="5304670" y="3299124"/>
            <a:ext cx="351300" cy="138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85" name="Google Shape;685;p42"/>
          <p:cNvSpPr/>
          <p:nvPr/>
        </p:nvSpPr>
        <p:spPr>
          <a:xfrm rot="5400000">
            <a:off x="4040475" y="264246"/>
            <a:ext cx="3614700" cy="5953500"/>
          </a:xfrm>
          <a:prstGeom prst="round2SameRect">
            <a:avLst>
              <a:gd name="adj1" fmla="val 8300"/>
              <a:gd name="adj2" fmla="val 0"/>
            </a:avLst>
          </a:prstGeom>
          <a:solidFill>
            <a:srgbClr val="1F2A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86" name="Google Shape;686;p42"/>
          <p:cNvSpPr/>
          <p:nvPr/>
        </p:nvSpPr>
        <p:spPr>
          <a:xfrm>
            <a:off x="319442" y="378468"/>
            <a:ext cx="6095700" cy="4641000"/>
          </a:xfrm>
          <a:prstGeom prst="roundRect">
            <a:avLst>
              <a:gd name="adj" fmla="val 4405"/>
            </a:avLst>
          </a:prstGeom>
          <a:solidFill>
            <a:srgbClr val="1F2A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87" name="Google Shape;687;p42"/>
          <p:cNvSpPr/>
          <p:nvPr/>
        </p:nvSpPr>
        <p:spPr>
          <a:xfrm>
            <a:off x="319426" y="1190786"/>
            <a:ext cx="6096317" cy="4105656"/>
          </a:xfrm>
          <a:custGeom>
            <a:avLst/>
            <a:gdLst/>
            <a:ahLst/>
            <a:cxnLst/>
            <a:rect l="l" t="t" r="r" b="b"/>
            <a:pathLst>
              <a:path w="444500" h="457200" extrusionOk="0">
                <a:moveTo>
                  <a:pt x="444500" y="0"/>
                </a:moveTo>
                <a:lnTo>
                  <a:pt x="0" y="0"/>
                </a:lnTo>
                <a:lnTo>
                  <a:pt x="0" y="457200"/>
                </a:lnTo>
                <a:lnTo>
                  <a:pt x="444500" y="457200"/>
                </a:lnTo>
                <a:lnTo>
                  <a:pt x="44450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688" name="Google Shape;688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42"/>
          <p:cNvSpPr txBox="1">
            <a:spLocks noGrp="1"/>
          </p:cNvSpPr>
          <p:nvPr>
            <p:ph type="title"/>
          </p:nvPr>
        </p:nvSpPr>
        <p:spPr>
          <a:xfrm>
            <a:off x="457200" y="530350"/>
            <a:ext cx="59535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90" name="Google Shape;690;p42"/>
          <p:cNvSpPr>
            <a:spLocks noGrp="1"/>
          </p:cNvSpPr>
          <p:nvPr>
            <p:ph type="pic" idx="2"/>
          </p:nvPr>
        </p:nvSpPr>
        <p:spPr>
          <a:xfrm>
            <a:off x="6941675" y="642475"/>
            <a:ext cx="1105500" cy="1020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cxnSp>
        <p:nvCxnSpPr>
          <p:cNvPr id="691" name="Google Shape;691;p42"/>
          <p:cNvCxnSpPr/>
          <p:nvPr/>
        </p:nvCxnSpPr>
        <p:spPr>
          <a:xfrm rot="10800000">
            <a:off x="1659200" y="2064749"/>
            <a:ext cx="0" cy="27408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2" name="Google Shape;692;p42"/>
          <p:cNvCxnSpPr/>
          <p:nvPr/>
        </p:nvCxnSpPr>
        <p:spPr>
          <a:xfrm rot="10800000">
            <a:off x="2800551" y="2064749"/>
            <a:ext cx="0" cy="27408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3" name="Google Shape;693;p42"/>
          <p:cNvCxnSpPr/>
          <p:nvPr/>
        </p:nvCxnSpPr>
        <p:spPr>
          <a:xfrm rot="10800000">
            <a:off x="3933700" y="2064749"/>
            <a:ext cx="0" cy="27408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4" name="Google Shape;694;p42"/>
          <p:cNvCxnSpPr/>
          <p:nvPr/>
        </p:nvCxnSpPr>
        <p:spPr>
          <a:xfrm rot="10800000">
            <a:off x="5066850" y="2064749"/>
            <a:ext cx="0" cy="27408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5" name="Google Shape;695;p42"/>
          <p:cNvCxnSpPr/>
          <p:nvPr/>
        </p:nvCxnSpPr>
        <p:spPr>
          <a:xfrm>
            <a:off x="580650" y="1848850"/>
            <a:ext cx="15204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6" name="Google Shape;696;p42"/>
          <p:cNvCxnSpPr/>
          <p:nvPr/>
        </p:nvCxnSpPr>
        <p:spPr>
          <a:xfrm>
            <a:off x="4670791" y="1848850"/>
            <a:ext cx="15204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7" name="Google Shape;697;p42"/>
          <p:cNvSpPr txBox="1">
            <a:spLocks noGrp="1"/>
          </p:cNvSpPr>
          <p:nvPr>
            <p:ph type="subTitle" idx="1"/>
          </p:nvPr>
        </p:nvSpPr>
        <p:spPr>
          <a:xfrm>
            <a:off x="777950" y="1330950"/>
            <a:ext cx="5165700" cy="31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698" name="Google Shape;698;p42"/>
          <p:cNvSpPr txBox="1">
            <a:spLocks noGrp="1"/>
          </p:cNvSpPr>
          <p:nvPr>
            <p:ph type="subTitle" idx="3"/>
          </p:nvPr>
        </p:nvSpPr>
        <p:spPr>
          <a:xfrm>
            <a:off x="2187750" y="1680425"/>
            <a:ext cx="2396400" cy="31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699" name="Google Shape;699;p42"/>
          <p:cNvSpPr txBox="1">
            <a:spLocks noGrp="1"/>
          </p:cNvSpPr>
          <p:nvPr>
            <p:ph type="subTitle" idx="4"/>
          </p:nvPr>
        </p:nvSpPr>
        <p:spPr>
          <a:xfrm>
            <a:off x="637025" y="2699667"/>
            <a:ext cx="9030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0" name="Google Shape;700;p42"/>
          <p:cNvSpPr txBox="1">
            <a:spLocks noGrp="1"/>
          </p:cNvSpPr>
          <p:nvPr>
            <p:ph type="subTitle" idx="5"/>
          </p:nvPr>
        </p:nvSpPr>
        <p:spPr>
          <a:xfrm>
            <a:off x="1778375" y="2699667"/>
            <a:ext cx="9030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1" name="Google Shape;701;p42"/>
          <p:cNvSpPr txBox="1">
            <a:spLocks noGrp="1"/>
          </p:cNvSpPr>
          <p:nvPr>
            <p:ph type="subTitle" idx="6"/>
          </p:nvPr>
        </p:nvSpPr>
        <p:spPr>
          <a:xfrm>
            <a:off x="2915625" y="2699667"/>
            <a:ext cx="9030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2" name="Google Shape;702;p42"/>
          <p:cNvSpPr txBox="1">
            <a:spLocks noGrp="1"/>
          </p:cNvSpPr>
          <p:nvPr>
            <p:ph type="subTitle" idx="7"/>
          </p:nvPr>
        </p:nvSpPr>
        <p:spPr>
          <a:xfrm>
            <a:off x="4048775" y="2699667"/>
            <a:ext cx="9030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3" name="Google Shape;703;p42"/>
          <p:cNvSpPr txBox="1">
            <a:spLocks noGrp="1"/>
          </p:cNvSpPr>
          <p:nvPr>
            <p:ph type="subTitle" idx="8"/>
          </p:nvPr>
        </p:nvSpPr>
        <p:spPr>
          <a:xfrm>
            <a:off x="5181925" y="2699667"/>
            <a:ext cx="9030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4" name="Google Shape;704;p42"/>
          <p:cNvSpPr>
            <a:spLocks noGrp="1"/>
          </p:cNvSpPr>
          <p:nvPr>
            <p:ph type="pic" idx="9"/>
          </p:nvPr>
        </p:nvSpPr>
        <p:spPr>
          <a:xfrm>
            <a:off x="881750" y="2158625"/>
            <a:ext cx="413700" cy="413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05" name="Google Shape;705;p42"/>
          <p:cNvSpPr>
            <a:spLocks noGrp="1"/>
          </p:cNvSpPr>
          <p:nvPr>
            <p:ph type="pic" idx="13"/>
          </p:nvPr>
        </p:nvSpPr>
        <p:spPr>
          <a:xfrm>
            <a:off x="2023025" y="2158625"/>
            <a:ext cx="413700" cy="413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06" name="Google Shape;706;p42"/>
          <p:cNvSpPr>
            <a:spLocks noGrp="1"/>
          </p:cNvSpPr>
          <p:nvPr>
            <p:ph type="pic" idx="14"/>
          </p:nvPr>
        </p:nvSpPr>
        <p:spPr>
          <a:xfrm>
            <a:off x="3160275" y="2158625"/>
            <a:ext cx="413700" cy="413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07" name="Google Shape;707;p42"/>
          <p:cNvSpPr>
            <a:spLocks noGrp="1"/>
          </p:cNvSpPr>
          <p:nvPr>
            <p:ph type="pic" idx="15"/>
          </p:nvPr>
        </p:nvSpPr>
        <p:spPr>
          <a:xfrm>
            <a:off x="4293425" y="2158625"/>
            <a:ext cx="413700" cy="413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08" name="Google Shape;708;p42"/>
          <p:cNvSpPr>
            <a:spLocks noGrp="1"/>
          </p:cNvSpPr>
          <p:nvPr>
            <p:ph type="pic" idx="16"/>
          </p:nvPr>
        </p:nvSpPr>
        <p:spPr>
          <a:xfrm>
            <a:off x="5426575" y="2158625"/>
            <a:ext cx="413700" cy="413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09" name="Google Shape;709;p42"/>
          <p:cNvSpPr txBox="1">
            <a:spLocks noGrp="1"/>
          </p:cNvSpPr>
          <p:nvPr>
            <p:ph type="subTitle" idx="17"/>
          </p:nvPr>
        </p:nvSpPr>
        <p:spPr>
          <a:xfrm>
            <a:off x="637025" y="3358325"/>
            <a:ext cx="9030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0" name="Google Shape;710;p42"/>
          <p:cNvSpPr txBox="1">
            <a:spLocks noGrp="1"/>
          </p:cNvSpPr>
          <p:nvPr>
            <p:ph type="subTitle" idx="18"/>
          </p:nvPr>
        </p:nvSpPr>
        <p:spPr>
          <a:xfrm>
            <a:off x="1778375" y="3358325"/>
            <a:ext cx="9030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1" name="Google Shape;711;p42"/>
          <p:cNvSpPr txBox="1">
            <a:spLocks noGrp="1"/>
          </p:cNvSpPr>
          <p:nvPr>
            <p:ph type="subTitle" idx="19"/>
          </p:nvPr>
        </p:nvSpPr>
        <p:spPr>
          <a:xfrm>
            <a:off x="2915625" y="3358325"/>
            <a:ext cx="9030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2" name="Google Shape;712;p42"/>
          <p:cNvSpPr txBox="1">
            <a:spLocks noGrp="1"/>
          </p:cNvSpPr>
          <p:nvPr>
            <p:ph type="subTitle" idx="20"/>
          </p:nvPr>
        </p:nvSpPr>
        <p:spPr>
          <a:xfrm>
            <a:off x="4048775" y="3358325"/>
            <a:ext cx="9030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3" name="Google Shape;713;p42"/>
          <p:cNvSpPr txBox="1">
            <a:spLocks noGrp="1"/>
          </p:cNvSpPr>
          <p:nvPr>
            <p:ph type="subTitle" idx="21"/>
          </p:nvPr>
        </p:nvSpPr>
        <p:spPr>
          <a:xfrm>
            <a:off x="5186025" y="3358325"/>
            <a:ext cx="9030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4" name="Google Shape;714;p42"/>
          <p:cNvSpPr txBox="1">
            <a:spLocks noGrp="1"/>
          </p:cNvSpPr>
          <p:nvPr>
            <p:ph type="subTitle" idx="22"/>
          </p:nvPr>
        </p:nvSpPr>
        <p:spPr>
          <a:xfrm>
            <a:off x="637025" y="3988750"/>
            <a:ext cx="9030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5" name="Google Shape;715;p42"/>
          <p:cNvSpPr txBox="1">
            <a:spLocks noGrp="1"/>
          </p:cNvSpPr>
          <p:nvPr>
            <p:ph type="subTitle" idx="23"/>
          </p:nvPr>
        </p:nvSpPr>
        <p:spPr>
          <a:xfrm>
            <a:off x="1778375" y="3988750"/>
            <a:ext cx="9030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6" name="Google Shape;716;p42"/>
          <p:cNvSpPr txBox="1">
            <a:spLocks noGrp="1"/>
          </p:cNvSpPr>
          <p:nvPr>
            <p:ph type="subTitle" idx="24"/>
          </p:nvPr>
        </p:nvSpPr>
        <p:spPr>
          <a:xfrm>
            <a:off x="2915625" y="3988750"/>
            <a:ext cx="9030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7" name="Google Shape;717;p42"/>
          <p:cNvSpPr txBox="1">
            <a:spLocks noGrp="1"/>
          </p:cNvSpPr>
          <p:nvPr>
            <p:ph type="subTitle" idx="25"/>
          </p:nvPr>
        </p:nvSpPr>
        <p:spPr>
          <a:xfrm>
            <a:off x="4048775" y="3988750"/>
            <a:ext cx="9030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8" name="Google Shape;718;p42"/>
          <p:cNvSpPr txBox="1">
            <a:spLocks noGrp="1"/>
          </p:cNvSpPr>
          <p:nvPr>
            <p:ph type="subTitle" idx="26"/>
          </p:nvPr>
        </p:nvSpPr>
        <p:spPr>
          <a:xfrm>
            <a:off x="5186025" y="3988750"/>
            <a:ext cx="9030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9" name="Google Shape;719;p42"/>
          <p:cNvSpPr txBox="1">
            <a:spLocks noGrp="1"/>
          </p:cNvSpPr>
          <p:nvPr>
            <p:ph type="body" idx="27"/>
          </p:nvPr>
        </p:nvSpPr>
        <p:spPr>
          <a:xfrm>
            <a:off x="6563825" y="2311025"/>
            <a:ext cx="2658300" cy="277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■"/>
              <a:defRPr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■"/>
              <a:defRPr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■"/>
              <a:defRPr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●"/>
              <a:defRPr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○"/>
              <a:defRPr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■"/>
              <a:defRPr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●"/>
              <a:defRPr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○"/>
              <a:defRPr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■"/>
              <a:defRPr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720" name="Google Shape;720;p42"/>
          <p:cNvSpPr txBox="1">
            <a:spLocks noGrp="1"/>
          </p:cNvSpPr>
          <p:nvPr>
            <p:ph type="subTitle" idx="28"/>
          </p:nvPr>
        </p:nvSpPr>
        <p:spPr>
          <a:xfrm>
            <a:off x="6610350" y="1820275"/>
            <a:ext cx="2076600" cy="31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635313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ject Status">
  <p:cSld name="Project Status">
    <p:bg>
      <p:bgPr>
        <a:solidFill>
          <a:schemeClr val="dk1"/>
        </a:solidFill>
        <a:effectLst/>
      </p:bgPr>
    </p:bg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43"/>
          <p:cNvSpPr/>
          <p:nvPr/>
        </p:nvSpPr>
        <p:spPr>
          <a:xfrm>
            <a:off x="457200" y="2528813"/>
            <a:ext cx="1275900" cy="323700"/>
          </a:xfrm>
          <a:prstGeom prst="roundRect">
            <a:avLst>
              <a:gd name="adj" fmla="val 23633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23" name="Google Shape;723;p43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4" name="Google Shape;724;p43"/>
          <p:cNvSpPr/>
          <p:nvPr/>
        </p:nvSpPr>
        <p:spPr>
          <a:xfrm>
            <a:off x="457188" y="1760711"/>
            <a:ext cx="1275900" cy="323700"/>
          </a:xfrm>
          <a:prstGeom prst="roundRect">
            <a:avLst>
              <a:gd name="adj" fmla="val 22637"/>
            </a:avLst>
          </a:prstGeom>
          <a:solidFill>
            <a:srgbClr val="FF6900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25" name="Google Shape;725;p43"/>
          <p:cNvSpPr/>
          <p:nvPr/>
        </p:nvSpPr>
        <p:spPr>
          <a:xfrm>
            <a:off x="457188" y="3296910"/>
            <a:ext cx="1275900" cy="323700"/>
          </a:xfrm>
          <a:prstGeom prst="roundRect">
            <a:avLst>
              <a:gd name="adj" fmla="val 22637"/>
            </a:avLst>
          </a:prstGeom>
          <a:solidFill>
            <a:srgbClr val="26D07C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26" name="Google Shape;726;p43"/>
          <p:cNvSpPr/>
          <p:nvPr/>
        </p:nvSpPr>
        <p:spPr>
          <a:xfrm>
            <a:off x="457188" y="4065010"/>
            <a:ext cx="1275900" cy="323700"/>
          </a:xfrm>
          <a:prstGeom prst="roundRect">
            <a:avLst>
              <a:gd name="adj" fmla="val 22637"/>
            </a:avLst>
          </a:prstGeom>
          <a:solidFill>
            <a:srgbClr val="FFC600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27" name="Google Shape;727;p43"/>
          <p:cNvSpPr/>
          <p:nvPr/>
        </p:nvSpPr>
        <p:spPr>
          <a:xfrm>
            <a:off x="5594484" y="1760734"/>
            <a:ext cx="323700" cy="323700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28" name="Google Shape;728;p43"/>
          <p:cNvSpPr/>
          <p:nvPr/>
        </p:nvSpPr>
        <p:spPr>
          <a:xfrm>
            <a:off x="5594484" y="2528828"/>
            <a:ext cx="323700" cy="323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29" name="Google Shape;729;p43"/>
          <p:cNvSpPr/>
          <p:nvPr/>
        </p:nvSpPr>
        <p:spPr>
          <a:xfrm>
            <a:off x="5594484" y="3296922"/>
            <a:ext cx="323700" cy="323700"/>
          </a:xfrm>
          <a:prstGeom prst="ellipse">
            <a:avLst/>
          </a:prstGeom>
          <a:solidFill>
            <a:srgbClr val="26D07C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30" name="Google Shape;730;p43"/>
          <p:cNvSpPr/>
          <p:nvPr/>
        </p:nvSpPr>
        <p:spPr>
          <a:xfrm>
            <a:off x="5594484" y="4065016"/>
            <a:ext cx="323700" cy="323700"/>
          </a:xfrm>
          <a:prstGeom prst="ellipse">
            <a:avLst/>
          </a:prstGeom>
          <a:solidFill>
            <a:srgbClr val="FFC600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731" name="Google Shape;731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43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33" name="Google Shape;733;p43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734" name="Google Shape;734;p43"/>
          <p:cNvSpPr txBox="1">
            <a:spLocks noGrp="1"/>
          </p:cNvSpPr>
          <p:nvPr>
            <p:ph type="subTitle" idx="2"/>
          </p:nvPr>
        </p:nvSpPr>
        <p:spPr>
          <a:xfrm>
            <a:off x="457200" y="1149700"/>
            <a:ext cx="12759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5" name="Google Shape;735;p43"/>
          <p:cNvSpPr txBox="1">
            <a:spLocks noGrp="1"/>
          </p:cNvSpPr>
          <p:nvPr>
            <p:ph type="subTitle" idx="3"/>
          </p:nvPr>
        </p:nvSpPr>
        <p:spPr>
          <a:xfrm>
            <a:off x="2222800" y="1149700"/>
            <a:ext cx="31143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6" name="Google Shape;736;p43"/>
          <p:cNvSpPr txBox="1">
            <a:spLocks noGrp="1"/>
          </p:cNvSpPr>
          <p:nvPr>
            <p:ph type="subTitle" idx="4"/>
          </p:nvPr>
        </p:nvSpPr>
        <p:spPr>
          <a:xfrm>
            <a:off x="5594475" y="1149700"/>
            <a:ext cx="14841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7" name="Google Shape;737;p43"/>
          <p:cNvSpPr txBox="1">
            <a:spLocks noGrp="1"/>
          </p:cNvSpPr>
          <p:nvPr>
            <p:ph type="subTitle" idx="5"/>
          </p:nvPr>
        </p:nvSpPr>
        <p:spPr>
          <a:xfrm>
            <a:off x="7395800" y="1149700"/>
            <a:ext cx="12759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8" name="Google Shape;738;p43"/>
          <p:cNvSpPr txBox="1">
            <a:spLocks noGrp="1"/>
          </p:cNvSpPr>
          <p:nvPr>
            <p:ph type="subTitle" idx="6"/>
          </p:nvPr>
        </p:nvSpPr>
        <p:spPr>
          <a:xfrm>
            <a:off x="457200" y="1760725"/>
            <a:ext cx="1275900" cy="32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39" name="Google Shape;739;p43"/>
          <p:cNvSpPr txBox="1">
            <a:spLocks noGrp="1"/>
          </p:cNvSpPr>
          <p:nvPr>
            <p:ph type="subTitle" idx="7"/>
          </p:nvPr>
        </p:nvSpPr>
        <p:spPr>
          <a:xfrm>
            <a:off x="457200" y="3296900"/>
            <a:ext cx="1275900" cy="32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40" name="Google Shape;740;p43"/>
          <p:cNvSpPr txBox="1">
            <a:spLocks noGrp="1"/>
          </p:cNvSpPr>
          <p:nvPr>
            <p:ph type="subTitle" idx="8"/>
          </p:nvPr>
        </p:nvSpPr>
        <p:spPr>
          <a:xfrm>
            <a:off x="457200" y="4055713"/>
            <a:ext cx="1275900" cy="32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41" name="Google Shape;741;p43"/>
          <p:cNvSpPr txBox="1">
            <a:spLocks noGrp="1"/>
          </p:cNvSpPr>
          <p:nvPr>
            <p:ph type="subTitle" idx="9"/>
          </p:nvPr>
        </p:nvSpPr>
        <p:spPr>
          <a:xfrm>
            <a:off x="2222800" y="1740643"/>
            <a:ext cx="31143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42" name="Google Shape;742;p43"/>
          <p:cNvSpPr txBox="1">
            <a:spLocks noGrp="1"/>
          </p:cNvSpPr>
          <p:nvPr>
            <p:ph type="subTitle" idx="13"/>
          </p:nvPr>
        </p:nvSpPr>
        <p:spPr>
          <a:xfrm>
            <a:off x="2222800" y="2537068"/>
            <a:ext cx="31143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43" name="Google Shape;743;p43"/>
          <p:cNvSpPr txBox="1">
            <a:spLocks noGrp="1"/>
          </p:cNvSpPr>
          <p:nvPr>
            <p:ph type="subTitle" idx="14"/>
          </p:nvPr>
        </p:nvSpPr>
        <p:spPr>
          <a:xfrm>
            <a:off x="2222800" y="3281705"/>
            <a:ext cx="31143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44" name="Google Shape;744;p43"/>
          <p:cNvSpPr txBox="1">
            <a:spLocks noGrp="1"/>
          </p:cNvSpPr>
          <p:nvPr>
            <p:ph type="subTitle" idx="15"/>
          </p:nvPr>
        </p:nvSpPr>
        <p:spPr>
          <a:xfrm>
            <a:off x="2222800" y="4073255"/>
            <a:ext cx="31143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45" name="Google Shape;745;p43"/>
          <p:cNvSpPr txBox="1">
            <a:spLocks noGrp="1"/>
          </p:cNvSpPr>
          <p:nvPr>
            <p:ph type="subTitle" idx="16"/>
          </p:nvPr>
        </p:nvSpPr>
        <p:spPr>
          <a:xfrm>
            <a:off x="6002618" y="1682943"/>
            <a:ext cx="1084200" cy="450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ans SemiBold"/>
              <a:buNone/>
              <a:defRPr sz="11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746" name="Google Shape;746;p43"/>
          <p:cNvSpPr txBox="1">
            <a:spLocks noGrp="1"/>
          </p:cNvSpPr>
          <p:nvPr>
            <p:ph type="subTitle" idx="17"/>
          </p:nvPr>
        </p:nvSpPr>
        <p:spPr>
          <a:xfrm>
            <a:off x="6002618" y="2479372"/>
            <a:ext cx="1084200" cy="450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ans SemiBold"/>
              <a:buNone/>
              <a:defRPr sz="11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747" name="Google Shape;747;p43"/>
          <p:cNvSpPr txBox="1">
            <a:spLocks noGrp="1"/>
          </p:cNvSpPr>
          <p:nvPr>
            <p:ph type="subTitle" idx="18"/>
          </p:nvPr>
        </p:nvSpPr>
        <p:spPr>
          <a:xfrm>
            <a:off x="6002618" y="3224013"/>
            <a:ext cx="1084200" cy="450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ans SemiBold"/>
              <a:buNone/>
              <a:defRPr sz="11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748" name="Google Shape;748;p43"/>
          <p:cNvSpPr txBox="1">
            <a:spLocks noGrp="1"/>
          </p:cNvSpPr>
          <p:nvPr>
            <p:ph type="subTitle" idx="19"/>
          </p:nvPr>
        </p:nvSpPr>
        <p:spPr>
          <a:xfrm>
            <a:off x="6002618" y="4015566"/>
            <a:ext cx="1084200" cy="450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ans SemiBold"/>
              <a:buNone/>
              <a:defRPr sz="11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749" name="Google Shape;749;p43"/>
          <p:cNvSpPr txBox="1">
            <a:spLocks noGrp="1"/>
          </p:cNvSpPr>
          <p:nvPr>
            <p:ph type="subTitle" idx="20"/>
          </p:nvPr>
        </p:nvSpPr>
        <p:spPr>
          <a:xfrm>
            <a:off x="7404043" y="1748886"/>
            <a:ext cx="12759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50" name="Google Shape;750;p43"/>
          <p:cNvSpPr txBox="1">
            <a:spLocks noGrp="1"/>
          </p:cNvSpPr>
          <p:nvPr>
            <p:ph type="subTitle" idx="21"/>
          </p:nvPr>
        </p:nvSpPr>
        <p:spPr>
          <a:xfrm>
            <a:off x="7404043" y="2545315"/>
            <a:ext cx="12759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51" name="Google Shape;751;p43"/>
          <p:cNvSpPr txBox="1">
            <a:spLocks noGrp="1"/>
          </p:cNvSpPr>
          <p:nvPr>
            <p:ph type="subTitle" idx="22"/>
          </p:nvPr>
        </p:nvSpPr>
        <p:spPr>
          <a:xfrm>
            <a:off x="7404043" y="3289956"/>
            <a:ext cx="12759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52" name="Google Shape;752;p43"/>
          <p:cNvSpPr txBox="1">
            <a:spLocks noGrp="1"/>
          </p:cNvSpPr>
          <p:nvPr>
            <p:ph type="subTitle" idx="23"/>
          </p:nvPr>
        </p:nvSpPr>
        <p:spPr>
          <a:xfrm>
            <a:off x="7404043" y="4081510"/>
            <a:ext cx="12759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53" name="Google Shape;753;p43"/>
          <p:cNvSpPr txBox="1">
            <a:spLocks noGrp="1"/>
          </p:cNvSpPr>
          <p:nvPr>
            <p:ph type="subTitle" idx="24"/>
          </p:nvPr>
        </p:nvSpPr>
        <p:spPr>
          <a:xfrm>
            <a:off x="457200" y="2528800"/>
            <a:ext cx="1275900" cy="32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8085965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- 1">
  <p:cSld name="Timeline - 1"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4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6" name="Google Shape;756;p44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757" name="Google Shape;757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44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759" name="Google Shape;759;p44"/>
          <p:cNvCxnSpPr/>
          <p:nvPr/>
        </p:nvCxnSpPr>
        <p:spPr>
          <a:xfrm>
            <a:off x="1234459" y="2686025"/>
            <a:ext cx="7371300" cy="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60" name="Google Shape;760;p44"/>
          <p:cNvSpPr/>
          <p:nvPr/>
        </p:nvSpPr>
        <p:spPr>
          <a:xfrm>
            <a:off x="1774163" y="2599323"/>
            <a:ext cx="173400" cy="1734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761" name="Google Shape;761;p44"/>
          <p:cNvCxnSpPr>
            <a:stCxn id="760" idx="2"/>
          </p:cNvCxnSpPr>
          <p:nvPr/>
        </p:nvCxnSpPr>
        <p:spPr>
          <a:xfrm>
            <a:off x="1860863" y="2772723"/>
            <a:ext cx="0" cy="315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2" name="Google Shape;762;p44"/>
          <p:cNvSpPr/>
          <p:nvPr/>
        </p:nvSpPr>
        <p:spPr>
          <a:xfrm>
            <a:off x="4681163" y="2599323"/>
            <a:ext cx="173400" cy="1734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63" name="Google Shape;763;p44"/>
          <p:cNvSpPr/>
          <p:nvPr/>
        </p:nvSpPr>
        <p:spPr>
          <a:xfrm>
            <a:off x="3184313" y="2599323"/>
            <a:ext cx="173400" cy="1734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64" name="Google Shape;764;p44"/>
          <p:cNvSpPr/>
          <p:nvPr/>
        </p:nvSpPr>
        <p:spPr>
          <a:xfrm>
            <a:off x="6178013" y="2599323"/>
            <a:ext cx="173400" cy="1734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65" name="Google Shape;765;p44"/>
          <p:cNvSpPr/>
          <p:nvPr/>
        </p:nvSpPr>
        <p:spPr>
          <a:xfrm>
            <a:off x="7674863" y="2599323"/>
            <a:ext cx="173400" cy="1734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766" name="Google Shape;766;p44"/>
          <p:cNvCxnSpPr/>
          <p:nvPr/>
        </p:nvCxnSpPr>
        <p:spPr>
          <a:xfrm>
            <a:off x="3271013" y="2305023"/>
            <a:ext cx="0" cy="315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7" name="Google Shape;767;p44"/>
          <p:cNvCxnSpPr/>
          <p:nvPr/>
        </p:nvCxnSpPr>
        <p:spPr>
          <a:xfrm>
            <a:off x="4767863" y="2764173"/>
            <a:ext cx="0" cy="315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8" name="Google Shape;768;p44"/>
          <p:cNvCxnSpPr/>
          <p:nvPr/>
        </p:nvCxnSpPr>
        <p:spPr>
          <a:xfrm>
            <a:off x="6264713" y="2334623"/>
            <a:ext cx="0" cy="315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9" name="Google Shape;769;p44"/>
          <p:cNvCxnSpPr/>
          <p:nvPr/>
        </p:nvCxnSpPr>
        <p:spPr>
          <a:xfrm>
            <a:off x="7761563" y="2772723"/>
            <a:ext cx="0" cy="315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0" name="Google Shape;770;p44"/>
          <p:cNvSpPr/>
          <p:nvPr/>
        </p:nvSpPr>
        <p:spPr>
          <a:xfrm>
            <a:off x="8563024" y="2615299"/>
            <a:ext cx="123789" cy="141446"/>
          </a:xfrm>
          <a:custGeom>
            <a:avLst/>
            <a:gdLst/>
            <a:ahLst/>
            <a:cxnLst/>
            <a:rect l="l" t="t" r="r" b="b"/>
            <a:pathLst>
              <a:path w="184073" h="209550" extrusionOk="0">
                <a:moveTo>
                  <a:pt x="7715" y="0"/>
                </a:moveTo>
                <a:lnTo>
                  <a:pt x="6638" y="359"/>
                </a:lnTo>
                <a:lnTo>
                  <a:pt x="5562" y="718"/>
                </a:lnTo>
                <a:lnTo>
                  <a:pt x="4665" y="1256"/>
                </a:lnTo>
                <a:lnTo>
                  <a:pt x="3588" y="1794"/>
                </a:lnTo>
                <a:lnTo>
                  <a:pt x="2691" y="2512"/>
                </a:lnTo>
                <a:lnTo>
                  <a:pt x="1973" y="3409"/>
                </a:lnTo>
                <a:lnTo>
                  <a:pt x="1435" y="4306"/>
                </a:lnTo>
                <a:lnTo>
                  <a:pt x="897" y="5382"/>
                </a:lnTo>
                <a:lnTo>
                  <a:pt x="359" y="6459"/>
                </a:lnTo>
                <a:lnTo>
                  <a:pt x="179" y="7715"/>
                </a:lnTo>
                <a:lnTo>
                  <a:pt x="0" y="8970"/>
                </a:lnTo>
                <a:lnTo>
                  <a:pt x="0" y="104775"/>
                </a:lnTo>
                <a:lnTo>
                  <a:pt x="0" y="200580"/>
                </a:lnTo>
                <a:lnTo>
                  <a:pt x="179" y="201835"/>
                </a:lnTo>
                <a:lnTo>
                  <a:pt x="359" y="203091"/>
                </a:lnTo>
                <a:lnTo>
                  <a:pt x="897" y="204168"/>
                </a:lnTo>
                <a:lnTo>
                  <a:pt x="1435" y="205244"/>
                </a:lnTo>
                <a:lnTo>
                  <a:pt x="1973" y="206141"/>
                </a:lnTo>
                <a:lnTo>
                  <a:pt x="2691" y="207038"/>
                </a:lnTo>
                <a:lnTo>
                  <a:pt x="3588" y="207756"/>
                </a:lnTo>
                <a:lnTo>
                  <a:pt x="4665" y="208294"/>
                </a:lnTo>
                <a:lnTo>
                  <a:pt x="5562" y="208832"/>
                </a:lnTo>
                <a:lnTo>
                  <a:pt x="6638" y="209191"/>
                </a:lnTo>
                <a:lnTo>
                  <a:pt x="7715" y="209550"/>
                </a:lnTo>
                <a:lnTo>
                  <a:pt x="10047" y="209550"/>
                </a:lnTo>
                <a:lnTo>
                  <a:pt x="11303" y="209371"/>
                </a:lnTo>
                <a:lnTo>
                  <a:pt x="12379" y="208832"/>
                </a:lnTo>
                <a:lnTo>
                  <a:pt x="13635" y="208294"/>
                </a:lnTo>
                <a:lnTo>
                  <a:pt x="179408" y="112669"/>
                </a:lnTo>
                <a:lnTo>
                  <a:pt x="180485" y="111951"/>
                </a:lnTo>
                <a:lnTo>
                  <a:pt x="181382" y="111054"/>
                </a:lnTo>
                <a:lnTo>
                  <a:pt x="182279" y="110157"/>
                </a:lnTo>
                <a:lnTo>
                  <a:pt x="182817" y="109081"/>
                </a:lnTo>
                <a:lnTo>
                  <a:pt x="183355" y="108184"/>
                </a:lnTo>
                <a:lnTo>
                  <a:pt x="183714" y="107107"/>
                </a:lnTo>
                <a:lnTo>
                  <a:pt x="183894" y="105851"/>
                </a:lnTo>
                <a:lnTo>
                  <a:pt x="184073" y="104775"/>
                </a:lnTo>
                <a:lnTo>
                  <a:pt x="183894" y="103699"/>
                </a:lnTo>
                <a:lnTo>
                  <a:pt x="183714" y="102443"/>
                </a:lnTo>
                <a:lnTo>
                  <a:pt x="183355" y="101366"/>
                </a:lnTo>
                <a:lnTo>
                  <a:pt x="182817" y="100469"/>
                </a:lnTo>
                <a:lnTo>
                  <a:pt x="182279" y="99393"/>
                </a:lnTo>
                <a:lnTo>
                  <a:pt x="181382" y="98496"/>
                </a:lnTo>
                <a:lnTo>
                  <a:pt x="180485" y="97599"/>
                </a:lnTo>
                <a:lnTo>
                  <a:pt x="179408" y="96881"/>
                </a:lnTo>
                <a:lnTo>
                  <a:pt x="13635" y="1256"/>
                </a:lnTo>
                <a:lnTo>
                  <a:pt x="12379" y="718"/>
                </a:lnTo>
                <a:lnTo>
                  <a:pt x="11303" y="179"/>
                </a:lnTo>
                <a:lnTo>
                  <a:pt x="10047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71" name="Google Shape;771;p44"/>
          <p:cNvSpPr>
            <a:spLocks noGrp="1"/>
          </p:cNvSpPr>
          <p:nvPr>
            <p:ph type="pic" idx="2"/>
          </p:nvPr>
        </p:nvSpPr>
        <p:spPr>
          <a:xfrm>
            <a:off x="2971475" y="1152463"/>
            <a:ext cx="599100" cy="599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72" name="Google Shape;772;p44"/>
          <p:cNvSpPr>
            <a:spLocks noGrp="1"/>
          </p:cNvSpPr>
          <p:nvPr>
            <p:ph type="pic" idx="3"/>
          </p:nvPr>
        </p:nvSpPr>
        <p:spPr>
          <a:xfrm>
            <a:off x="5956925" y="1152463"/>
            <a:ext cx="599100" cy="599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73" name="Google Shape;773;p44"/>
          <p:cNvSpPr>
            <a:spLocks noGrp="1"/>
          </p:cNvSpPr>
          <p:nvPr>
            <p:ph type="pic" idx="4"/>
          </p:nvPr>
        </p:nvSpPr>
        <p:spPr>
          <a:xfrm>
            <a:off x="7462025" y="3164213"/>
            <a:ext cx="599100" cy="599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74" name="Google Shape;774;p44"/>
          <p:cNvSpPr>
            <a:spLocks noGrp="1"/>
          </p:cNvSpPr>
          <p:nvPr>
            <p:ph type="pic" idx="5"/>
          </p:nvPr>
        </p:nvSpPr>
        <p:spPr>
          <a:xfrm>
            <a:off x="4464188" y="3164213"/>
            <a:ext cx="599100" cy="599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75" name="Google Shape;775;p44"/>
          <p:cNvSpPr>
            <a:spLocks noGrp="1"/>
          </p:cNvSpPr>
          <p:nvPr>
            <p:ph type="pic" idx="6"/>
          </p:nvPr>
        </p:nvSpPr>
        <p:spPr>
          <a:xfrm>
            <a:off x="1561288" y="3164213"/>
            <a:ext cx="599100" cy="599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76" name="Google Shape;776;p44"/>
          <p:cNvSpPr txBox="1">
            <a:spLocks noGrp="1"/>
          </p:cNvSpPr>
          <p:nvPr>
            <p:ph type="subTitle" idx="7"/>
          </p:nvPr>
        </p:nvSpPr>
        <p:spPr>
          <a:xfrm>
            <a:off x="2480975" y="1829250"/>
            <a:ext cx="15801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7" name="Google Shape;777;p44"/>
          <p:cNvSpPr txBox="1">
            <a:spLocks noGrp="1"/>
          </p:cNvSpPr>
          <p:nvPr>
            <p:ph type="subTitle" idx="8"/>
          </p:nvPr>
        </p:nvSpPr>
        <p:spPr>
          <a:xfrm>
            <a:off x="5433575" y="1844050"/>
            <a:ext cx="16623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8" name="Google Shape;778;p44"/>
          <p:cNvSpPr txBox="1">
            <a:spLocks noGrp="1"/>
          </p:cNvSpPr>
          <p:nvPr>
            <p:ph type="subTitle" idx="9"/>
          </p:nvPr>
        </p:nvSpPr>
        <p:spPr>
          <a:xfrm>
            <a:off x="6930425" y="3862284"/>
            <a:ext cx="16623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9" name="Google Shape;779;p44"/>
          <p:cNvSpPr txBox="1">
            <a:spLocks noGrp="1"/>
          </p:cNvSpPr>
          <p:nvPr>
            <p:ph type="subTitle" idx="13"/>
          </p:nvPr>
        </p:nvSpPr>
        <p:spPr>
          <a:xfrm>
            <a:off x="3932600" y="3870834"/>
            <a:ext cx="16623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80" name="Google Shape;780;p44"/>
          <p:cNvSpPr txBox="1">
            <a:spLocks noGrp="1"/>
          </p:cNvSpPr>
          <p:nvPr>
            <p:ph type="subTitle" idx="14"/>
          </p:nvPr>
        </p:nvSpPr>
        <p:spPr>
          <a:xfrm>
            <a:off x="992475" y="3862271"/>
            <a:ext cx="17367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81" name="Google Shape;781;p44"/>
          <p:cNvSpPr txBox="1">
            <a:spLocks noGrp="1"/>
          </p:cNvSpPr>
          <p:nvPr>
            <p:ph type="subTitle" idx="15"/>
          </p:nvPr>
        </p:nvSpPr>
        <p:spPr>
          <a:xfrm>
            <a:off x="1188675" y="2136050"/>
            <a:ext cx="1344300" cy="398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82" name="Google Shape;782;p44"/>
          <p:cNvSpPr txBox="1">
            <a:spLocks noGrp="1"/>
          </p:cNvSpPr>
          <p:nvPr>
            <p:ph type="subTitle" idx="16"/>
          </p:nvPr>
        </p:nvSpPr>
        <p:spPr>
          <a:xfrm>
            <a:off x="4106150" y="2136050"/>
            <a:ext cx="1344300" cy="398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83" name="Google Shape;783;p44"/>
          <p:cNvSpPr txBox="1">
            <a:spLocks noGrp="1"/>
          </p:cNvSpPr>
          <p:nvPr>
            <p:ph type="subTitle" idx="17"/>
          </p:nvPr>
        </p:nvSpPr>
        <p:spPr>
          <a:xfrm>
            <a:off x="7089425" y="2136050"/>
            <a:ext cx="1344300" cy="398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84" name="Google Shape;784;p44"/>
          <p:cNvSpPr txBox="1">
            <a:spLocks noGrp="1"/>
          </p:cNvSpPr>
          <p:nvPr>
            <p:ph type="subTitle" idx="18"/>
          </p:nvPr>
        </p:nvSpPr>
        <p:spPr>
          <a:xfrm>
            <a:off x="5584325" y="2833650"/>
            <a:ext cx="13443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85" name="Google Shape;785;p44"/>
          <p:cNvSpPr txBox="1">
            <a:spLocks noGrp="1"/>
          </p:cNvSpPr>
          <p:nvPr>
            <p:ph type="subTitle" idx="19"/>
          </p:nvPr>
        </p:nvSpPr>
        <p:spPr>
          <a:xfrm>
            <a:off x="2598875" y="2833650"/>
            <a:ext cx="13443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86" name="Google Shape;786;p44"/>
          <p:cNvSpPr txBox="1">
            <a:spLocks noGrp="1"/>
          </p:cNvSpPr>
          <p:nvPr>
            <p:ph type="subTitle" idx="20"/>
          </p:nvPr>
        </p:nvSpPr>
        <p:spPr>
          <a:xfrm>
            <a:off x="220000" y="2457955"/>
            <a:ext cx="903000" cy="455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1195556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- 2">
  <p:cSld name="Timeline - 2"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45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89" name="Google Shape;789;p45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790" name="Google Shape;790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45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792" name="Google Shape;792;p45"/>
          <p:cNvCxnSpPr/>
          <p:nvPr/>
        </p:nvCxnSpPr>
        <p:spPr>
          <a:xfrm>
            <a:off x="-61225" y="1393000"/>
            <a:ext cx="8049000" cy="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93" name="Google Shape;793;p45"/>
          <p:cNvCxnSpPr/>
          <p:nvPr/>
        </p:nvCxnSpPr>
        <p:spPr>
          <a:xfrm>
            <a:off x="7987570" y="1393075"/>
            <a:ext cx="0" cy="119520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94" name="Google Shape;794;p45"/>
          <p:cNvCxnSpPr/>
          <p:nvPr/>
        </p:nvCxnSpPr>
        <p:spPr>
          <a:xfrm>
            <a:off x="1162520" y="2588275"/>
            <a:ext cx="6825000" cy="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95" name="Google Shape;795;p45"/>
          <p:cNvCxnSpPr/>
          <p:nvPr/>
        </p:nvCxnSpPr>
        <p:spPr>
          <a:xfrm>
            <a:off x="1162520" y="2588275"/>
            <a:ext cx="0" cy="119520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96" name="Google Shape;796;p45"/>
          <p:cNvCxnSpPr/>
          <p:nvPr/>
        </p:nvCxnSpPr>
        <p:spPr>
          <a:xfrm>
            <a:off x="1162513" y="3783475"/>
            <a:ext cx="8042700" cy="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97" name="Google Shape;797;p45"/>
          <p:cNvSpPr/>
          <p:nvPr/>
        </p:nvSpPr>
        <p:spPr>
          <a:xfrm>
            <a:off x="1937350" y="1152475"/>
            <a:ext cx="481200" cy="481200"/>
          </a:xfrm>
          <a:prstGeom prst="ellipse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1</a:t>
            </a:r>
            <a:endParaRPr sz="230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98" name="Google Shape;798;p45"/>
          <p:cNvSpPr/>
          <p:nvPr/>
        </p:nvSpPr>
        <p:spPr>
          <a:xfrm>
            <a:off x="4334439" y="1152475"/>
            <a:ext cx="481200" cy="481200"/>
          </a:xfrm>
          <a:prstGeom prst="ellipse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2</a:t>
            </a:r>
            <a:endParaRPr sz="230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99" name="Google Shape;799;p45"/>
          <p:cNvSpPr/>
          <p:nvPr/>
        </p:nvSpPr>
        <p:spPr>
          <a:xfrm>
            <a:off x="6731528" y="1152475"/>
            <a:ext cx="481200" cy="481200"/>
          </a:xfrm>
          <a:prstGeom prst="ellipse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</a:t>
            </a:r>
            <a:endParaRPr sz="230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0" name="Google Shape;800;p45"/>
          <p:cNvSpPr/>
          <p:nvPr/>
        </p:nvSpPr>
        <p:spPr>
          <a:xfrm>
            <a:off x="1937350" y="2347677"/>
            <a:ext cx="481200" cy="481200"/>
          </a:xfrm>
          <a:prstGeom prst="ellipse">
            <a:avLst/>
          </a:prstGeom>
          <a:solidFill>
            <a:srgbClr val="58595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6</a:t>
            </a:r>
            <a:endParaRPr sz="230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1" name="Google Shape;801;p45"/>
          <p:cNvSpPr/>
          <p:nvPr/>
        </p:nvSpPr>
        <p:spPr>
          <a:xfrm>
            <a:off x="4334439" y="2347677"/>
            <a:ext cx="481200" cy="481200"/>
          </a:xfrm>
          <a:prstGeom prst="ellipse">
            <a:avLst/>
          </a:prstGeom>
          <a:solidFill>
            <a:srgbClr val="58595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</a:t>
            </a:r>
            <a:endParaRPr sz="230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2" name="Google Shape;802;p45"/>
          <p:cNvSpPr/>
          <p:nvPr/>
        </p:nvSpPr>
        <p:spPr>
          <a:xfrm>
            <a:off x="6731528" y="2347677"/>
            <a:ext cx="481200" cy="481200"/>
          </a:xfrm>
          <a:prstGeom prst="ellipse">
            <a:avLst/>
          </a:prstGeom>
          <a:solidFill>
            <a:srgbClr val="58595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4</a:t>
            </a:r>
            <a:endParaRPr sz="230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3" name="Google Shape;803;p45"/>
          <p:cNvSpPr/>
          <p:nvPr/>
        </p:nvSpPr>
        <p:spPr>
          <a:xfrm>
            <a:off x="1937350" y="3542880"/>
            <a:ext cx="481200" cy="481200"/>
          </a:xfrm>
          <a:prstGeom prst="ellipse">
            <a:avLst/>
          </a:prstGeom>
          <a:solidFill>
            <a:srgbClr val="007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7</a:t>
            </a:r>
            <a:endParaRPr sz="230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4" name="Google Shape;804;p45"/>
          <p:cNvSpPr/>
          <p:nvPr/>
        </p:nvSpPr>
        <p:spPr>
          <a:xfrm>
            <a:off x="4334439" y="3542880"/>
            <a:ext cx="481200" cy="481200"/>
          </a:xfrm>
          <a:prstGeom prst="ellipse">
            <a:avLst/>
          </a:prstGeom>
          <a:solidFill>
            <a:srgbClr val="007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8</a:t>
            </a:r>
            <a:endParaRPr sz="230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5" name="Google Shape;805;p45"/>
          <p:cNvSpPr/>
          <p:nvPr/>
        </p:nvSpPr>
        <p:spPr>
          <a:xfrm>
            <a:off x="6731528" y="3542880"/>
            <a:ext cx="481200" cy="481200"/>
          </a:xfrm>
          <a:prstGeom prst="ellipse">
            <a:avLst/>
          </a:prstGeom>
          <a:solidFill>
            <a:srgbClr val="007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9</a:t>
            </a:r>
            <a:endParaRPr sz="230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6" name="Google Shape;806;p45"/>
          <p:cNvSpPr txBox="1">
            <a:spLocks noGrp="1"/>
          </p:cNvSpPr>
          <p:nvPr>
            <p:ph type="subTitle" idx="2"/>
          </p:nvPr>
        </p:nvSpPr>
        <p:spPr>
          <a:xfrm>
            <a:off x="1293450" y="1747488"/>
            <a:ext cx="17691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07" name="Google Shape;807;p45"/>
          <p:cNvSpPr txBox="1">
            <a:spLocks noGrp="1"/>
          </p:cNvSpPr>
          <p:nvPr>
            <p:ph type="subTitle" idx="3"/>
          </p:nvPr>
        </p:nvSpPr>
        <p:spPr>
          <a:xfrm>
            <a:off x="1293450" y="2923600"/>
            <a:ext cx="17691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08" name="Google Shape;808;p45"/>
          <p:cNvSpPr txBox="1">
            <a:spLocks noGrp="1"/>
          </p:cNvSpPr>
          <p:nvPr>
            <p:ph type="subTitle" idx="4"/>
          </p:nvPr>
        </p:nvSpPr>
        <p:spPr>
          <a:xfrm>
            <a:off x="1293450" y="4100275"/>
            <a:ext cx="17691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09" name="Google Shape;809;p45"/>
          <p:cNvSpPr txBox="1">
            <a:spLocks noGrp="1"/>
          </p:cNvSpPr>
          <p:nvPr>
            <p:ph type="subTitle" idx="5"/>
          </p:nvPr>
        </p:nvSpPr>
        <p:spPr>
          <a:xfrm>
            <a:off x="3690488" y="1747488"/>
            <a:ext cx="17691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10" name="Google Shape;810;p45"/>
          <p:cNvSpPr txBox="1">
            <a:spLocks noGrp="1"/>
          </p:cNvSpPr>
          <p:nvPr>
            <p:ph type="subTitle" idx="6"/>
          </p:nvPr>
        </p:nvSpPr>
        <p:spPr>
          <a:xfrm>
            <a:off x="3690488" y="2923600"/>
            <a:ext cx="17691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11" name="Google Shape;811;p45"/>
          <p:cNvSpPr txBox="1">
            <a:spLocks noGrp="1"/>
          </p:cNvSpPr>
          <p:nvPr>
            <p:ph type="subTitle" idx="7"/>
          </p:nvPr>
        </p:nvSpPr>
        <p:spPr>
          <a:xfrm>
            <a:off x="3690488" y="4100275"/>
            <a:ext cx="17691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12" name="Google Shape;812;p45"/>
          <p:cNvSpPr txBox="1">
            <a:spLocks noGrp="1"/>
          </p:cNvSpPr>
          <p:nvPr>
            <p:ph type="subTitle" idx="8"/>
          </p:nvPr>
        </p:nvSpPr>
        <p:spPr>
          <a:xfrm>
            <a:off x="6087538" y="1747488"/>
            <a:ext cx="17691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13" name="Google Shape;813;p45"/>
          <p:cNvSpPr txBox="1">
            <a:spLocks noGrp="1"/>
          </p:cNvSpPr>
          <p:nvPr>
            <p:ph type="subTitle" idx="9"/>
          </p:nvPr>
        </p:nvSpPr>
        <p:spPr>
          <a:xfrm>
            <a:off x="6087538" y="2923600"/>
            <a:ext cx="17691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14" name="Google Shape;814;p45"/>
          <p:cNvSpPr txBox="1">
            <a:spLocks noGrp="1"/>
          </p:cNvSpPr>
          <p:nvPr>
            <p:ph type="subTitle" idx="13"/>
          </p:nvPr>
        </p:nvSpPr>
        <p:spPr>
          <a:xfrm>
            <a:off x="6087538" y="4100275"/>
            <a:ext cx="17691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1436921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1">
  <p:cSld name="Quote - 1"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46"/>
          <p:cNvSpPr/>
          <p:nvPr/>
        </p:nvSpPr>
        <p:spPr>
          <a:xfrm>
            <a:off x="1091700" y="935250"/>
            <a:ext cx="6960600" cy="3273000"/>
          </a:xfrm>
          <a:prstGeom prst="roundRect">
            <a:avLst>
              <a:gd name="adj" fmla="val 12660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17" name="Google Shape;817;p46"/>
          <p:cNvSpPr txBox="1"/>
          <p:nvPr/>
        </p:nvSpPr>
        <p:spPr>
          <a:xfrm>
            <a:off x="1859150" y="1226063"/>
            <a:ext cx="5151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6000" b="1">
                <a:solidFill>
                  <a:srgbClr val="F7F7F7"/>
                </a:solidFill>
                <a:latin typeface="IBM Plex Sans"/>
                <a:ea typeface="IBM Plex Sans"/>
                <a:cs typeface="IBM Plex Sans"/>
                <a:sym typeface="IBM Plex Sans"/>
              </a:rPr>
              <a:t>“</a:t>
            </a:r>
            <a:endParaRPr sz="6000" b="1">
              <a:solidFill>
                <a:srgbClr val="F7F7F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18" name="Google Shape;818;p46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819" name="Google Shape;819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46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1" name="Google Shape;821;p46"/>
          <p:cNvSpPr txBox="1">
            <a:spLocks noGrp="1"/>
          </p:cNvSpPr>
          <p:nvPr>
            <p:ph type="body" idx="2"/>
          </p:nvPr>
        </p:nvSpPr>
        <p:spPr>
          <a:xfrm>
            <a:off x="2374250" y="1503000"/>
            <a:ext cx="5389200" cy="190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BM Plex Sans Light"/>
              <a:buChar char="■"/>
              <a:defRPr sz="24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●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○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●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○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822" name="Google Shape;822;p46"/>
          <p:cNvSpPr txBox="1">
            <a:spLocks noGrp="1"/>
          </p:cNvSpPr>
          <p:nvPr>
            <p:ph type="subTitle" idx="3"/>
          </p:nvPr>
        </p:nvSpPr>
        <p:spPr>
          <a:xfrm>
            <a:off x="4394950" y="3448481"/>
            <a:ext cx="33684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 b="1">
                <a:solidFill>
                  <a:schemeClr val="lt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3" name="Google Shape;823;p46"/>
          <p:cNvSpPr txBox="1">
            <a:spLocks noGrp="1"/>
          </p:cNvSpPr>
          <p:nvPr>
            <p:ph type="subTitle" idx="4"/>
          </p:nvPr>
        </p:nvSpPr>
        <p:spPr>
          <a:xfrm>
            <a:off x="4394950" y="3706950"/>
            <a:ext cx="33684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24" name="Google Shape;824;p46"/>
          <p:cNvGrpSpPr/>
          <p:nvPr/>
        </p:nvGrpSpPr>
        <p:grpSpPr>
          <a:xfrm>
            <a:off x="503148" y="3448467"/>
            <a:ext cx="961141" cy="957298"/>
            <a:chOff x="3000325" y="3156400"/>
            <a:chExt cx="881054" cy="877530"/>
          </a:xfrm>
        </p:grpSpPr>
        <p:sp>
          <p:nvSpPr>
            <p:cNvPr id="825" name="Google Shape;825;p46"/>
            <p:cNvSpPr/>
            <p:nvPr/>
          </p:nvSpPr>
          <p:spPr>
            <a:xfrm>
              <a:off x="3791679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26" name="Google Shape;826;p46"/>
            <p:cNvSpPr/>
            <p:nvPr/>
          </p:nvSpPr>
          <p:spPr>
            <a:xfrm>
              <a:off x="3791679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27" name="Google Shape;827;p46"/>
            <p:cNvSpPr/>
            <p:nvPr/>
          </p:nvSpPr>
          <p:spPr>
            <a:xfrm>
              <a:off x="3791679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28" name="Google Shape;828;p46"/>
            <p:cNvSpPr/>
            <p:nvPr/>
          </p:nvSpPr>
          <p:spPr>
            <a:xfrm>
              <a:off x="3791679" y="3747273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29" name="Google Shape;829;p46"/>
            <p:cNvSpPr/>
            <p:nvPr/>
          </p:nvSpPr>
          <p:spPr>
            <a:xfrm>
              <a:off x="3791679" y="394423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0" name="Google Shape;830;p46"/>
            <p:cNvSpPr/>
            <p:nvPr/>
          </p:nvSpPr>
          <p:spPr>
            <a:xfrm>
              <a:off x="3000325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1" name="Google Shape;831;p46"/>
            <p:cNvSpPr/>
            <p:nvPr/>
          </p:nvSpPr>
          <p:spPr>
            <a:xfrm>
              <a:off x="3000325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2" name="Google Shape;832;p46"/>
            <p:cNvSpPr/>
            <p:nvPr/>
          </p:nvSpPr>
          <p:spPr>
            <a:xfrm>
              <a:off x="3000325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3" name="Google Shape;833;p46"/>
            <p:cNvSpPr/>
            <p:nvPr/>
          </p:nvSpPr>
          <p:spPr>
            <a:xfrm>
              <a:off x="3000325" y="3747273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4" name="Google Shape;834;p46"/>
            <p:cNvSpPr/>
            <p:nvPr/>
          </p:nvSpPr>
          <p:spPr>
            <a:xfrm>
              <a:off x="3000325" y="394423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5" name="Google Shape;835;p46"/>
            <p:cNvSpPr/>
            <p:nvPr/>
          </p:nvSpPr>
          <p:spPr>
            <a:xfrm>
              <a:off x="3198163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6" name="Google Shape;836;p46"/>
            <p:cNvSpPr/>
            <p:nvPr/>
          </p:nvSpPr>
          <p:spPr>
            <a:xfrm>
              <a:off x="3198163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7" name="Google Shape;837;p46"/>
            <p:cNvSpPr/>
            <p:nvPr/>
          </p:nvSpPr>
          <p:spPr>
            <a:xfrm>
              <a:off x="3198163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8" name="Google Shape;838;p46"/>
            <p:cNvSpPr/>
            <p:nvPr/>
          </p:nvSpPr>
          <p:spPr>
            <a:xfrm>
              <a:off x="3198163" y="3747273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9" name="Google Shape;839;p46"/>
            <p:cNvSpPr/>
            <p:nvPr/>
          </p:nvSpPr>
          <p:spPr>
            <a:xfrm>
              <a:off x="3198163" y="394423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0" name="Google Shape;840;p46"/>
            <p:cNvSpPr/>
            <p:nvPr/>
          </p:nvSpPr>
          <p:spPr>
            <a:xfrm>
              <a:off x="3396002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1" name="Google Shape;841;p46"/>
            <p:cNvSpPr/>
            <p:nvPr/>
          </p:nvSpPr>
          <p:spPr>
            <a:xfrm>
              <a:off x="3396002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2" name="Google Shape;842;p46"/>
            <p:cNvSpPr/>
            <p:nvPr/>
          </p:nvSpPr>
          <p:spPr>
            <a:xfrm>
              <a:off x="3396002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3" name="Google Shape;843;p46"/>
            <p:cNvSpPr/>
            <p:nvPr/>
          </p:nvSpPr>
          <p:spPr>
            <a:xfrm>
              <a:off x="3396002" y="3747273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4" name="Google Shape;844;p46"/>
            <p:cNvSpPr/>
            <p:nvPr/>
          </p:nvSpPr>
          <p:spPr>
            <a:xfrm>
              <a:off x="3396002" y="394423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5" name="Google Shape;845;p46"/>
            <p:cNvSpPr/>
            <p:nvPr/>
          </p:nvSpPr>
          <p:spPr>
            <a:xfrm>
              <a:off x="3593840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6" name="Google Shape;846;p46"/>
            <p:cNvSpPr/>
            <p:nvPr/>
          </p:nvSpPr>
          <p:spPr>
            <a:xfrm>
              <a:off x="3593840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7" name="Google Shape;847;p46"/>
            <p:cNvSpPr/>
            <p:nvPr/>
          </p:nvSpPr>
          <p:spPr>
            <a:xfrm>
              <a:off x="3593840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8" name="Google Shape;848;p46"/>
            <p:cNvSpPr/>
            <p:nvPr/>
          </p:nvSpPr>
          <p:spPr>
            <a:xfrm>
              <a:off x="3593840" y="3747273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9" name="Google Shape;849;p46"/>
            <p:cNvSpPr/>
            <p:nvPr/>
          </p:nvSpPr>
          <p:spPr>
            <a:xfrm>
              <a:off x="3593840" y="394423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4292538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3">
  <p:cSld name="Quote - 3">
    <p:bg>
      <p:bgPr>
        <a:solidFill>
          <a:schemeClr val="dk1"/>
        </a:solidFill>
        <a:effectLst/>
      </p:bgPr>
    </p:bg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48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887" name="Google Shape;887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48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grpSp>
        <p:nvGrpSpPr>
          <p:cNvPr id="889" name="Google Shape;889;p48"/>
          <p:cNvGrpSpPr/>
          <p:nvPr/>
        </p:nvGrpSpPr>
        <p:grpSpPr>
          <a:xfrm rot="10800000">
            <a:off x="7321000" y="1228430"/>
            <a:ext cx="754100" cy="3057840"/>
            <a:chOff x="1409525" y="1524925"/>
            <a:chExt cx="754100" cy="2588100"/>
          </a:xfrm>
        </p:grpSpPr>
        <p:sp>
          <p:nvSpPr>
            <p:cNvPr id="890" name="Google Shape;890;p48"/>
            <p:cNvSpPr/>
            <p:nvPr/>
          </p:nvSpPr>
          <p:spPr>
            <a:xfrm>
              <a:off x="1409525" y="1524925"/>
              <a:ext cx="222600" cy="258810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91" name="Google Shape;891;p48"/>
            <p:cNvSpPr/>
            <p:nvPr/>
          </p:nvSpPr>
          <p:spPr>
            <a:xfrm>
              <a:off x="1508425" y="3912025"/>
              <a:ext cx="655200" cy="20100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92" name="Google Shape;892;p48"/>
            <p:cNvSpPr/>
            <p:nvPr/>
          </p:nvSpPr>
          <p:spPr>
            <a:xfrm>
              <a:off x="1508425" y="1524925"/>
              <a:ext cx="655200" cy="20100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893" name="Google Shape;893;p48"/>
          <p:cNvGrpSpPr/>
          <p:nvPr/>
        </p:nvGrpSpPr>
        <p:grpSpPr>
          <a:xfrm>
            <a:off x="1068925" y="1228369"/>
            <a:ext cx="754100" cy="3057840"/>
            <a:chOff x="1409525" y="1524925"/>
            <a:chExt cx="754100" cy="2588100"/>
          </a:xfrm>
        </p:grpSpPr>
        <p:sp>
          <p:nvSpPr>
            <p:cNvPr id="894" name="Google Shape;894;p48"/>
            <p:cNvSpPr/>
            <p:nvPr/>
          </p:nvSpPr>
          <p:spPr>
            <a:xfrm>
              <a:off x="1409525" y="1524925"/>
              <a:ext cx="222600" cy="258810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95" name="Google Shape;895;p48"/>
            <p:cNvSpPr/>
            <p:nvPr/>
          </p:nvSpPr>
          <p:spPr>
            <a:xfrm>
              <a:off x="1508425" y="3912025"/>
              <a:ext cx="655200" cy="20100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96" name="Google Shape;896;p48"/>
            <p:cNvSpPr/>
            <p:nvPr/>
          </p:nvSpPr>
          <p:spPr>
            <a:xfrm>
              <a:off x="1508425" y="1524925"/>
              <a:ext cx="655200" cy="20100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897" name="Google Shape;897;p48"/>
          <p:cNvSpPr txBox="1"/>
          <p:nvPr/>
        </p:nvSpPr>
        <p:spPr>
          <a:xfrm>
            <a:off x="1706750" y="1530863"/>
            <a:ext cx="5151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6000" b="1">
                <a:solidFill>
                  <a:srgbClr val="FC5D0D"/>
                </a:solidFill>
                <a:latin typeface="IBM Plex Sans"/>
                <a:ea typeface="IBM Plex Sans"/>
                <a:cs typeface="IBM Plex Sans"/>
                <a:sym typeface="IBM Plex Sans"/>
              </a:rPr>
              <a:t>“</a:t>
            </a:r>
            <a:endParaRPr sz="6000" b="1">
              <a:solidFill>
                <a:srgbClr val="FC5D0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98" name="Google Shape;898;p48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9" name="Google Shape;899;p48"/>
          <p:cNvSpPr txBox="1">
            <a:spLocks noGrp="1"/>
          </p:cNvSpPr>
          <p:nvPr>
            <p:ph type="body" idx="2"/>
          </p:nvPr>
        </p:nvSpPr>
        <p:spPr>
          <a:xfrm>
            <a:off x="2221850" y="1733450"/>
            <a:ext cx="5226600" cy="167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BM Plex Sans Light"/>
              <a:buChar char="■"/>
              <a:defRPr sz="24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Font typeface="IBM Plex Sans Light"/>
              <a:buChar char="●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○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●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○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900" name="Google Shape;900;p48"/>
          <p:cNvSpPr txBox="1">
            <a:spLocks noGrp="1"/>
          </p:cNvSpPr>
          <p:nvPr>
            <p:ph type="subTitle" idx="3"/>
          </p:nvPr>
        </p:nvSpPr>
        <p:spPr>
          <a:xfrm>
            <a:off x="4181583" y="3405350"/>
            <a:ext cx="3266700" cy="18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 b="1">
                <a:solidFill>
                  <a:schemeClr val="lt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1" name="Google Shape;901;p48"/>
          <p:cNvSpPr txBox="1">
            <a:spLocks noGrp="1"/>
          </p:cNvSpPr>
          <p:nvPr>
            <p:ph type="subTitle" idx="4"/>
          </p:nvPr>
        </p:nvSpPr>
        <p:spPr>
          <a:xfrm>
            <a:off x="4181583" y="3665134"/>
            <a:ext cx="3266700" cy="18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4278848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4">
  <p:cSld name="Quote - 4"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49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4" name="Google Shape;904;p49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905" name="Google Shape;905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49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7" name="Google Shape;907;p49"/>
          <p:cNvSpPr txBox="1"/>
          <p:nvPr/>
        </p:nvSpPr>
        <p:spPr>
          <a:xfrm>
            <a:off x="2945100" y="1534806"/>
            <a:ext cx="5151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6000" b="1">
                <a:solidFill>
                  <a:srgbClr val="FC5D0D"/>
                </a:solidFill>
                <a:latin typeface="IBM Plex Sans"/>
                <a:ea typeface="IBM Plex Sans"/>
                <a:cs typeface="IBM Plex Sans"/>
                <a:sym typeface="IBM Plex Sans"/>
              </a:rPr>
              <a:t>“</a:t>
            </a:r>
            <a:endParaRPr sz="6000" b="1">
              <a:solidFill>
                <a:srgbClr val="FC5D0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08" name="Google Shape;908;p49"/>
          <p:cNvSpPr txBox="1">
            <a:spLocks noGrp="1"/>
          </p:cNvSpPr>
          <p:nvPr>
            <p:ph type="body" idx="2"/>
          </p:nvPr>
        </p:nvSpPr>
        <p:spPr>
          <a:xfrm>
            <a:off x="3460200" y="1737406"/>
            <a:ext cx="5226600" cy="30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IBM Plex Sans Light"/>
              <a:buChar char="■"/>
              <a:defRPr sz="24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 Light"/>
              <a:buChar char="■"/>
              <a:defRPr sz="18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 Light"/>
              <a:buChar char="■"/>
              <a:defRPr sz="18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 Light"/>
              <a:buChar char="●"/>
              <a:defRPr sz="18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 Light"/>
              <a:buChar char="○"/>
              <a:defRPr sz="18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 Light"/>
              <a:buChar char="■"/>
              <a:defRPr sz="18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 Light"/>
              <a:buChar char="●"/>
              <a:defRPr sz="18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 Light"/>
              <a:buChar char="○"/>
              <a:defRPr sz="18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 Light"/>
              <a:buChar char="■"/>
              <a:defRPr sz="18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909" name="Google Shape;909;p49"/>
          <p:cNvSpPr txBox="1">
            <a:spLocks noGrp="1"/>
          </p:cNvSpPr>
          <p:nvPr>
            <p:ph type="subTitle" idx="3"/>
          </p:nvPr>
        </p:nvSpPr>
        <p:spPr>
          <a:xfrm>
            <a:off x="619177" y="3707675"/>
            <a:ext cx="2243400" cy="18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0" name="Google Shape;910;p49"/>
          <p:cNvSpPr txBox="1">
            <a:spLocks noGrp="1"/>
          </p:cNvSpPr>
          <p:nvPr>
            <p:ph type="subTitle" idx="4"/>
          </p:nvPr>
        </p:nvSpPr>
        <p:spPr>
          <a:xfrm>
            <a:off x="619177" y="3967454"/>
            <a:ext cx="2243400" cy="18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11" name="Google Shape;911;p49"/>
          <p:cNvSpPr>
            <a:spLocks noGrp="1"/>
          </p:cNvSpPr>
          <p:nvPr>
            <p:ph type="pic" idx="5"/>
          </p:nvPr>
        </p:nvSpPr>
        <p:spPr>
          <a:xfrm>
            <a:off x="840575" y="1737400"/>
            <a:ext cx="1800600" cy="1800600"/>
          </a:xfrm>
          <a:prstGeom prst="ellipse">
            <a:avLst/>
          </a:prstGeom>
          <a:noFill/>
          <a:ln>
            <a:noFill/>
          </a:ln>
        </p:spPr>
      </p:sp>
      <p:cxnSp>
        <p:nvCxnSpPr>
          <p:cNvPr id="912" name="Google Shape;912;p49"/>
          <p:cNvCxnSpPr>
            <a:stCxn id="911" idx="2"/>
          </p:cNvCxnSpPr>
          <p:nvPr/>
        </p:nvCxnSpPr>
        <p:spPr>
          <a:xfrm rot="10800000">
            <a:off x="-270925" y="2637700"/>
            <a:ext cx="11115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23303993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vent Announcement">
  <p:cSld name="Event Announcement">
    <p:bg>
      <p:bgPr>
        <a:solidFill>
          <a:schemeClr val="dk1"/>
        </a:solidFill>
        <a:effectLst/>
      </p:bgPr>
    </p:bg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50"/>
          <p:cNvSpPr/>
          <p:nvPr/>
        </p:nvSpPr>
        <p:spPr>
          <a:xfrm>
            <a:off x="457200" y="2282425"/>
            <a:ext cx="3898800" cy="2289000"/>
          </a:xfrm>
          <a:prstGeom prst="roundRect">
            <a:avLst>
              <a:gd name="adj" fmla="val 12204"/>
            </a:avLst>
          </a:prstGeom>
          <a:solidFill>
            <a:srgbClr val="1F2A44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15" name="Google Shape;915;p50"/>
          <p:cNvSpPr/>
          <p:nvPr/>
        </p:nvSpPr>
        <p:spPr>
          <a:xfrm>
            <a:off x="3330375" y="114300"/>
            <a:ext cx="5257500" cy="5413500"/>
          </a:xfrm>
          <a:prstGeom prst="roundRect">
            <a:avLst>
              <a:gd name="adj" fmla="val 466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/>
          </a:p>
        </p:txBody>
      </p:sp>
      <p:grpSp>
        <p:nvGrpSpPr>
          <p:cNvPr id="916" name="Google Shape;916;p50"/>
          <p:cNvGrpSpPr/>
          <p:nvPr/>
        </p:nvGrpSpPr>
        <p:grpSpPr>
          <a:xfrm>
            <a:off x="8119924" y="3779397"/>
            <a:ext cx="795465" cy="792208"/>
            <a:chOff x="137675" y="266700"/>
            <a:chExt cx="939600" cy="935752"/>
          </a:xfrm>
        </p:grpSpPr>
        <p:sp>
          <p:nvSpPr>
            <p:cNvPr id="917" name="Google Shape;917;p50"/>
            <p:cNvSpPr/>
            <p:nvPr/>
          </p:nvSpPr>
          <p:spPr>
            <a:xfrm>
              <a:off x="137675" y="266700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18" name="Google Shape;918;p50"/>
            <p:cNvSpPr/>
            <p:nvPr/>
          </p:nvSpPr>
          <p:spPr>
            <a:xfrm>
              <a:off x="137675" y="440230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19" name="Google Shape;919;p50"/>
            <p:cNvSpPr/>
            <p:nvPr/>
          </p:nvSpPr>
          <p:spPr>
            <a:xfrm>
              <a:off x="137675" y="613761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20" name="Google Shape;920;p50"/>
            <p:cNvSpPr/>
            <p:nvPr/>
          </p:nvSpPr>
          <p:spPr>
            <a:xfrm>
              <a:off x="137675" y="787291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21" name="Google Shape;921;p50"/>
            <p:cNvSpPr/>
            <p:nvPr/>
          </p:nvSpPr>
          <p:spPr>
            <a:xfrm>
              <a:off x="137675" y="960822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22" name="Google Shape;922;p50"/>
            <p:cNvSpPr/>
            <p:nvPr/>
          </p:nvSpPr>
          <p:spPr>
            <a:xfrm>
              <a:off x="137675" y="1134352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923" name="Google Shape;923;p50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924" name="Google Shape;924;p50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5" name="Google Shape;925;p50"/>
          <p:cNvSpPr txBox="1">
            <a:spLocks noGrp="1"/>
          </p:cNvSpPr>
          <p:nvPr>
            <p:ph type="subTitle" idx="2"/>
          </p:nvPr>
        </p:nvSpPr>
        <p:spPr>
          <a:xfrm>
            <a:off x="727575" y="2685725"/>
            <a:ext cx="2237100" cy="864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6" name="Google Shape;926;p50"/>
          <p:cNvSpPr txBox="1">
            <a:spLocks noGrp="1"/>
          </p:cNvSpPr>
          <p:nvPr>
            <p:ph type="subTitle" idx="3"/>
          </p:nvPr>
        </p:nvSpPr>
        <p:spPr>
          <a:xfrm>
            <a:off x="727575" y="3626825"/>
            <a:ext cx="2237100" cy="64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BM Plex Sans Medium"/>
              <a:buNone/>
              <a:defRPr sz="15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927" name="Google Shape;927;p50"/>
          <p:cNvSpPr txBox="1">
            <a:spLocks noGrp="1"/>
          </p:cNvSpPr>
          <p:nvPr>
            <p:ph type="subTitle" idx="4"/>
          </p:nvPr>
        </p:nvSpPr>
        <p:spPr>
          <a:xfrm>
            <a:off x="3585525" y="3941100"/>
            <a:ext cx="2361000" cy="537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800"/>
              <a:buNone/>
              <a:defRPr sz="1800" b="1">
                <a:solidFill>
                  <a:srgbClr val="F9382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800"/>
              <a:buNone/>
              <a:defRPr sz="1800" b="1">
                <a:solidFill>
                  <a:srgbClr val="F9382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800"/>
              <a:buNone/>
              <a:defRPr sz="1800" b="1">
                <a:solidFill>
                  <a:srgbClr val="F9382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800"/>
              <a:buNone/>
              <a:defRPr sz="1800" b="1">
                <a:solidFill>
                  <a:srgbClr val="F9382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800"/>
              <a:buNone/>
              <a:defRPr sz="1800" b="1">
                <a:solidFill>
                  <a:srgbClr val="F9382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800"/>
              <a:buNone/>
              <a:defRPr sz="1800" b="1">
                <a:solidFill>
                  <a:srgbClr val="F9382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800"/>
              <a:buNone/>
              <a:defRPr sz="1800" b="1">
                <a:solidFill>
                  <a:srgbClr val="F9382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800"/>
              <a:buNone/>
              <a:defRPr sz="1800" b="1">
                <a:solidFill>
                  <a:srgbClr val="F93822"/>
                </a:solidFill>
              </a:defRPr>
            </a:lvl9pPr>
          </a:lstStyle>
          <a:p>
            <a:endParaRPr/>
          </a:p>
        </p:txBody>
      </p:sp>
      <p:sp>
        <p:nvSpPr>
          <p:cNvPr id="928" name="Google Shape;928;p50"/>
          <p:cNvSpPr txBox="1">
            <a:spLocks noGrp="1"/>
          </p:cNvSpPr>
          <p:nvPr>
            <p:ph type="body" idx="5"/>
          </p:nvPr>
        </p:nvSpPr>
        <p:spPr>
          <a:xfrm>
            <a:off x="3585523" y="1245100"/>
            <a:ext cx="4802700" cy="288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9" name="Google Shape;929;p50"/>
          <p:cNvSpPr txBox="1">
            <a:spLocks noGrp="1"/>
          </p:cNvSpPr>
          <p:nvPr>
            <p:ph type="title"/>
          </p:nvPr>
        </p:nvSpPr>
        <p:spPr>
          <a:xfrm>
            <a:off x="3585523" y="114300"/>
            <a:ext cx="4802700" cy="903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930" name="Google Shape;930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1" name="Google Shape;931;p50"/>
          <p:cNvCxnSpPr/>
          <p:nvPr/>
        </p:nvCxnSpPr>
        <p:spPr>
          <a:xfrm>
            <a:off x="3585525" y="4544925"/>
            <a:ext cx="16182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4159279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s">
  <p:cSld name="Customers"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51"/>
          <p:cNvSpPr/>
          <p:nvPr/>
        </p:nvSpPr>
        <p:spPr>
          <a:xfrm>
            <a:off x="2542607" y="882600"/>
            <a:ext cx="1971300" cy="1924200"/>
          </a:xfrm>
          <a:prstGeom prst="roundRect">
            <a:avLst>
              <a:gd name="adj" fmla="val 582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34" name="Google Shape;934;p51"/>
          <p:cNvSpPr/>
          <p:nvPr/>
        </p:nvSpPr>
        <p:spPr>
          <a:xfrm>
            <a:off x="2542607" y="1235369"/>
            <a:ext cx="1973400" cy="1671300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935" name="Google Shape;935;p51"/>
          <p:cNvSpPr/>
          <p:nvPr/>
        </p:nvSpPr>
        <p:spPr>
          <a:xfrm>
            <a:off x="4628013" y="882600"/>
            <a:ext cx="1971300" cy="1924200"/>
          </a:xfrm>
          <a:prstGeom prst="roundRect">
            <a:avLst>
              <a:gd name="adj" fmla="val 582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36" name="Google Shape;936;p51"/>
          <p:cNvSpPr/>
          <p:nvPr/>
        </p:nvSpPr>
        <p:spPr>
          <a:xfrm>
            <a:off x="4628013" y="1235369"/>
            <a:ext cx="1973400" cy="1671300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937" name="Google Shape;937;p51"/>
          <p:cNvSpPr/>
          <p:nvPr/>
        </p:nvSpPr>
        <p:spPr>
          <a:xfrm>
            <a:off x="6713420" y="882600"/>
            <a:ext cx="1971300" cy="1924200"/>
          </a:xfrm>
          <a:prstGeom prst="roundRect">
            <a:avLst>
              <a:gd name="adj" fmla="val 582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38" name="Google Shape;938;p51"/>
          <p:cNvSpPr/>
          <p:nvPr/>
        </p:nvSpPr>
        <p:spPr>
          <a:xfrm>
            <a:off x="6713420" y="1235369"/>
            <a:ext cx="1973400" cy="1671300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939" name="Google Shape;939;p51"/>
          <p:cNvSpPr/>
          <p:nvPr/>
        </p:nvSpPr>
        <p:spPr>
          <a:xfrm>
            <a:off x="457200" y="2996834"/>
            <a:ext cx="1971300" cy="1924200"/>
          </a:xfrm>
          <a:prstGeom prst="roundRect">
            <a:avLst>
              <a:gd name="adj" fmla="val 582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40" name="Google Shape;940;p51"/>
          <p:cNvSpPr/>
          <p:nvPr/>
        </p:nvSpPr>
        <p:spPr>
          <a:xfrm>
            <a:off x="457200" y="3349603"/>
            <a:ext cx="1973400" cy="1671300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941" name="Google Shape;941;p51"/>
          <p:cNvSpPr/>
          <p:nvPr/>
        </p:nvSpPr>
        <p:spPr>
          <a:xfrm>
            <a:off x="457200" y="882600"/>
            <a:ext cx="1971300" cy="1924200"/>
          </a:xfrm>
          <a:prstGeom prst="roundRect">
            <a:avLst>
              <a:gd name="adj" fmla="val 582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42" name="Google Shape;942;p51"/>
          <p:cNvSpPr/>
          <p:nvPr/>
        </p:nvSpPr>
        <p:spPr>
          <a:xfrm>
            <a:off x="457200" y="1235369"/>
            <a:ext cx="1973400" cy="1671300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943" name="Google Shape;943;p51"/>
          <p:cNvSpPr/>
          <p:nvPr/>
        </p:nvSpPr>
        <p:spPr>
          <a:xfrm>
            <a:off x="2542607" y="2996834"/>
            <a:ext cx="1971300" cy="1924200"/>
          </a:xfrm>
          <a:prstGeom prst="roundRect">
            <a:avLst>
              <a:gd name="adj" fmla="val 582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44" name="Google Shape;944;p51"/>
          <p:cNvSpPr/>
          <p:nvPr/>
        </p:nvSpPr>
        <p:spPr>
          <a:xfrm>
            <a:off x="2542607" y="3349603"/>
            <a:ext cx="1973400" cy="1671300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945" name="Google Shape;945;p51"/>
          <p:cNvSpPr/>
          <p:nvPr/>
        </p:nvSpPr>
        <p:spPr>
          <a:xfrm>
            <a:off x="4628013" y="2996834"/>
            <a:ext cx="1971300" cy="1924200"/>
          </a:xfrm>
          <a:prstGeom prst="roundRect">
            <a:avLst>
              <a:gd name="adj" fmla="val 582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46" name="Google Shape;946;p51"/>
          <p:cNvSpPr/>
          <p:nvPr/>
        </p:nvSpPr>
        <p:spPr>
          <a:xfrm>
            <a:off x="4628013" y="3349603"/>
            <a:ext cx="1973400" cy="1671300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947" name="Google Shape;947;p51"/>
          <p:cNvSpPr/>
          <p:nvPr/>
        </p:nvSpPr>
        <p:spPr>
          <a:xfrm>
            <a:off x="6713420" y="2996834"/>
            <a:ext cx="1971300" cy="1924200"/>
          </a:xfrm>
          <a:prstGeom prst="roundRect">
            <a:avLst>
              <a:gd name="adj" fmla="val 582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48" name="Google Shape;948;p51"/>
          <p:cNvSpPr/>
          <p:nvPr/>
        </p:nvSpPr>
        <p:spPr>
          <a:xfrm>
            <a:off x="6713420" y="3349603"/>
            <a:ext cx="1973400" cy="1671300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949" name="Google Shape;949;p51"/>
          <p:cNvSpPr txBox="1"/>
          <p:nvPr/>
        </p:nvSpPr>
        <p:spPr>
          <a:xfrm>
            <a:off x="3037785" y="926444"/>
            <a:ext cx="96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Insurance</a:t>
            </a:r>
            <a:endParaRPr sz="120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0" name="Google Shape;950;p51"/>
          <p:cNvSpPr txBox="1"/>
          <p:nvPr/>
        </p:nvSpPr>
        <p:spPr>
          <a:xfrm>
            <a:off x="7326036" y="926444"/>
            <a:ext cx="735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Media</a:t>
            </a:r>
            <a:endParaRPr sz="120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1" name="Google Shape;951;p51"/>
          <p:cNvSpPr txBox="1"/>
          <p:nvPr/>
        </p:nvSpPr>
        <p:spPr>
          <a:xfrm>
            <a:off x="7106509" y="3057806"/>
            <a:ext cx="1273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Public Sector</a:t>
            </a:r>
            <a:endParaRPr sz="120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2" name="Google Shape;952;p51"/>
          <p:cNvSpPr txBox="1"/>
          <p:nvPr/>
        </p:nvSpPr>
        <p:spPr>
          <a:xfrm>
            <a:off x="559852" y="3057806"/>
            <a:ext cx="1727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Transport &amp; Logistics</a:t>
            </a:r>
            <a:endParaRPr sz="120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3" name="Google Shape;953;p51"/>
          <p:cNvSpPr txBox="1"/>
          <p:nvPr/>
        </p:nvSpPr>
        <p:spPr>
          <a:xfrm>
            <a:off x="2994014" y="3057806"/>
            <a:ext cx="1131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Technology</a:t>
            </a:r>
            <a:endParaRPr sz="120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4" name="Google Shape;954;p51"/>
          <p:cNvSpPr txBox="1"/>
          <p:nvPr/>
        </p:nvSpPr>
        <p:spPr>
          <a:xfrm>
            <a:off x="5141472" y="926444"/>
            <a:ext cx="96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Telecom</a:t>
            </a:r>
            <a:endParaRPr sz="120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5" name="Google Shape;955;p51"/>
          <p:cNvSpPr txBox="1"/>
          <p:nvPr/>
        </p:nvSpPr>
        <p:spPr>
          <a:xfrm>
            <a:off x="4981638" y="3057806"/>
            <a:ext cx="1320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Manufacturing</a:t>
            </a:r>
            <a:endParaRPr sz="120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6" name="Google Shape;956;p51"/>
          <p:cNvSpPr txBox="1"/>
          <p:nvPr/>
        </p:nvSpPr>
        <p:spPr>
          <a:xfrm>
            <a:off x="622516" y="926444"/>
            <a:ext cx="1577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Financial Services</a:t>
            </a:r>
            <a:endParaRPr sz="120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pic>
        <p:nvPicPr>
          <p:cNvPr id="957" name="Google Shape;957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60748" y="1482652"/>
            <a:ext cx="752844" cy="231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8" name="Google Shape;958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21212" y="2297221"/>
            <a:ext cx="443718" cy="372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9" name="Google Shape;959;p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62007" y="1934152"/>
            <a:ext cx="833916" cy="161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0" name="Google Shape;960;p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43701" y="1390383"/>
            <a:ext cx="375355" cy="372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p5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761499" y="1828654"/>
            <a:ext cx="563158" cy="372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5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785740" y="2315269"/>
            <a:ext cx="752844" cy="232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5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39107" y="2374792"/>
            <a:ext cx="773072" cy="323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Google Shape;964;p5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633568" y="1701032"/>
            <a:ext cx="783606" cy="337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5" name="Google Shape;965;p5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822099" y="1923302"/>
            <a:ext cx="906640" cy="353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p51"/>
          <p:cNvPicPr preferRelativeResize="0"/>
          <p:nvPr/>
        </p:nvPicPr>
        <p:blipFill rotWithShape="1">
          <a:blip r:embed="rId11">
            <a:alphaModFix/>
          </a:blip>
          <a:srcRect l="26600"/>
          <a:stretch/>
        </p:blipFill>
        <p:spPr>
          <a:xfrm>
            <a:off x="7502249" y="4496831"/>
            <a:ext cx="962785" cy="288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p5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629065" y="3869594"/>
            <a:ext cx="888378" cy="188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8" name="Google Shape;968;p51" descr="EDF - Logos, brands and logotypes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831533" y="4097231"/>
            <a:ext cx="962784" cy="235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p5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891355" y="3491594"/>
            <a:ext cx="851082" cy="259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0" name="Google Shape;970;p51" descr="Airbus Logo PNG Transparent &amp; SVG Vector - Freebie Supply"/>
          <p:cNvPicPr preferRelativeResize="0"/>
          <p:nvPr/>
        </p:nvPicPr>
        <p:blipFill rotWithShape="1">
          <a:blip r:embed="rId15">
            <a:alphaModFix/>
          </a:blip>
          <a:srcRect t="39280" b="40601"/>
          <a:stretch/>
        </p:blipFill>
        <p:spPr>
          <a:xfrm>
            <a:off x="814290" y="3567802"/>
            <a:ext cx="1180350" cy="23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1" name="Google Shape;971;p51" descr="Kuehne + Nagel - Logos, brands and logotypes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59065" y="3943746"/>
            <a:ext cx="1328790" cy="303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p51" descr="Taking You From Point A to Point Possible - BNSF Logistics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941283" y="4463955"/>
            <a:ext cx="1005284" cy="259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p51"/>
          <p:cNvPicPr preferRelativeResize="0"/>
          <p:nvPr/>
        </p:nvPicPr>
        <p:blipFill rotWithShape="1">
          <a:blip r:embed="rId18">
            <a:alphaModFix/>
          </a:blip>
          <a:srcRect l="5440" t="29974" r="5812" b="33399"/>
          <a:stretch/>
        </p:blipFill>
        <p:spPr>
          <a:xfrm>
            <a:off x="3414634" y="4041144"/>
            <a:ext cx="1038339" cy="222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74" name="Google Shape;974;p51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3724123" y="3518704"/>
            <a:ext cx="614016" cy="18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p51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2680770" y="3749040"/>
            <a:ext cx="962788" cy="206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p51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2704924" y="4210428"/>
            <a:ext cx="559398" cy="4446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7" name="Google Shape;977;p51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3538589" y="4558692"/>
            <a:ext cx="888377" cy="164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8" name="Google Shape;978;p51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5750234" y="1551707"/>
            <a:ext cx="794910" cy="188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" name="Google Shape;979;p51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4753549" y="1375086"/>
            <a:ext cx="951554" cy="270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0" name="Google Shape;980;p51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4733242" y="1801691"/>
            <a:ext cx="951552" cy="250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1" name="Google Shape;981;p51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4871660" y="2208911"/>
            <a:ext cx="351750" cy="349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2" name="Google Shape;982;p51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5817095" y="1912415"/>
            <a:ext cx="728040" cy="344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3" name="Google Shape;983;p51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4792987" y="3594590"/>
            <a:ext cx="1038323" cy="181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4" name="Google Shape;984;p51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5436957" y="3904980"/>
            <a:ext cx="927603" cy="175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5" name="Google Shape;985;p51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4784919" y="4066663"/>
            <a:ext cx="680136" cy="316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6" name="Google Shape;986;p51" descr="Who We Are | Zymergen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5112097" y="4558692"/>
            <a:ext cx="1180348" cy="179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7" name="Google Shape;987;p51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554298" y="1472303"/>
            <a:ext cx="934303" cy="192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8" name="Google Shape;988;p51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554294" y="1909561"/>
            <a:ext cx="934303" cy="240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9" name="Google Shape;989;p51"/>
          <p:cNvPicPr preferRelativeResize="0"/>
          <p:nvPr/>
        </p:nvPicPr>
        <p:blipFill rotWithShape="1">
          <a:blip r:embed="rId34">
            <a:alphaModFix/>
          </a:blip>
          <a:srcRect/>
          <a:stretch/>
        </p:blipFill>
        <p:spPr>
          <a:xfrm>
            <a:off x="1469364" y="1448398"/>
            <a:ext cx="962273" cy="240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0" name="Google Shape;990;p51"/>
          <p:cNvPicPr preferRelativeResize="0"/>
          <p:nvPr/>
        </p:nvPicPr>
        <p:blipFill rotWithShape="1">
          <a:blip r:embed="rId35">
            <a:alphaModFix/>
          </a:blip>
          <a:srcRect/>
          <a:stretch/>
        </p:blipFill>
        <p:spPr>
          <a:xfrm>
            <a:off x="1617944" y="1916660"/>
            <a:ext cx="665097" cy="192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p51"/>
          <p:cNvPicPr preferRelativeResize="0"/>
          <p:nvPr/>
        </p:nvPicPr>
        <p:blipFill rotWithShape="1">
          <a:blip r:embed="rId36">
            <a:alphaModFix/>
          </a:blip>
          <a:srcRect/>
          <a:stretch/>
        </p:blipFill>
        <p:spPr>
          <a:xfrm>
            <a:off x="1784696" y="2337101"/>
            <a:ext cx="331609" cy="27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p51"/>
          <p:cNvPicPr preferRelativeResize="0"/>
          <p:nvPr/>
        </p:nvPicPr>
        <p:blipFill rotWithShape="1">
          <a:blip r:embed="rId37">
            <a:alphaModFix/>
          </a:blip>
          <a:srcRect/>
          <a:stretch/>
        </p:blipFill>
        <p:spPr>
          <a:xfrm>
            <a:off x="554295" y="2370697"/>
            <a:ext cx="934303" cy="272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93" name="Google Shape;993;p51"/>
          <p:cNvPicPr preferRelativeResize="0"/>
          <p:nvPr/>
        </p:nvPicPr>
        <p:blipFill>
          <a:blip r:embed="rId38">
            <a:alphaModFix/>
          </a:blip>
          <a:stretch>
            <a:fillRect/>
          </a:stretch>
        </p:blipFill>
        <p:spPr>
          <a:xfrm>
            <a:off x="6902969" y="1457299"/>
            <a:ext cx="1082588" cy="164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4" name="Google Shape;994;p51"/>
          <p:cNvPicPr preferRelativeResize="0"/>
          <p:nvPr/>
        </p:nvPicPr>
        <p:blipFill>
          <a:blip r:embed="rId39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p51"/>
          <p:cNvSpPr txBox="1"/>
          <p:nvPr/>
        </p:nvSpPr>
        <p:spPr>
          <a:xfrm>
            <a:off x="466925" y="118575"/>
            <a:ext cx="8220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400+ Customers Across Industries</a:t>
            </a:r>
            <a:endParaRPr sz="34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96" name="Google Shape;996;p51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997" name="Google Shape;997;p51"/>
          <p:cNvPicPr preferRelativeResize="0"/>
          <p:nvPr/>
        </p:nvPicPr>
        <p:blipFill>
          <a:blip r:embed="rId40">
            <a:alphaModFix/>
          </a:blip>
          <a:stretch>
            <a:fillRect/>
          </a:stretch>
        </p:blipFill>
        <p:spPr>
          <a:xfrm>
            <a:off x="5659703" y="2382050"/>
            <a:ext cx="328723" cy="4008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7918638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3_5">
  <p:cSld name="TITLE_AND_BODY_3_5"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83" name="Google Shape;1083;p5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84" name="Google Shape;1084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11513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31.xml"/><Relationship Id="rId39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6.xml"/><Relationship Id="rId34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7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6" Type="http://schemas.openxmlformats.org/officeDocument/2006/relationships/slideLayout" Target="../slideLayouts/slideLayout21.xml"/><Relationship Id="rId29" Type="http://schemas.openxmlformats.org/officeDocument/2006/relationships/slideLayout" Target="../slideLayouts/slideLayout34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24" Type="http://schemas.openxmlformats.org/officeDocument/2006/relationships/slideLayout" Target="../slideLayouts/slideLayout29.xml"/><Relationship Id="rId32" Type="http://schemas.openxmlformats.org/officeDocument/2006/relationships/slideLayout" Target="../slideLayouts/slideLayout37.xml"/><Relationship Id="rId37" Type="http://schemas.openxmlformats.org/officeDocument/2006/relationships/slideLayout" Target="../slideLayouts/slideLayout42.xml"/><Relationship Id="rId40" Type="http://schemas.openxmlformats.org/officeDocument/2006/relationships/slideLayout" Target="../slideLayouts/slideLayout45.xml"/><Relationship Id="rId45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23" Type="http://schemas.openxmlformats.org/officeDocument/2006/relationships/slideLayout" Target="../slideLayouts/slideLayout28.xml"/><Relationship Id="rId28" Type="http://schemas.openxmlformats.org/officeDocument/2006/relationships/slideLayout" Target="../slideLayouts/slideLayout33.xml"/><Relationship Id="rId36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24.xml"/><Relationship Id="rId31" Type="http://schemas.openxmlformats.org/officeDocument/2006/relationships/slideLayout" Target="../slideLayouts/slideLayout36.xml"/><Relationship Id="rId44" Type="http://schemas.openxmlformats.org/officeDocument/2006/relationships/slideLayout" Target="../slideLayouts/slideLayout49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5.xml"/><Relationship Id="rId35" Type="http://schemas.openxmlformats.org/officeDocument/2006/relationships/slideLayout" Target="../slideLayouts/slideLayout40.xml"/><Relationship Id="rId43" Type="http://schemas.openxmlformats.org/officeDocument/2006/relationships/slideLayout" Target="../slideLayouts/slideLayout48.xml"/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22.xml"/><Relationship Id="rId25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43.xml"/><Relationship Id="rId20" Type="http://schemas.openxmlformats.org/officeDocument/2006/relationships/slideLayout" Target="../slideLayouts/slideLayout25.xml"/><Relationship Id="rId41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625" y="621083"/>
            <a:ext cx="3286125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7252" y="1108482"/>
            <a:ext cx="7969495" cy="3016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55498" y="4879721"/>
            <a:ext cx="198120" cy="157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BBBBBB"/>
                </a:solidFill>
                <a:latin typeface="Verdana"/>
                <a:cs typeface="Verdana"/>
              </a:defRPr>
            </a:lvl1pPr>
          </a:lstStyle>
          <a:p>
            <a:pPr marL="98425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30" dirty="0"/>
              <a:t>‹#›</a:t>
            </a:fld>
            <a:endParaRPr spc="-3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"/>
              <a:buChar char="■"/>
              <a:defRPr sz="1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BM Plex Sans"/>
              <a:buChar char="■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BM Plex Sans"/>
              <a:buChar char="■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BM Plex Sans"/>
              <a:buChar char="●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○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■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●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○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■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r">
              <a:buNone/>
              <a:defRPr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9917551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  <p:sldLayoutId id="2147483686" r:id="rId20"/>
    <p:sldLayoutId id="2147483687" r:id="rId21"/>
    <p:sldLayoutId id="2147483688" r:id="rId22"/>
    <p:sldLayoutId id="2147483689" r:id="rId23"/>
    <p:sldLayoutId id="2147483690" r:id="rId24"/>
    <p:sldLayoutId id="2147483691" r:id="rId25"/>
    <p:sldLayoutId id="2147483692" r:id="rId26"/>
    <p:sldLayoutId id="2147483693" r:id="rId27"/>
    <p:sldLayoutId id="2147483694" r:id="rId28"/>
    <p:sldLayoutId id="2147483695" r:id="rId29"/>
    <p:sldLayoutId id="2147483696" r:id="rId30"/>
    <p:sldLayoutId id="2147483697" r:id="rId31"/>
    <p:sldLayoutId id="2147483698" r:id="rId32"/>
    <p:sldLayoutId id="2147483699" r:id="rId33"/>
    <p:sldLayoutId id="2147483700" r:id="rId34"/>
    <p:sldLayoutId id="2147483701" r:id="rId35"/>
    <p:sldLayoutId id="2147483702" r:id="rId36"/>
    <p:sldLayoutId id="2147483703" r:id="rId37"/>
    <p:sldLayoutId id="2147483704" r:id="rId38"/>
    <p:sldLayoutId id="2147483705" r:id="rId39"/>
    <p:sldLayoutId id="2147483706" r:id="rId40"/>
    <p:sldLayoutId id="2147483707" r:id="rId41"/>
    <p:sldLayoutId id="2147483708" r:id="rId42"/>
    <p:sldLayoutId id="2147483709" r:id="rId43"/>
    <p:sldLayoutId id="2147483710" r:id="rId4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2">
          <p15:clr>
            <a:srgbClr val="EA4335"/>
          </p15:clr>
        </p15:guide>
        <p15:guide id="2" orient="horz" pos="360">
          <p15:clr>
            <a:srgbClr val="EA4335"/>
          </p15:clr>
        </p15:guide>
        <p15:guide id="3" orient="horz" pos="648">
          <p15:clr>
            <a:srgbClr val="EA4335"/>
          </p15:clr>
        </p15:guide>
        <p15:guide id="4" pos="288">
          <p15:clr>
            <a:srgbClr val="EA4335"/>
          </p15:clr>
        </p15:guide>
        <p15:guide id="5" pos="5472">
          <p15:clr>
            <a:srgbClr val="EA4335"/>
          </p15:clr>
        </p15:guide>
        <p15:guide id="6" pos="5616">
          <p15:clr>
            <a:srgbClr val="EA4335"/>
          </p15:clr>
        </p15:guide>
        <p15:guide id="7" orient="horz" pos="3163">
          <p15:clr>
            <a:srgbClr val="EA4335"/>
          </p15:clr>
        </p15:guide>
        <p15:guide id="8" orient="horz" pos="3027">
          <p15:clr>
            <a:srgbClr val="EA4335"/>
          </p15:clr>
        </p15:guide>
        <p15:guide id="9" orient="horz" pos="726">
          <p15:clr>
            <a:srgbClr val="EA4335"/>
          </p15:clr>
        </p15:guide>
        <p15:guide id="10" orient="horz" pos="1092">
          <p15:clr>
            <a:srgbClr val="EA4335"/>
          </p15:clr>
        </p15:guide>
        <p15:guide id="11" orient="horz" pos="1008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9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9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44500" y="1883308"/>
            <a:ext cx="5803900" cy="10592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IN" sz="3400" b="1" spc="-120" dirty="0" smtClean="0">
                <a:solidFill>
                  <a:srgbClr val="002060"/>
                </a:solidFill>
                <a:latin typeface="Tahoma"/>
                <a:cs typeface="Tahoma"/>
              </a:rPr>
              <a:t>Surge Technical Capabilities</a:t>
            </a:r>
            <a:br>
              <a:rPr lang="en-IN" sz="3400" b="1" spc="-120" dirty="0" smtClean="0">
                <a:solidFill>
                  <a:srgbClr val="002060"/>
                </a:solidFill>
                <a:latin typeface="Tahoma"/>
                <a:cs typeface="Tahoma"/>
              </a:rPr>
            </a:br>
            <a:r>
              <a:rPr lang="en-IN" sz="3400" b="1" spc="-120" dirty="0" err="1" smtClean="0">
                <a:solidFill>
                  <a:srgbClr val="002060"/>
                </a:solidFill>
                <a:latin typeface="Tahoma"/>
                <a:cs typeface="Tahoma"/>
              </a:rPr>
              <a:t>Camunda</a:t>
            </a:r>
            <a:endParaRPr sz="3400" dirty="0">
              <a:solidFill>
                <a:srgbClr val="002060"/>
              </a:solidFill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93754" y="4730546"/>
            <a:ext cx="124460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50" dirty="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1300">
              <a:solidFill>
                <a:srgbClr val="FF0000"/>
              </a:solidFill>
              <a:latin typeface="Verdana"/>
              <a:cs typeface="Verdana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09551"/>
            <a:ext cx="1828800" cy="7270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D1FDB-11BE-0753-01AB-773CEAC210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571500"/>
            <a:fld id="{00000000-1234-1234-1234-123412341234}" type="slidenum">
              <a:rPr lang="en">
                <a:solidFill>
                  <a:srgbClr val="434343"/>
                </a:solidFill>
              </a:rPr>
              <a:pPr defTabSz="571500"/>
              <a:t>2</a:t>
            </a:fld>
            <a:endParaRPr lang="en">
              <a:solidFill>
                <a:srgbClr val="434343"/>
              </a:solidFill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2380322B-2314-B1CE-E83A-1BE10A9A3214}"/>
              </a:ext>
            </a:extLst>
          </p:cNvPr>
          <p:cNvSpPr txBox="1">
            <a:spLocks/>
          </p:cNvSpPr>
          <p:nvPr/>
        </p:nvSpPr>
        <p:spPr>
          <a:xfrm>
            <a:off x="228600" y="327619"/>
            <a:ext cx="5857875" cy="31499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fontAlgn="base"/>
            <a:r>
              <a:rPr lang="en-IN" sz="2000" cap="all" dirty="0">
                <a:solidFill>
                  <a:schemeClr val="accent3">
                    <a:lumMod val="75000"/>
                  </a:schemeClr>
                </a:solidFill>
              </a:rPr>
              <a:t>DRIVING AGILITY IN TELECOMMUNICATIONS</a:t>
            </a:r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90EC6E10-4007-5E13-BF40-83336B5AB197}"/>
              </a:ext>
            </a:extLst>
          </p:cNvPr>
          <p:cNvSpPr txBox="1">
            <a:spLocks/>
          </p:cNvSpPr>
          <p:nvPr/>
        </p:nvSpPr>
        <p:spPr>
          <a:xfrm>
            <a:off x="5601861" y="884206"/>
            <a:ext cx="2570799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US" sz="2250" kern="0" dirty="0" smtClean="0">
                <a:solidFill>
                  <a:srgbClr val="000000"/>
                </a:solidFill>
                <a:latin typeface="IBM Plex Sans" panose="020B0503050203000203" pitchFamily="34" charset="0"/>
                <a:cs typeface="D-DIN Condensed"/>
              </a:rPr>
              <a:t>Use Cases:</a:t>
            </a:r>
            <a:endParaRPr lang="en-IN" sz="2250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5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66441" y="2629551"/>
            <a:ext cx="2887309" cy="660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Vendor Management </a:t>
            </a:r>
            <a:r>
              <a:rPr lang="en-US" sz="2000" dirty="0" smtClean="0">
                <a:solidFill>
                  <a:srgbClr val="000000"/>
                </a:solidFill>
                <a:latin typeface="IBM Plex Sans"/>
                <a:sym typeface="IBM Plex Sans"/>
              </a:rPr>
              <a:t> 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Onboarding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, Contract life cycle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6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53741" y="3972960"/>
            <a:ext cx="2965821" cy="579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Cost Allocation &amp; Dispute Management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7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56440" y="1327693"/>
            <a:ext cx="2965821" cy="568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Order and Provisioning Management 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8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53740" y="3302717"/>
            <a:ext cx="2965821" cy="660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Invoice Processing -</a:t>
            </a:r>
            <a:r>
              <a:rPr lang="en-US" sz="2000" dirty="0" smtClean="0">
                <a:solidFill>
                  <a:srgbClr val="000000"/>
                </a:solidFill>
                <a:latin typeface="IBM Plex Sans"/>
                <a:sym typeface="IBM Plex Sans"/>
              </a:rPr>
              <a:t> 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Payment Management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-3901"/>
            <a:ext cx="1828800" cy="72708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05" y="1198482"/>
            <a:ext cx="4559141" cy="303942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2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66441" y="1978622"/>
            <a:ext cx="2965821" cy="568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Install, Un-install, Upgrade Device 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software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309607542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D1FDB-11BE-0753-01AB-773CEAC210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571500"/>
            <a:fld id="{00000000-1234-1234-1234-123412341234}" type="slidenum">
              <a:rPr lang="en">
                <a:solidFill>
                  <a:srgbClr val="434343"/>
                </a:solidFill>
              </a:rPr>
              <a:pPr defTabSz="571500"/>
              <a:t>3</a:t>
            </a:fld>
            <a:endParaRPr lang="en">
              <a:solidFill>
                <a:srgbClr val="434343"/>
              </a:solidFill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2380322B-2314-B1CE-E83A-1BE10A9A3214}"/>
              </a:ext>
            </a:extLst>
          </p:cNvPr>
          <p:cNvSpPr txBox="1">
            <a:spLocks/>
          </p:cNvSpPr>
          <p:nvPr/>
        </p:nvSpPr>
        <p:spPr>
          <a:xfrm>
            <a:off x="190500" y="204006"/>
            <a:ext cx="5857875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IN" sz="2000" cap="all" dirty="0" smtClean="0">
                <a:solidFill>
                  <a:schemeClr val="accent3">
                    <a:lumMod val="75000"/>
                  </a:schemeClr>
                </a:solidFill>
              </a:rPr>
              <a:t>Challenges</a:t>
            </a:r>
            <a:endParaRPr lang="en-IN" sz="2000" cap="all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90EC6E10-4007-5E13-BF40-83336B5AB197}"/>
              </a:ext>
            </a:extLst>
          </p:cNvPr>
          <p:cNvSpPr txBox="1">
            <a:spLocks/>
          </p:cNvSpPr>
          <p:nvPr/>
        </p:nvSpPr>
        <p:spPr>
          <a:xfrm>
            <a:off x="5620701" y="780130"/>
            <a:ext cx="2570799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US" sz="2250" kern="0" dirty="0" smtClean="0">
                <a:solidFill>
                  <a:srgbClr val="000000"/>
                </a:solidFill>
                <a:latin typeface="IBM Plex Sans" panose="020B0503050203000203" pitchFamily="34" charset="0"/>
                <a:cs typeface="D-DIN Condensed"/>
              </a:rPr>
              <a:t>Challenges</a:t>
            </a:r>
            <a:endParaRPr lang="en-IN" sz="2250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67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49553" y="1206244"/>
            <a:ext cx="3089646" cy="697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000000"/>
                </a:solidFill>
                <a:latin typeface="IBM Plex Sans"/>
                <a:sym typeface="IBM Plex Sans"/>
              </a:rPr>
              <a:t>Limitations</a:t>
            </a:r>
            <a:r>
              <a:rPr lang="en-US" sz="1200" dirty="0">
                <a:solidFill>
                  <a:srgbClr val="000000"/>
                </a:solidFill>
                <a:latin typeface="IBM Plex Sans"/>
                <a:sym typeface="IBM Plex Sans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IBM Plex Sans"/>
                <a:sym typeface="IBM Plex Sans"/>
              </a:rPr>
              <a:t>with </a:t>
            </a:r>
            <a:r>
              <a:rPr lang="en-US" sz="1200" dirty="0" err="1">
                <a:solidFill>
                  <a:srgbClr val="000000"/>
                </a:solidFill>
                <a:latin typeface="IBM Plex Sans"/>
                <a:sym typeface="IBM Plex Sans"/>
              </a:rPr>
              <a:t>Zeebe</a:t>
            </a:r>
            <a:r>
              <a:rPr lang="en-US" sz="1200" dirty="0">
                <a:solidFill>
                  <a:srgbClr val="000000"/>
                </a:solidFill>
                <a:latin typeface="IBM Plex Sans"/>
                <a:sym typeface="IBM Plex Sans"/>
              </a:rPr>
              <a:t>-Kafka </a:t>
            </a:r>
            <a:r>
              <a:rPr lang="en-US" sz="1200" dirty="0" smtClean="0">
                <a:solidFill>
                  <a:srgbClr val="000000"/>
                </a:solidFill>
                <a:latin typeface="IBM Plex Sans"/>
                <a:sym typeface="IBM Plex Sans"/>
              </a:rPr>
              <a:t>Connectors. Workflow Start Event can be mapped with single parameter</a:t>
            </a:r>
            <a:endParaRPr sz="12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-3901"/>
            <a:ext cx="1828800" cy="72708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184888"/>
            <a:ext cx="2662237" cy="214886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42018" y="1988769"/>
            <a:ext cx="3089646" cy="863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IN" sz="1200" dirty="0" smtClean="0">
                <a:solidFill>
                  <a:srgbClr val="000000"/>
                </a:solidFill>
                <a:latin typeface="IBM Plex Sans"/>
                <a:sym typeface="IBM Plex Sans"/>
              </a:rPr>
              <a:t>Retry – Mechanism was so rigid and static which makes the application to be redeployed for every changes in the retry mechanism parameters</a:t>
            </a:r>
            <a:endParaRPr sz="12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16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37536" y="3005895"/>
            <a:ext cx="3089646" cy="697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1200" dirty="0" smtClean="0">
                <a:solidFill>
                  <a:srgbClr val="000000"/>
                </a:solidFill>
                <a:latin typeface="IBM Plex Sans"/>
                <a:sym typeface="IBM Plex Sans"/>
              </a:rPr>
              <a:t>Maintaining the application state in the Event Driven Architecture was the major challenge </a:t>
            </a:r>
            <a:endParaRPr sz="12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17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37536" y="3864665"/>
            <a:ext cx="3089646" cy="863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1200" dirty="0" smtClean="0">
                <a:solidFill>
                  <a:srgbClr val="000000"/>
                </a:solidFill>
                <a:latin typeface="IBM Plex Sans"/>
                <a:sym typeface="IBM Plex Sans"/>
              </a:rPr>
              <a:t>Regulating the Alarm Management system was a big challenge as the RULES for generating the alarm keeps changing frequently</a:t>
            </a:r>
            <a:endParaRPr sz="12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428750"/>
            <a:ext cx="5148644" cy="27003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0840338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D1FDB-11BE-0753-01AB-773CEAC210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571500"/>
            <a:fld id="{00000000-1234-1234-1234-123412341234}" type="slidenum">
              <a:rPr lang="en">
                <a:solidFill>
                  <a:srgbClr val="434343"/>
                </a:solidFill>
              </a:rPr>
              <a:pPr defTabSz="571500"/>
              <a:t>4</a:t>
            </a:fld>
            <a:endParaRPr lang="en">
              <a:solidFill>
                <a:srgbClr val="434343"/>
              </a:solidFill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2380322B-2314-B1CE-E83A-1BE10A9A3214}"/>
              </a:ext>
            </a:extLst>
          </p:cNvPr>
          <p:cNvSpPr txBox="1">
            <a:spLocks/>
          </p:cNvSpPr>
          <p:nvPr/>
        </p:nvSpPr>
        <p:spPr>
          <a:xfrm>
            <a:off x="190500" y="204006"/>
            <a:ext cx="5857875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IN" sz="2000" cap="all" dirty="0">
                <a:solidFill>
                  <a:schemeClr val="accent3">
                    <a:lumMod val="75000"/>
                  </a:schemeClr>
                </a:solidFill>
              </a:rPr>
              <a:t>Solution Architecture</a:t>
            </a:r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90EC6E10-4007-5E13-BF40-83336B5AB197}"/>
              </a:ext>
            </a:extLst>
          </p:cNvPr>
          <p:cNvSpPr txBox="1">
            <a:spLocks/>
          </p:cNvSpPr>
          <p:nvPr/>
        </p:nvSpPr>
        <p:spPr>
          <a:xfrm>
            <a:off x="5620701" y="780130"/>
            <a:ext cx="2570799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US" sz="2250" kern="0" dirty="0" smtClean="0">
                <a:solidFill>
                  <a:srgbClr val="000000"/>
                </a:solidFill>
                <a:latin typeface="IBM Plex Sans" panose="020B0503050203000203" pitchFamily="34" charset="0"/>
                <a:cs typeface="D-DIN Condensed"/>
              </a:rPr>
              <a:t>Solution</a:t>
            </a:r>
            <a:endParaRPr lang="en-IN" sz="2250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67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49553" y="1206244"/>
            <a:ext cx="3077629" cy="863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1200" dirty="0" smtClean="0">
                <a:solidFill>
                  <a:srgbClr val="000000"/>
                </a:solidFill>
                <a:latin typeface="IBM Plex Sans"/>
                <a:sym typeface="IBM Plex Sans"/>
              </a:rPr>
              <a:t>Team gained extensive knowledge on the </a:t>
            </a:r>
            <a:r>
              <a:rPr lang="en-US" sz="1200" dirty="0" err="1" smtClean="0">
                <a:solidFill>
                  <a:srgbClr val="000000"/>
                </a:solidFill>
                <a:latin typeface="IBM Plex Sans"/>
                <a:sym typeface="IBM Plex Sans"/>
              </a:rPr>
              <a:t>Zeebe</a:t>
            </a:r>
            <a:r>
              <a:rPr lang="en-US" sz="1200" dirty="0" smtClean="0">
                <a:solidFill>
                  <a:srgbClr val="000000"/>
                </a:solidFill>
                <a:latin typeface="IBM Plex Sans"/>
                <a:sym typeface="IBM Plex Sans"/>
              </a:rPr>
              <a:t>-Kafka connector and developed CUSTOMIZED </a:t>
            </a:r>
            <a:r>
              <a:rPr lang="en-US" sz="1200" dirty="0" err="1" smtClean="0">
                <a:solidFill>
                  <a:srgbClr val="000000"/>
                </a:solidFill>
                <a:latin typeface="IBM Plex Sans"/>
                <a:sym typeface="IBM Plex Sans"/>
              </a:rPr>
              <a:t>Zeebe</a:t>
            </a:r>
            <a:r>
              <a:rPr lang="en-US" sz="1200" dirty="0" smtClean="0">
                <a:solidFill>
                  <a:srgbClr val="000000"/>
                </a:solidFill>
                <a:latin typeface="IBM Plex Sans"/>
                <a:sym typeface="IBM Plex Sans"/>
              </a:rPr>
              <a:t>-Kafka connector to meet customer’s business use case</a:t>
            </a:r>
            <a:endParaRPr sz="12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-3901"/>
            <a:ext cx="1828800" cy="72708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184888"/>
            <a:ext cx="2662237" cy="214886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68" y="1241831"/>
            <a:ext cx="5636961" cy="32099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49553" y="2022970"/>
            <a:ext cx="3089646" cy="863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IN" sz="1200" dirty="0" smtClean="0">
                <a:solidFill>
                  <a:srgbClr val="000000"/>
                </a:solidFill>
                <a:latin typeface="IBM Plex Sans"/>
                <a:sym typeface="IBM Plex Sans"/>
              </a:rPr>
              <a:t>Custom retry mechanism was built and plugged in with NOTIFICATION MANAGEMENT SYSTEM using </a:t>
            </a:r>
            <a:r>
              <a:rPr lang="en-IN" sz="1200" dirty="0" err="1">
                <a:solidFill>
                  <a:srgbClr val="000000"/>
                </a:solidFill>
                <a:latin typeface="IBM Plex Sans"/>
                <a:sym typeface="IBM Plex Sans"/>
              </a:rPr>
              <a:t>C</a:t>
            </a:r>
            <a:r>
              <a:rPr lang="en-IN" sz="1200" dirty="0" err="1" smtClean="0">
                <a:solidFill>
                  <a:srgbClr val="000000"/>
                </a:solidFill>
                <a:latin typeface="IBM Plex Sans"/>
                <a:sym typeface="IBM Plex Sans"/>
              </a:rPr>
              <a:t>amunda</a:t>
            </a:r>
            <a:r>
              <a:rPr lang="en-IN" sz="1200" dirty="0" smtClean="0">
                <a:solidFill>
                  <a:srgbClr val="000000"/>
                </a:solidFill>
                <a:latin typeface="IBM Plex Sans"/>
                <a:sym typeface="IBM Plex Sans"/>
              </a:rPr>
              <a:t> integration framework</a:t>
            </a:r>
            <a:endParaRPr sz="12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16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37536" y="3005895"/>
            <a:ext cx="3089646" cy="531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1200" dirty="0" err="1" smtClean="0">
                <a:solidFill>
                  <a:srgbClr val="000000"/>
                </a:solidFill>
                <a:latin typeface="IBM Plex Sans"/>
                <a:sym typeface="IBM Plex Sans"/>
              </a:rPr>
              <a:t>Camunda</a:t>
            </a:r>
            <a:r>
              <a:rPr lang="en-US" sz="1200" dirty="0" smtClean="0">
                <a:solidFill>
                  <a:srgbClr val="000000"/>
                </a:solidFill>
                <a:latin typeface="IBM Plex Sans"/>
                <a:sym typeface="IBM Plex Sans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IBM Plex Sans"/>
                <a:sym typeface="IBM Plex Sans"/>
              </a:rPr>
              <a:t>Zeebe</a:t>
            </a:r>
            <a:r>
              <a:rPr lang="en-US" sz="1200" dirty="0" smtClean="0">
                <a:solidFill>
                  <a:srgbClr val="000000"/>
                </a:solidFill>
                <a:latin typeface="IBM Plex Sans"/>
                <a:sym typeface="IBM Plex Sans"/>
              </a:rPr>
              <a:t> used as State Machine in Event Driven </a:t>
            </a:r>
            <a:r>
              <a:rPr lang="en-US" sz="1200" dirty="0" err="1" smtClean="0">
                <a:solidFill>
                  <a:srgbClr val="000000"/>
                </a:solidFill>
                <a:latin typeface="IBM Plex Sans"/>
                <a:sym typeface="IBM Plex Sans"/>
              </a:rPr>
              <a:t>Microservice</a:t>
            </a:r>
            <a:r>
              <a:rPr lang="en-US" sz="1200" dirty="0" smtClean="0">
                <a:solidFill>
                  <a:srgbClr val="000000"/>
                </a:solidFill>
                <a:latin typeface="IBM Plex Sans"/>
                <a:sym typeface="IBM Plex Sans"/>
              </a:rPr>
              <a:t> Architecture</a:t>
            </a:r>
            <a:endParaRPr sz="12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17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33054" y="3667679"/>
            <a:ext cx="3089646" cy="697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1200" dirty="0" err="1" smtClean="0">
                <a:solidFill>
                  <a:srgbClr val="000000"/>
                </a:solidFill>
                <a:latin typeface="IBM Plex Sans"/>
                <a:sym typeface="IBM Plex Sans"/>
              </a:rPr>
              <a:t>Camunda</a:t>
            </a:r>
            <a:r>
              <a:rPr lang="en-US" sz="1200" dirty="0" smtClean="0">
                <a:solidFill>
                  <a:srgbClr val="000000"/>
                </a:solidFill>
                <a:latin typeface="IBM Plex Sans"/>
                <a:sym typeface="IBM Plex Sans"/>
              </a:rPr>
              <a:t> – DMN used to build configurable Rule sets which reduced the overhead of multiple deployment cycle </a:t>
            </a:r>
            <a:endParaRPr sz="12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278678934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D1FDB-11BE-0753-01AB-773CEAC210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571500"/>
            <a:fld id="{00000000-1234-1234-1234-123412341234}" type="slidenum">
              <a:rPr lang="en">
                <a:solidFill>
                  <a:srgbClr val="434343"/>
                </a:solidFill>
              </a:rPr>
              <a:pPr defTabSz="571500"/>
              <a:t>5</a:t>
            </a:fld>
            <a:endParaRPr lang="en">
              <a:solidFill>
                <a:srgbClr val="434343"/>
              </a:solidFill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2380322B-2314-B1CE-E83A-1BE10A9A3214}"/>
              </a:ext>
            </a:extLst>
          </p:cNvPr>
          <p:cNvSpPr txBox="1">
            <a:spLocks/>
          </p:cNvSpPr>
          <p:nvPr/>
        </p:nvSpPr>
        <p:spPr>
          <a:xfrm>
            <a:off x="190500" y="204006"/>
            <a:ext cx="5857875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IN" sz="2000" cap="all" dirty="0" smtClean="0">
                <a:solidFill>
                  <a:schemeClr val="accent3">
                    <a:lumMod val="75000"/>
                  </a:schemeClr>
                </a:solidFill>
              </a:rPr>
              <a:t>Order and provisioning management</a:t>
            </a:r>
            <a:endParaRPr lang="en-IN" sz="2000" cap="all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90EC6E10-4007-5E13-BF40-83336B5AB197}"/>
              </a:ext>
            </a:extLst>
          </p:cNvPr>
          <p:cNvSpPr txBox="1">
            <a:spLocks/>
          </p:cNvSpPr>
          <p:nvPr/>
        </p:nvSpPr>
        <p:spPr>
          <a:xfrm>
            <a:off x="5181600" y="754804"/>
            <a:ext cx="2570799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US" sz="2250" kern="0" dirty="0" smtClean="0">
                <a:solidFill>
                  <a:srgbClr val="000000"/>
                </a:solidFill>
                <a:latin typeface="IBM Plex Sans" panose="020B0503050203000203" pitchFamily="34" charset="0"/>
                <a:cs typeface="D-DIN Condensed"/>
              </a:rPr>
              <a:t>Benefits</a:t>
            </a:r>
            <a:endParaRPr lang="en-IN" sz="2250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-3901"/>
            <a:ext cx="1828800" cy="72708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535" y="819150"/>
            <a:ext cx="4730754" cy="36366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Rectangle 1"/>
          <p:cNvSpPr/>
          <p:nvPr/>
        </p:nvSpPr>
        <p:spPr>
          <a:xfrm>
            <a:off x="5257800" y="1273985"/>
            <a:ext cx="3657600" cy="240065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00" dirty="0"/>
              <a:t>Visualize complex logic in one place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00" dirty="0"/>
              <a:t>Easily align human and automated tasks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00" dirty="0"/>
              <a:t>Use the same language for business and development, along with native Java support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00" dirty="0"/>
              <a:t>Easily embed the lightweight </a:t>
            </a:r>
            <a:r>
              <a:rPr lang="en-IN" sz="1000" dirty="0" err="1"/>
              <a:t>Camunda</a:t>
            </a:r>
            <a:r>
              <a:rPr lang="en-IN" sz="1000" dirty="0"/>
              <a:t> engine in various </a:t>
            </a:r>
            <a:r>
              <a:rPr lang="en-IN" sz="1000" dirty="0" err="1"/>
              <a:t>microservices</a:t>
            </a:r>
            <a:endParaRPr lang="en-IN" sz="10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00" dirty="0"/>
              <a:t>Visualize real-time operations with </a:t>
            </a:r>
            <a:r>
              <a:rPr lang="en-IN" sz="1000" dirty="0" err="1"/>
              <a:t>Camunda</a:t>
            </a:r>
            <a:r>
              <a:rPr lang="en-IN" sz="1000" dirty="0"/>
              <a:t> Operate, seeing at-a-glance the progress of any process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00" dirty="0"/>
              <a:t>Enable compliance-by-default across global distributed teams, multiple vendors and sensitive data</a:t>
            </a:r>
          </a:p>
        </p:txBody>
      </p:sp>
    </p:spTree>
    <p:extLst>
      <p:ext uri="{BB962C8B-B14F-4D97-AF65-F5344CB8AC3E}">
        <p14:creationId xmlns:p14="http://schemas.microsoft.com/office/powerpoint/2010/main" val="60914497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D1FDB-11BE-0753-01AB-773CEAC210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571500"/>
            <a:fld id="{00000000-1234-1234-1234-123412341234}" type="slidenum">
              <a:rPr lang="en">
                <a:solidFill>
                  <a:srgbClr val="434343"/>
                </a:solidFill>
              </a:rPr>
              <a:pPr defTabSz="571500"/>
              <a:t>6</a:t>
            </a:fld>
            <a:endParaRPr lang="en">
              <a:solidFill>
                <a:srgbClr val="434343"/>
              </a:solidFill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2380322B-2314-B1CE-E83A-1BE10A9A3214}"/>
              </a:ext>
            </a:extLst>
          </p:cNvPr>
          <p:cNvSpPr txBox="1">
            <a:spLocks/>
          </p:cNvSpPr>
          <p:nvPr/>
        </p:nvSpPr>
        <p:spPr>
          <a:xfrm>
            <a:off x="190500" y="204006"/>
            <a:ext cx="5857875" cy="78947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IN" sz="2094" kern="0" dirty="0" smtClean="0">
                <a:solidFill>
                  <a:srgbClr val="000000"/>
                </a:solidFill>
                <a:latin typeface="IBM Plex Sans" panose="020B0503050203000203" pitchFamily="34" charset="0"/>
                <a:cs typeface="D-DIN Condensed"/>
              </a:rPr>
              <a:t>Leading Construction Equipment Manufacturer</a:t>
            </a:r>
            <a:endParaRPr lang="en-IN" sz="2094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90EC6E10-4007-5E13-BF40-83336B5AB197}"/>
              </a:ext>
            </a:extLst>
          </p:cNvPr>
          <p:cNvSpPr txBox="1">
            <a:spLocks/>
          </p:cNvSpPr>
          <p:nvPr/>
        </p:nvSpPr>
        <p:spPr>
          <a:xfrm>
            <a:off x="5601861" y="884206"/>
            <a:ext cx="2570799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US" sz="2250" kern="0" dirty="0" smtClean="0">
                <a:solidFill>
                  <a:srgbClr val="000000"/>
                </a:solidFill>
                <a:latin typeface="IBM Plex Sans" panose="020B0503050203000203" pitchFamily="34" charset="0"/>
                <a:cs typeface="D-DIN Condensed"/>
              </a:rPr>
              <a:t>Use Cases:</a:t>
            </a:r>
            <a:endParaRPr lang="en-IN" sz="2250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5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49554" y="1772021"/>
            <a:ext cx="2887309" cy="383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Defect Resolution Management</a:t>
            </a:r>
            <a:endParaRPr sz="1250" baseline="30000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6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49553" y="2926395"/>
            <a:ext cx="2965821" cy="579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Machine maintenance &amp; repair tracking 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7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49553" y="1335755"/>
            <a:ext cx="2965821" cy="383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Consignment Delivery Tracking 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8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49553" y="2252815"/>
            <a:ext cx="2965821" cy="568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Centralized Report Generation Platform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-3901"/>
            <a:ext cx="1828800" cy="727088"/>
          </a:xfrm>
          <a:prstGeom prst="rect">
            <a:avLst/>
          </a:prstGeom>
        </p:spPr>
      </p:pic>
      <p:pic>
        <p:nvPicPr>
          <p:cNvPr id="1026" name="Picture 2" descr="688,800+ Manufacturing Equipment Stock Photos, Pictures &amp; Royalty-Free  Images - iStock | Medical manufacturing equipment, Pharma manufacturing  equipment, Manufacturing equipment breakdow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82614"/>
            <a:ext cx="3781295" cy="250850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188387343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D1FDB-11BE-0753-01AB-773CEAC210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571500"/>
            <a:fld id="{00000000-1234-1234-1234-123412341234}" type="slidenum">
              <a:rPr lang="en">
                <a:solidFill>
                  <a:srgbClr val="434343"/>
                </a:solidFill>
              </a:rPr>
              <a:pPr defTabSz="571500"/>
              <a:t>7</a:t>
            </a:fld>
            <a:endParaRPr lang="en">
              <a:solidFill>
                <a:srgbClr val="434343"/>
              </a:solidFill>
            </a:endParaRPr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90EC6E10-4007-5E13-BF40-83336B5AB197}"/>
              </a:ext>
            </a:extLst>
          </p:cNvPr>
          <p:cNvSpPr txBox="1">
            <a:spLocks/>
          </p:cNvSpPr>
          <p:nvPr/>
        </p:nvSpPr>
        <p:spPr>
          <a:xfrm>
            <a:off x="5601861" y="884206"/>
            <a:ext cx="2570799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US" sz="2250" kern="0" dirty="0" smtClean="0">
                <a:solidFill>
                  <a:srgbClr val="000000"/>
                </a:solidFill>
                <a:latin typeface="IBM Plex Sans" panose="020B0503050203000203" pitchFamily="34" charset="0"/>
                <a:cs typeface="D-DIN Condensed"/>
              </a:rPr>
              <a:t>Challenges</a:t>
            </a:r>
            <a:endParaRPr lang="en-IN" sz="2250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5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72299" y="1965426"/>
            <a:ext cx="2887309" cy="568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Complex custom logic to process the data</a:t>
            </a:r>
            <a:endParaRPr sz="1250" baseline="30000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6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72299" y="3302371"/>
            <a:ext cx="2965821" cy="76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2000" baseline="30000" dirty="0" smtClean="0">
              <a:solidFill>
                <a:srgbClr val="000000"/>
              </a:solidFill>
              <a:latin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Business and IT teams struggle to communicate and collaborate to publish new  Reports.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7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78268" y="1318900"/>
            <a:ext cx="2965821" cy="568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Gather Data from Multiple  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applications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8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56439" y="2482717"/>
            <a:ext cx="2965821" cy="752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Configurable RULE engine to bring more agility into in the workflow system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-3901"/>
            <a:ext cx="1828800" cy="727088"/>
          </a:xfrm>
          <a:prstGeom prst="rect">
            <a:avLst/>
          </a:prstGeom>
        </p:spPr>
      </p:pic>
      <p:sp>
        <p:nvSpPr>
          <p:cNvPr id="12" name="object 11">
            <a:extLst>
              <a:ext uri="{FF2B5EF4-FFF2-40B4-BE49-F238E27FC236}">
                <a16:creationId xmlns:a16="http://schemas.microsoft.com/office/drawing/2014/main" id="{2380322B-2314-B1CE-E83A-1BE10A9A3214}"/>
              </a:ext>
            </a:extLst>
          </p:cNvPr>
          <p:cNvSpPr txBox="1">
            <a:spLocks/>
          </p:cNvSpPr>
          <p:nvPr/>
        </p:nvSpPr>
        <p:spPr>
          <a:xfrm>
            <a:off x="190500" y="204006"/>
            <a:ext cx="5857875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IN" sz="2000" cap="all" dirty="0" smtClean="0">
                <a:solidFill>
                  <a:schemeClr val="accent3">
                    <a:lumMod val="75000"/>
                  </a:schemeClr>
                </a:solidFill>
              </a:rPr>
              <a:t>Challenges</a:t>
            </a:r>
            <a:endParaRPr lang="en-IN" sz="2000" cap="all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99" y="918495"/>
            <a:ext cx="4722281" cy="31481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3722190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D1FDB-11BE-0753-01AB-773CEAC210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571500"/>
            <a:fld id="{00000000-1234-1234-1234-123412341234}" type="slidenum">
              <a:rPr lang="en">
                <a:solidFill>
                  <a:srgbClr val="434343"/>
                </a:solidFill>
              </a:rPr>
              <a:pPr defTabSz="571500"/>
              <a:t>8</a:t>
            </a:fld>
            <a:endParaRPr lang="en">
              <a:solidFill>
                <a:srgbClr val="434343"/>
              </a:solidFill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2380322B-2314-B1CE-E83A-1BE10A9A3214}"/>
              </a:ext>
            </a:extLst>
          </p:cNvPr>
          <p:cNvSpPr txBox="1">
            <a:spLocks/>
          </p:cNvSpPr>
          <p:nvPr/>
        </p:nvSpPr>
        <p:spPr>
          <a:xfrm>
            <a:off x="190500" y="204006"/>
            <a:ext cx="5857875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IN" sz="2531" kern="0" spc="-71" dirty="0" smtClean="0">
                <a:solidFill>
                  <a:srgbClr val="000000"/>
                </a:solidFill>
                <a:latin typeface="IBM Plex Sans" panose="020B0503050203000203" pitchFamily="34" charset="0"/>
              </a:rPr>
              <a:t>Solution Architecture</a:t>
            </a:r>
            <a:endParaRPr lang="en-IN" sz="2094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90EC6E10-4007-5E13-BF40-83336B5AB197}"/>
              </a:ext>
            </a:extLst>
          </p:cNvPr>
          <p:cNvSpPr txBox="1">
            <a:spLocks/>
          </p:cNvSpPr>
          <p:nvPr/>
        </p:nvSpPr>
        <p:spPr>
          <a:xfrm>
            <a:off x="5601861" y="884206"/>
            <a:ext cx="2570799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US" sz="2250" kern="0" dirty="0" smtClean="0">
                <a:solidFill>
                  <a:srgbClr val="000000"/>
                </a:solidFill>
                <a:latin typeface="IBM Plex Sans" panose="020B0503050203000203" pitchFamily="34" charset="0"/>
                <a:cs typeface="D-DIN Condensed"/>
              </a:rPr>
              <a:t>Solution</a:t>
            </a:r>
            <a:endParaRPr lang="en-IN" sz="2250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5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28509" y="3563723"/>
            <a:ext cx="2965821" cy="937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Customized SQS Inbound 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Connector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was build to support 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SQS Batch incoming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messages with </a:t>
            </a:r>
            <a:r>
              <a:rPr lang="en-US" sz="2000" baseline="30000" dirty="0" err="1">
                <a:solidFill>
                  <a:srgbClr val="000000"/>
                </a:solidFill>
                <a:latin typeface="IBM Plex Sans"/>
                <a:sym typeface="IBM Plex Sans"/>
              </a:rPr>
              <a:t>camunda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 engine 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7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78268" y="1318900"/>
            <a:ext cx="2965821" cy="937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Existing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 solution was replaced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by </a:t>
            </a:r>
            <a:r>
              <a:rPr lang="en-US" sz="2000" baseline="30000" dirty="0" err="1">
                <a:solidFill>
                  <a:srgbClr val="000000"/>
                </a:solidFill>
                <a:latin typeface="IBM Plex Sans"/>
                <a:sym typeface="IBM Plex Sans"/>
              </a:rPr>
              <a:t>Camunda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Process Orchestrator for collecting and aggregating data from multiple sources 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8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78267" y="2353146"/>
            <a:ext cx="2965821" cy="1305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Custom Connectors 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– 40%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of logic has been moved as reusable components (Connectors) which can be used across the reports &amp; developers has the flexibility to drag &amp; drop the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connectors while designing the process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-3901"/>
            <a:ext cx="1828800" cy="72708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70" y="871506"/>
            <a:ext cx="5447744" cy="3773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76402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D1FDB-11BE-0753-01AB-773CEAC210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571500"/>
            <a:fld id="{00000000-1234-1234-1234-123412341234}" type="slidenum">
              <a:rPr lang="en">
                <a:solidFill>
                  <a:srgbClr val="434343"/>
                </a:solidFill>
              </a:rPr>
              <a:pPr defTabSz="571500"/>
              <a:t>9</a:t>
            </a:fld>
            <a:endParaRPr lang="en">
              <a:solidFill>
                <a:srgbClr val="434343"/>
              </a:solidFill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2380322B-2314-B1CE-E83A-1BE10A9A3214}"/>
              </a:ext>
            </a:extLst>
          </p:cNvPr>
          <p:cNvSpPr txBox="1">
            <a:spLocks/>
          </p:cNvSpPr>
          <p:nvPr/>
        </p:nvSpPr>
        <p:spPr>
          <a:xfrm>
            <a:off x="190500" y="204006"/>
            <a:ext cx="5857875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IN" sz="2094" kern="0" dirty="0" smtClean="0">
                <a:solidFill>
                  <a:srgbClr val="000000"/>
                </a:solidFill>
                <a:latin typeface="IBM Plex Sans" panose="020B0503050203000203" pitchFamily="34" charset="0"/>
                <a:cs typeface="D-DIN Condensed"/>
              </a:rPr>
              <a:t>Equipment Management Report</a:t>
            </a:r>
            <a:endParaRPr lang="en-IN" sz="2094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90EC6E10-4007-5E13-BF40-83336B5AB197}"/>
              </a:ext>
            </a:extLst>
          </p:cNvPr>
          <p:cNvSpPr txBox="1">
            <a:spLocks/>
          </p:cNvSpPr>
          <p:nvPr/>
        </p:nvSpPr>
        <p:spPr>
          <a:xfrm>
            <a:off x="4762975" y="874385"/>
            <a:ext cx="2570799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US" sz="2250" kern="0" dirty="0" smtClean="0">
                <a:solidFill>
                  <a:srgbClr val="000000"/>
                </a:solidFill>
                <a:latin typeface="IBM Plex Sans" panose="020B0503050203000203" pitchFamily="34" charset="0"/>
                <a:cs typeface="D-DIN Condensed"/>
              </a:rPr>
              <a:t>Solutions</a:t>
            </a:r>
            <a:endParaRPr lang="en-IN" sz="2250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-3901"/>
            <a:ext cx="1828800" cy="72708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742237"/>
            <a:ext cx="3886200" cy="369931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AA1592C2-5F0D-0362-E93D-7694B0FE082C}"/>
              </a:ext>
            </a:extLst>
          </p:cNvPr>
          <p:cNvSpPr/>
          <p:nvPr/>
        </p:nvSpPr>
        <p:spPr>
          <a:xfrm>
            <a:off x="990600" y="846839"/>
            <a:ext cx="380999" cy="459850"/>
          </a:xfrm>
          <a:prstGeom prst="ellipse">
            <a:avLst/>
          </a:prstGeom>
          <a:solidFill>
            <a:srgbClr val="F6D33C"/>
          </a:solidFill>
          <a:ln>
            <a:solidFill>
              <a:srgbClr val="F6D3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C80B489-D498-48BE-B1DD-D1C4F8BFECA8}"/>
              </a:ext>
            </a:extLst>
          </p:cNvPr>
          <p:cNvCxnSpPr>
            <a:cxnSpLocks/>
          </p:cNvCxnSpPr>
          <p:nvPr/>
        </p:nvCxnSpPr>
        <p:spPr>
          <a:xfrm>
            <a:off x="1457827" y="1076764"/>
            <a:ext cx="4953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277CA886-FE19-9F7F-4B75-295FA5FE14D9}"/>
              </a:ext>
            </a:extLst>
          </p:cNvPr>
          <p:cNvSpPr/>
          <p:nvPr/>
        </p:nvSpPr>
        <p:spPr>
          <a:xfrm>
            <a:off x="3314701" y="3871174"/>
            <a:ext cx="304800" cy="35291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A7A2764-7835-E697-27A4-07B1B61BC608}"/>
              </a:ext>
            </a:extLst>
          </p:cNvPr>
          <p:cNvCxnSpPr>
            <a:cxnSpLocks/>
          </p:cNvCxnSpPr>
          <p:nvPr/>
        </p:nvCxnSpPr>
        <p:spPr>
          <a:xfrm>
            <a:off x="2819400" y="4047633"/>
            <a:ext cx="4953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4968654" y="3462206"/>
            <a:ext cx="2965821" cy="937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60% of Total effort has been reduced in development effort by using Custom Connectors and BRAS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20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4968654" y="2263926"/>
            <a:ext cx="2965821" cy="1122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10% of the static business key attributes are moved into configurable business rules (DMN) &amp; Business users has the flexibility to update the business 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rules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22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4968653" y="1355321"/>
            <a:ext cx="2965821" cy="752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baseline="30000" dirty="0">
                <a:solidFill>
                  <a:srgbClr val="000000"/>
                </a:solidFill>
                <a:latin typeface="IBM Plex Sans"/>
                <a:sym typeface="IBM Plex Sans"/>
              </a:rPr>
              <a:t>BUSINESS RULE AS </a:t>
            </a:r>
            <a:r>
              <a:rPr lang="en-US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SERVICE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- Developed Custom Component BRAS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180875330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D1FDB-11BE-0753-01AB-773CEAC210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571500"/>
            <a:fld id="{00000000-1234-1234-1234-123412341234}" type="slidenum">
              <a:rPr lang="en">
                <a:solidFill>
                  <a:srgbClr val="434343"/>
                </a:solidFill>
              </a:rPr>
              <a:pPr defTabSz="571500"/>
              <a:t>10</a:t>
            </a:fld>
            <a:endParaRPr lang="en">
              <a:solidFill>
                <a:srgbClr val="434343"/>
              </a:solidFill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2380322B-2314-B1CE-E83A-1BE10A9A3214}"/>
              </a:ext>
            </a:extLst>
          </p:cNvPr>
          <p:cNvSpPr txBox="1">
            <a:spLocks/>
          </p:cNvSpPr>
          <p:nvPr/>
        </p:nvSpPr>
        <p:spPr>
          <a:xfrm>
            <a:off x="190500" y="204006"/>
            <a:ext cx="5857875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IN" sz="2531" kern="0" spc="-71" dirty="0" smtClean="0">
                <a:solidFill>
                  <a:srgbClr val="000000"/>
                </a:solidFill>
                <a:latin typeface="IBM Plex Sans" panose="020B0503050203000203" pitchFamily="34" charset="0"/>
              </a:rPr>
              <a:t>Financial &amp; Wealth Management</a:t>
            </a:r>
            <a:endParaRPr lang="en-IN" sz="2094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90EC6E10-4007-5E13-BF40-83336B5AB197}"/>
              </a:ext>
            </a:extLst>
          </p:cNvPr>
          <p:cNvSpPr txBox="1">
            <a:spLocks/>
          </p:cNvSpPr>
          <p:nvPr/>
        </p:nvSpPr>
        <p:spPr>
          <a:xfrm>
            <a:off x="5601861" y="884206"/>
            <a:ext cx="3237339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US" sz="2250" kern="0" dirty="0" smtClean="0">
                <a:solidFill>
                  <a:srgbClr val="000000"/>
                </a:solidFill>
                <a:latin typeface="IBM Plex Sans" panose="020B0503050203000203" pitchFamily="34" charset="0"/>
                <a:cs typeface="D-DIN Condensed"/>
              </a:rPr>
              <a:t>Use Cases:</a:t>
            </a:r>
            <a:endParaRPr lang="en-IN" sz="2250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5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72299" y="1965426"/>
            <a:ext cx="2887309" cy="1122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 err="1" smtClean="0">
                <a:solidFill>
                  <a:srgbClr val="000000"/>
                </a:solidFill>
                <a:latin typeface="IBM Plex Sans"/>
                <a:sym typeface="IBM Plex Sans"/>
              </a:rPr>
              <a:t>CreditPlus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- 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A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central asset management tool that combines your securities, checking and Visa Gold Card transactions into one single account</a:t>
            </a:r>
            <a:endParaRPr sz="1250" baseline="30000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7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49554" y="1206244"/>
            <a:ext cx="2965821" cy="845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Personal Banking</a:t>
            </a:r>
            <a:r>
              <a:rPr lang="en-US" sz="2000" dirty="0">
                <a:solidFill>
                  <a:srgbClr val="000000"/>
                </a:solidFill>
                <a:latin typeface="IBM Plex Sans"/>
                <a:sym typeface="IBM Plex Sans"/>
              </a:rPr>
              <a:t> 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Services – Business deposit accounts,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Cash Management Services 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-3901"/>
            <a:ext cx="1828800" cy="72708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288964"/>
            <a:ext cx="4800600" cy="248127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2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72299" y="3045662"/>
            <a:ext cx="2887309" cy="1122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 err="1" smtClean="0">
                <a:solidFill>
                  <a:srgbClr val="000000"/>
                </a:solidFill>
                <a:latin typeface="IBM Plex Sans"/>
                <a:sym typeface="IBM Plex Sans"/>
              </a:rPr>
              <a:t>ClientLink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 –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Online Access - Customer can access their accounts 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24/7. It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provides convenient online account access anytime you want it </a:t>
            </a:r>
            <a:endParaRPr sz="1250" baseline="30000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72298" y="4103217"/>
            <a:ext cx="2887309" cy="383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Financial Advisor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Onboarding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37700036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D1FDB-11BE-0753-01AB-773CEAC210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571500"/>
            <a:fld id="{00000000-1234-1234-1234-123412341234}" type="slidenum">
              <a:rPr lang="en">
                <a:solidFill>
                  <a:srgbClr val="434343"/>
                </a:solidFill>
              </a:rPr>
              <a:pPr defTabSz="571500"/>
              <a:t>11</a:t>
            </a:fld>
            <a:endParaRPr lang="en">
              <a:solidFill>
                <a:srgbClr val="434343"/>
              </a:solidFill>
            </a:endParaRPr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90EC6E10-4007-5E13-BF40-83336B5AB197}"/>
              </a:ext>
            </a:extLst>
          </p:cNvPr>
          <p:cNvSpPr txBox="1">
            <a:spLocks/>
          </p:cNvSpPr>
          <p:nvPr/>
        </p:nvSpPr>
        <p:spPr>
          <a:xfrm>
            <a:off x="5601861" y="884206"/>
            <a:ext cx="2570799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US" sz="2250" kern="0" dirty="0" smtClean="0">
                <a:solidFill>
                  <a:srgbClr val="000000"/>
                </a:solidFill>
                <a:latin typeface="IBM Plex Sans" panose="020B0503050203000203" pitchFamily="34" charset="0"/>
                <a:cs typeface="D-DIN Condensed"/>
              </a:rPr>
              <a:t>Challenges</a:t>
            </a:r>
            <a:endParaRPr lang="en-IN" sz="2250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66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586620" y="2235892"/>
            <a:ext cx="2965821" cy="856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2000" baseline="30000" dirty="0" smtClean="0">
              <a:solidFill>
                <a:srgbClr val="000000"/>
              </a:solidFill>
              <a:latin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Data 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Aggregation</a:t>
            </a:r>
            <a:r>
              <a:rPr lang="en-US" sz="2000" dirty="0" smtClean="0">
                <a:solidFill>
                  <a:srgbClr val="000000"/>
                </a:solidFill>
                <a:latin typeface="IBM Plex Sans"/>
                <a:sym typeface="IBM Plex Sans"/>
              </a:rPr>
              <a:t>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leads to carry out huge volume of data across the 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process tasks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7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586621" y="1403387"/>
            <a:ext cx="2965821" cy="937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Intuitive UI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forms requested for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orchestrating the user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activities as </a:t>
            </a:r>
            <a:r>
              <a:rPr lang="en-US" sz="2000" baseline="30000" dirty="0" err="1" smtClean="0">
                <a:solidFill>
                  <a:srgbClr val="000000"/>
                </a:solidFill>
                <a:latin typeface="IBM Plex Sans"/>
                <a:sym typeface="IBM Plex Sans"/>
              </a:rPr>
              <a:t>Camunda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forms 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meets basic functionalities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-3901"/>
            <a:ext cx="1828800" cy="727088"/>
          </a:xfrm>
          <a:prstGeom prst="rect">
            <a:avLst/>
          </a:prstGeom>
        </p:spPr>
      </p:pic>
      <p:sp>
        <p:nvSpPr>
          <p:cNvPr id="12" name="object 11">
            <a:extLst>
              <a:ext uri="{FF2B5EF4-FFF2-40B4-BE49-F238E27FC236}">
                <a16:creationId xmlns:a16="http://schemas.microsoft.com/office/drawing/2014/main" id="{2380322B-2314-B1CE-E83A-1BE10A9A3214}"/>
              </a:ext>
            </a:extLst>
          </p:cNvPr>
          <p:cNvSpPr txBox="1">
            <a:spLocks/>
          </p:cNvSpPr>
          <p:nvPr/>
        </p:nvSpPr>
        <p:spPr>
          <a:xfrm>
            <a:off x="190500" y="204006"/>
            <a:ext cx="5857875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IN" sz="2000" cap="all" dirty="0" smtClean="0">
                <a:solidFill>
                  <a:schemeClr val="accent3">
                    <a:lumMod val="75000"/>
                  </a:schemeClr>
                </a:solidFill>
              </a:rPr>
              <a:t>Challenges</a:t>
            </a:r>
            <a:endParaRPr lang="en-IN" sz="2000" cap="all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351990"/>
            <a:ext cx="4173697" cy="23630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3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586619" y="3163912"/>
            <a:ext cx="2965821" cy="76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2000" baseline="30000" dirty="0" smtClean="0">
              <a:solidFill>
                <a:srgbClr val="000000"/>
              </a:solidFill>
              <a:latin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 err="1">
                <a:solidFill>
                  <a:srgbClr val="000000"/>
                </a:solidFill>
                <a:latin typeface="IBM Plex Sans"/>
                <a:sym typeface="IBM Plex Sans"/>
              </a:rPr>
              <a:t>Camunda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 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8 has limitation over no OUT OF BOX AUTHENTICATION and KEYCLOAK made mandatory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330619140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762000" y="1299218"/>
            <a:ext cx="1981200" cy="199500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D1FDB-11BE-0753-01AB-773CEAC210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571500"/>
            <a:fld id="{00000000-1234-1234-1234-123412341234}" type="slidenum">
              <a:rPr lang="en">
                <a:solidFill>
                  <a:srgbClr val="434343"/>
                </a:solidFill>
              </a:rPr>
              <a:pPr defTabSz="571500"/>
              <a:t>12</a:t>
            </a:fld>
            <a:endParaRPr lang="en">
              <a:solidFill>
                <a:srgbClr val="434343"/>
              </a:solidFill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2380322B-2314-B1CE-E83A-1BE10A9A3214}"/>
              </a:ext>
            </a:extLst>
          </p:cNvPr>
          <p:cNvSpPr txBox="1">
            <a:spLocks/>
          </p:cNvSpPr>
          <p:nvPr/>
        </p:nvSpPr>
        <p:spPr>
          <a:xfrm>
            <a:off x="190500" y="204006"/>
            <a:ext cx="5857875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IN" sz="2531" kern="0" spc="-71" dirty="0" smtClean="0">
                <a:solidFill>
                  <a:srgbClr val="000000"/>
                </a:solidFill>
                <a:latin typeface="IBM Plex Sans" panose="020B0503050203000203" pitchFamily="34" charset="0"/>
              </a:rPr>
              <a:t>Solution Architecture</a:t>
            </a:r>
            <a:endParaRPr lang="en-IN" sz="2094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5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828603" y="1550302"/>
            <a:ext cx="2887309" cy="937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Built customized 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Task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list 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application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to address Human Task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Orchestration with Rich UI using </a:t>
            </a:r>
            <a:r>
              <a:rPr lang="en-US" sz="2000" baseline="30000" dirty="0" err="1">
                <a:solidFill>
                  <a:srgbClr val="000000"/>
                </a:solidFill>
                <a:latin typeface="IBM Plex Sans"/>
                <a:sym typeface="IBM Plex Sans"/>
              </a:rPr>
              <a:t>ReactJs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 and </a:t>
            </a:r>
            <a:r>
              <a:rPr lang="en-US" sz="2000" baseline="30000" dirty="0" err="1">
                <a:solidFill>
                  <a:srgbClr val="000000"/>
                </a:solidFill>
                <a:latin typeface="IBM Plex Sans"/>
                <a:sym typeface="IBM Plex Sans"/>
              </a:rPr>
              <a:t>Tasklist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 APIs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6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828603" y="3425174"/>
            <a:ext cx="2965821" cy="1318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C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ustomer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had a different identity provider in use, we forced to set up </a:t>
            </a:r>
            <a:r>
              <a:rPr lang="en-US" sz="2000" baseline="30000" dirty="0" err="1">
                <a:solidFill>
                  <a:srgbClr val="000000"/>
                </a:solidFill>
                <a:latin typeface="IBM Plex Sans"/>
                <a:sym typeface="IBM Plex Sans"/>
              </a:rPr>
              <a:t>Keycloak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 as an identity provider so that you are forced to run </a:t>
            </a:r>
            <a:r>
              <a:rPr lang="en-US" sz="2000" baseline="30000" dirty="0" err="1">
                <a:solidFill>
                  <a:srgbClr val="000000"/>
                </a:solidFill>
                <a:latin typeface="IBM Plex Sans"/>
                <a:sym typeface="IBM Plex Sans"/>
              </a:rPr>
              <a:t>Keycloak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 in addition to your existing identity provider for </a:t>
            </a:r>
            <a:r>
              <a:rPr lang="en-US" sz="2000" baseline="30000" dirty="0" err="1">
                <a:solidFill>
                  <a:srgbClr val="000000"/>
                </a:solidFill>
                <a:latin typeface="IBM Plex Sans"/>
                <a:sym typeface="IBM Plex Sans"/>
              </a:rPr>
              <a:t>Camunda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 8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-3901"/>
            <a:ext cx="1828800" cy="72708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347067"/>
            <a:ext cx="5433361" cy="284845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pic>
      <p:sp>
        <p:nvSpPr>
          <p:cNvPr id="12" name="object 11">
            <a:extLst>
              <a:ext uri="{FF2B5EF4-FFF2-40B4-BE49-F238E27FC236}">
                <a16:creationId xmlns:a16="http://schemas.microsoft.com/office/drawing/2014/main" id="{90EC6E10-4007-5E13-BF40-83336B5AB197}"/>
              </a:ext>
            </a:extLst>
          </p:cNvPr>
          <p:cNvSpPr txBox="1">
            <a:spLocks/>
          </p:cNvSpPr>
          <p:nvPr/>
        </p:nvSpPr>
        <p:spPr>
          <a:xfrm>
            <a:off x="6088809" y="1052966"/>
            <a:ext cx="2570799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US" sz="2250" kern="0" dirty="0" smtClean="0">
                <a:solidFill>
                  <a:srgbClr val="000000"/>
                </a:solidFill>
                <a:latin typeface="IBM Plex Sans" panose="020B0503050203000203" pitchFamily="34" charset="0"/>
                <a:cs typeface="D-DIN Condensed"/>
              </a:rPr>
              <a:t>Solutions</a:t>
            </a:r>
            <a:endParaRPr lang="en-IN" sz="2250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13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831380" y="2487738"/>
            <a:ext cx="2887309" cy="937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Our solution over 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comes the process instance max size limit 4 </a:t>
            </a:r>
            <a:r>
              <a:rPr lang="en-US" sz="2000" baseline="30000" dirty="0" err="1" smtClean="0">
                <a:solidFill>
                  <a:srgbClr val="000000"/>
                </a:solidFill>
                <a:latin typeface="IBM Plex Sans"/>
                <a:sym typeface="IBM Plex Sans"/>
              </a:rPr>
              <a:t>mb</a:t>
            </a:r>
            <a:r>
              <a:rPr lang="en-US" sz="2000" baseline="30000" dirty="0" smtClean="0">
                <a:solidFill>
                  <a:srgbClr val="000000"/>
                </a:solidFill>
                <a:latin typeface="IBM Plex Sans"/>
                <a:sym typeface="IBM Plex Sans"/>
              </a:rPr>
              <a:t> by enabling the intercepting temporary storage (Elastic)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38170569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D1FDB-11BE-0753-01AB-773CEAC210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571500"/>
            <a:fld id="{00000000-1234-1234-1234-123412341234}" type="slidenum">
              <a:rPr lang="en">
                <a:solidFill>
                  <a:srgbClr val="434343"/>
                </a:solidFill>
              </a:rPr>
              <a:pPr defTabSz="571500"/>
              <a:t>13</a:t>
            </a:fld>
            <a:endParaRPr lang="en">
              <a:solidFill>
                <a:srgbClr val="434343"/>
              </a:solidFill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2380322B-2314-B1CE-E83A-1BE10A9A3214}"/>
              </a:ext>
            </a:extLst>
          </p:cNvPr>
          <p:cNvSpPr txBox="1">
            <a:spLocks/>
          </p:cNvSpPr>
          <p:nvPr/>
        </p:nvSpPr>
        <p:spPr>
          <a:xfrm>
            <a:off x="190500" y="204006"/>
            <a:ext cx="5857875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IN" sz="2531" kern="0" spc="-71" dirty="0" smtClean="0">
                <a:solidFill>
                  <a:srgbClr val="000000"/>
                </a:solidFill>
                <a:latin typeface="IBM Plex Sans" panose="020B0503050203000203" pitchFamily="34" charset="0"/>
              </a:rPr>
              <a:t>Financial &amp; Wealth Management</a:t>
            </a:r>
            <a:endParaRPr lang="en-IN" sz="2094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90EC6E10-4007-5E13-BF40-83336B5AB197}"/>
              </a:ext>
            </a:extLst>
          </p:cNvPr>
          <p:cNvSpPr txBox="1">
            <a:spLocks/>
          </p:cNvSpPr>
          <p:nvPr/>
        </p:nvSpPr>
        <p:spPr>
          <a:xfrm>
            <a:off x="5601861" y="884206"/>
            <a:ext cx="3237339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US" sz="2250" kern="0" dirty="0" smtClean="0">
                <a:solidFill>
                  <a:srgbClr val="000000"/>
                </a:solidFill>
                <a:latin typeface="IBM Plex Sans" panose="020B0503050203000203" pitchFamily="34" charset="0"/>
                <a:cs typeface="D-DIN Condensed"/>
              </a:rPr>
              <a:t>Advantages:</a:t>
            </a:r>
            <a:endParaRPr lang="en-IN" sz="2250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5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72299" y="1965426"/>
            <a:ext cx="2887309" cy="752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Re-Usable Components via Custom Connectors reduced 60% development time</a:t>
            </a:r>
            <a:endParaRPr sz="1250" baseline="30000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6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78268" y="3669495"/>
            <a:ext cx="2965821" cy="948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Service Orchestration has helped to generate the huge volumes of Report Data in quick turn around time (&lt; 1 min)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7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49554" y="1206244"/>
            <a:ext cx="2965821" cy="752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Process Orchestration made easy to gather data from multiple applications 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8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56441" y="2771295"/>
            <a:ext cx="2965821" cy="845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Rule Engine (DMN) As a Service help</a:t>
            </a:r>
            <a:r>
              <a:rPr lang="en-US" sz="2000" dirty="0">
                <a:solidFill>
                  <a:srgbClr val="000000"/>
                </a:solidFill>
                <a:latin typeface="IBM Plex Sans"/>
                <a:sym typeface="IBM Plex Sans"/>
              </a:rPr>
              <a:t>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the business to configure the Report and Report Attributes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-3901"/>
            <a:ext cx="1828800" cy="72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88709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D1FDB-11BE-0753-01AB-773CEAC210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571500"/>
            <a:fld id="{00000000-1234-1234-1234-123412341234}" type="slidenum">
              <a:rPr lang="en">
                <a:solidFill>
                  <a:srgbClr val="434343"/>
                </a:solidFill>
              </a:rPr>
              <a:pPr defTabSz="571500"/>
              <a:t>14</a:t>
            </a:fld>
            <a:endParaRPr lang="en">
              <a:solidFill>
                <a:srgbClr val="434343"/>
              </a:solidFill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2380322B-2314-B1CE-E83A-1BE10A9A3214}"/>
              </a:ext>
            </a:extLst>
          </p:cNvPr>
          <p:cNvSpPr txBox="1">
            <a:spLocks/>
          </p:cNvSpPr>
          <p:nvPr/>
        </p:nvSpPr>
        <p:spPr>
          <a:xfrm>
            <a:off x="190500" y="204006"/>
            <a:ext cx="5857875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IN" sz="2094" kern="0" dirty="0" smtClean="0">
                <a:solidFill>
                  <a:srgbClr val="000000"/>
                </a:solidFill>
                <a:latin typeface="IBM Plex Sans" panose="020B0503050203000203" pitchFamily="34" charset="0"/>
                <a:cs typeface="D-DIN Condensed"/>
              </a:rPr>
              <a:t>Leading Global Investment Banking</a:t>
            </a:r>
            <a:endParaRPr lang="en-IN" sz="2094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90EC6E10-4007-5E13-BF40-83336B5AB197}"/>
              </a:ext>
            </a:extLst>
          </p:cNvPr>
          <p:cNvSpPr txBox="1">
            <a:spLocks/>
          </p:cNvSpPr>
          <p:nvPr/>
        </p:nvSpPr>
        <p:spPr>
          <a:xfrm>
            <a:off x="5601861" y="884206"/>
            <a:ext cx="2570799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US" sz="2250" kern="0" dirty="0" smtClean="0">
                <a:solidFill>
                  <a:srgbClr val="000000"/>
                </a:solidFill>
                <a:latin typeface="IBM Plex Sans" panose="020B0503050203000203" pitchFamily="34" charset="0"/>
                <a:cs typeface="D-DIN Condensed"/>
              </a:rPr>
              <a:t>Use Cases:</a:t>
            </a:r>
            <a:endParaRPr lang="en-IN" sz="2250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5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72299" y="1965426"/>
            <a:ext cx="2887309" cy="752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Re-Usable Components via Custom Connectors reduced 60% development time</a:t>
            </a:r>
            <a:endParaRPr sz="1250" baseline="30000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6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78268" y="3669495"/>
            <a:ext cx="2965821" cy="948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Service Orchestration has helped to generate the huge volumes of Report Data in quick turn around time (&lt; 1 min)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7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49554" y="1206244"/>
            <a:ext cx="2965821" cy="752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Process Orchestration made easy to gather data from multiple applications 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8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56441" y="2771295"/>
            <a:ext cx="2965821" cy="845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Rule Engine (DMN) As a Service help</a:t>
            </a:r>
            <a:r>
              <a:rPr lang="en-US" sz="2000" dirty="0">
                <a:solidFill>
                  <a:srgbClr val="000000"/>
                </a:solidFill>
                <a:latin typeface="IBM Plex Sans"/>
                <a:sym typeface="IBM Plex Sans"/>
              </a:rPr>
              <a:t>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the business to configure the Report and Report Attributes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-3901"/>
            <a:ext cx="1828800" cy="72708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206244"/>
            <a:ext cx="4371661" cy="246325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8137665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D1FDB-11BE-0753-01AB-773CEAC210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571500"/>
            <a:fld id="{00000000-1234-1234-1234-123412341234}" type="slidenum">
              <a:rPr lang="en">
                <a:solidFill>
                  <a:srgbClr val="434343"/>
                </a:solidFill>
              </a:rPr>
              <a:pPr defTabSz="571500"/>
              <a:t>15</a:t>
            </a:fld>
            <a:endParaRPr lang="en">
              <a:solidFill>
                <a:srgbClr val="434343"/>
              </a:solidFill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2380322B-2314-B1CE-E83A-1BE10A9A3214}"/>
              </a:ext>
            </a:extLst>
          </p:cNvPr>
          <p:cNvSpPr txBox="1">
            <a:spLocks/>
          </p:cNvSpPr>
          <p:nvPr/>
        </p:nvSpPr>
        <p:spPr>
          <a:xfrm>
            <a:off x="190500" y="204006"/>
            <a:ext cx="5857875" cy="78947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IN" sz="2531" kern="0" spc="-71" dirty="0" smtClean="0">
                <a:solidFill>
                  <a:srgbClr val="000000"/>
                </a:solidFill>
                <a:latin typeface="IBM Plex Sans" panose="020B0503050203000203" pitchFamily="34" charset="0"/>
              </a:rPr>
              <a:t>Solution Architecture – Loan Processing</a:t>
            </a:r>
            <a:endParaRPr lang="en-IN" sz="2094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90EC6E10-4007-5E13-BF40-83336B5AB197}"/>
              </a:ext>
            </a:extLst>
          </p:cNvPr>
          <p:cNvSpPr txBox="1">
            <a:spLocks/>
          </p:cNvSpPr>
          <p:nvPr/>
        </p:nvSpPr>
        <p:spPr>
          <a:xfrm>
            <a:off x="5601861" y="884206"/>
            <a:ext cx="2570799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US" sz="2250" kern="0" dirty="0" smtClean="0">
                <a:solidFill>
                  <a:srgbClr val="000000"/>
                </a:solidFill>
                <a:latin typeface="IBM Plex Sans" panose="020B0503050203000203" pitchFamily="34" charset="0"/>
                <a:cs typeface="D-DIN Condensed"/>
              </a:rPr>
              <a:t>Challenges </a:t>
            </a:r>
            <a:endParaRPr lang="en-IN" sz="2250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5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72299" y="1965426"/>
            <a:ext cx="2887309" cy="752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Re-Usable Components via Custom Connectors reduced 60% development time</a:t>
            </a:r>
            <a:endParaRPr sz="1250" baseline="30000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6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78268" y="3669495"/>
            <a:ext cx="2965821" cy="948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Service Orchestration has helped to generate the huge volumes of Report Data in quick turn around time (&lt; 1 min)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7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49554" y="1206244"/>
            <a:ext cx="2965821" cy="752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Process Orchestration made easy to gather data from multiple applications 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8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56441" y="2771295"/>
            <a:ext cx="2965821" cy="845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Rule Engine (DMN) As a Service help</a:t>
            </a:r>
            <a:r>
              <a:rPr lang="en-US" sz="2000" dirty="0">
                <a:solidFill>
                  <a:srgbClr val="000000"/>
                </a:solidFill>
                <a:latin typeface="IBM Plex Sans"/>
                <a:sym typeface="IBM Plex Sans"/>
              </a:rPr>
              <a:t>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the business to configure the Report and Report Attributes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-3901"/>
            <a:ext cx="1828800" cy="72708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252770"/>
            <a:ext cx="5401836" cy="30370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5544842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16</a:t>
            </a:fld>
            <a:endParaRPr lang="en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047750"/>
            <a:ext cx="42672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495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17</a:t>
            </a:fld>
            <a:endParaRPr lang="e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47750"/>
            <a:ext cx="609600" cy="609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8" name="Group 17"/>
          <p:cNvGrpSpPr/>
          <p:nvPr/>
        </p:nvGrpSpPr>
        <p:grpSpPr>
          <a:xfrm>
            <a:off x="1582739" y="714129"/>
            <a:ext cx="1325561" cy="1276839"/>
            <a:chOff x="2743200" y="2015879"/>
            <a:chExt cx="1325561" cy="1276839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6" name="Rounded Rectangle 15"/>
            <p:cNvSpPr/>
            <p:nvPr/>
          </p:nvSpPr>
          <p:spPr>
            <a:xfrm>
              <a:off x="2743200" y="2015879"/>
              <a:ext cx="1325561" cy="1276839"/>
            </a:xfrm>
            <a:prstGeom prst="round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2916236" y="2197099"/>
              <a:ext cx="1076325" cy="925143"/>
              <a:chOff x="1431925" y="2647950"/>
              <a:chExt cx="1076325" cy="925143"/>
            </a:xfrm>
            <a:grpFill/>
          </p:grpSpPr>
          <p:pic>
            <p:nvPicPr>
              <p:cNvPr id="10" name="Picture 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31925" y="2647950"/>
                <a:ext cx="619125" cy="467943"/>
              </a:xfrm>
              <a:prstGeom prst="rect">
                <a:avLst/>
              </a:prstGeom>
              <a:grpFill/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84325" y="2800350"/>
                <a:ext cx="619125" cy="467943"/>
              </a:xfrm>
              <a:prstGeom prst="rect">
                <a:avLst/>
              </a:prstGeom>
              <a:grpFill/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pic>
            <p:nvPicPr>
              <p:cNvPr id="12" name="Picture 11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36725" y="2952750"/>
                <a:ext cx="619125" cy="467943"/>
              </a:xfrm>
              <a:prstGeom prst="rect">
                <a:avLst/>
              </a:prstGeom>
              <a:grpFill/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pic>
            <p:nvPicPr>
              <p:cNvPr id="13" name="Picture 12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89125" y="3105150"/>
                <a:ext cx="619125" cy="467943"/>
              </a:xfrm>
              <a:prstGeom prst="rect">
                <a:avLst/>
              </a:prstGeom>
              <a:grpFill/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</p:grp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400" y="840581"/>
            <a:ext cx="3639709" cy="102393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pic>
      <p:sp>
        <p:nvSpPr>
          <p:cNvPr id="115" name="Right Arrow 114"/>
          <p:cNvSpPr/>
          <p:nvPr/>
        </p:nvSpPr>
        <p:spPr>
          <a:xfrm>
            <a:off x="457200" y="2264372"/>
            <a:ext cx="7467600" cy="304800"/>
          </a:xfrm>
          <a:prstGeom prst="rightArrow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1" name="Freeform 120"/>
          <p:cNvSpPr/>
          <p:nvPr/>
        </p:nvSpPr>
        <p:spPr>
          <a:xfrm>
            <a:off x="2914650" y="432543"/>
            <a:ext cx="4285190" cy="888257"/>
          </a:xfrm>
          <a:custGeom>
            <a:avLst/>
            <a:gdLst>
              <a:gd name="connsiteX0" fmla="*/ 0 w 4285190"/>
              <a:gd name="connsiteY0" fmla="*/ 888257 h 888257"/>
              <a:gd name="connsiteX1" fmla="*/ 1365250 w 4285190"/>
              <a:gd name="connsiteY1" fmla="*/ 11957 h 888257"/>
              <a:gd name="connsiteX2" fmla="*/ 4089400 w 4285190"/>
              <a:gd name="connsiteY2" fmla="*/ 380257 h 888257"/>
              <a:gd name="connsiteX3" fmla="*/ 4076700 w 4285190"/>
              <a:gd name="connsiteY3" fmla="*/ 386607 h 888257"/>
              <a:gd name="connsiteX4" fmla="*/ 4140200 w 4285190"/>
              <a:gd name="connsiteY4" fmla="*/ 405657 h 888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85190" h="888257">
                <a:moveTo>
                  <a:pt x="0" y="888257"/>
                </a:moveTo>
                <a:cubicBezTo>
                  <a:pt x="341841" y="492440"/>
                  <a:pt x="683683" y="96624"/>
                  <a:pt x="1365250" y="11957"/>
                </a:cubicBezTo>
                <a:cubicBezTo>
                  <a:pt x="2046817" y="-72710"/>
                  <a:pt x="3637492" y="317815"/>
                  <a:pt x="4089400" y="380257"/>
                </a:cubicBezTo>
                <a:cubicBezTo>
                  <a:pt x="4541308" y="442699"/>
                  <a:pt x="4068233" y="382374"/>
                  <a:pt x="4076700" y="386607"/>
                </a:cubicBezTo>
                <a:cubicBezTo>
                  <a:pt x="4085167" y="390840"/>
                  <a:pt x="4112683" y="398248"/>
                  <a:pt x="4140200" y="40565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3" name="Straight Arrow Connector 122"/>
          <p:cNvCxnSpPr/>
          <p:nvPr/>
        </p:nvCxnSpPr>
        <p:spPr>
          <a:xfrm flipH="1">
            <a:off x="7086600" y="1877913"/>
            <a:ext cx="1" cy="4786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/>
          <p:nvPr/>
        </p:nvCxnSpPr>
        <p:spPr>
          <a:xfrm flipV="1">
            <a:off x="4267200" y="1885950"/>
            <a:ext cx="0" cy="4786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Freeform 125"/>
          <p:cNvSpPr/>
          <p:nvPr/>
        </p:nvSpPr>
        <p:spPr>
          <a:xfrm>
            <a:off x="2895600" y="1371600"/>
            <a:ext cx="4114800" cy="739328"/>
          </a:xfrm>
          <a:custGeom>
            <a:avLst/>
            <a:gdLst>
              <a:gd name="connsiteX0" fmla="*/ 4114800 w 4114800"/>
              <a:gd name="connsiteY0" fmla="*/ 0 h 739328"/>
              <a:gd name="connsiteX1" fmla="*/ 1797050 w 4114800"/>
              <a:gd name="connsiteY1" fmla="*/ 736600 h 739328"/>
              <a:gd name="connsiteX2" fmla="*/ 0 w 4114800"/>
              <a:gd name="connsiteY2" fmla="*/ 247650 h 739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14800" h="739328">
                <a:moveTo>
                  <a:pt x="4114800" y="0"/>
                </a:moveTo>
                <a:cubicBezTo>
                  <a:pt x="3298825" y="347662"/>
                  <a:pt x="2482850" y="695325"/>
                  <a:pt x="1797050" y="736600"/>
                </a:cubicBezTo>
                <a:cubicBezTo>
                  <a:pt x="1111250" y="777875"/>
                  <a:pt x="281517" y="338667"/>
                  <a:pt x="0" y="24765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8" name="Straight Arrow Connector 127"/>
          <p:cNvCxnSpPr>
            <a:stCxn id="5" idx="3"/>
            <a:endCxn id="16" idx="1"/>
          </p:cNvCxnSpPr>
          <p:nvPr/>
        </p:nvCxnSpPr>
        <p:spPr>
          <a:xfrm flipV="1">
            <a:off x="1066800" y="1352549"/>
            <a:ext cx="515939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Google Shape;4645;p198"/>
          <p:cNvSpPr txBox="1"/>
          <p:nvPr/>
        </p:nvSpPr>
        <p:spPr>
          <a:xfrm>
            <a:off x="223883" y="679552"/>
            <a:ext cx="1129623" cy="322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kern="0" dirty="0" smtClean="0">
                <a:solidFill>
                  <a:srgbClr val="0075FF"/>
                </a:solidFill>
                <a:ea typeface="Arial"/>
                <a:cs typeface="Arial"/>
                <a:sym typeface="Arial"/>
              </a:rPr>
              <a:t>Web App</a:t>
            </a:r>
            <a:endParaRPr sz="1000" b="1" kern="0" dirty="0">
              <a:solidFill>
                <a:srgbClr val="0075FF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30" name="Google Shape;4645;p198"/>
          <p:cNvSpPr txBox="1"/>
          <p:nvPr/>
        </p:nvSpPr>
        <p:spPr>
          <a:xfrm>
            <a:off x="1648163" y="394431"/>
            <a:ext cx="1129623" cy="322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000"/>
              <a:buFont typeface="Arial"/>
              <a:buNone/>
            </a:pPr>
            <a:r>
              <a:rPr lang="en" sz="900" b="1" kern="0" dirty="0" smtClean="0">
                <a:solidFill>
                  <a:srgbClr val="0075FF"/>
                </a:solidFill>
                <a:ea typeface="Arial"/>
                <a:cs typeface="Arial"/>
                <a:sym typeface="Arial"/>
              </a:rPr>
              <a:t>Exp APIs</a:t>
            </a:r>
            <a:endParaRPr sz="900" b="1" kern="0" dirty="0">
              <a:solidFill>
                <a:srgbClr val="0075FF"/>
              </a:solidFill>
              <a:ea typeface="Arial"/>
              <a:cs typeface="Arial"/>
              <a:sym typeface="Arial"/>
            </a:endParaRPr>
          </a:p>
        </p:txBody>
      </p:sp>
      <p:pic>
        <p:nvPicPr>
          <p:cNvPr id="196" name="Picture 19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556472"/>
            <a:ext cx="7118084" cy="25853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</p:pic>
      <p:sp>
        <p:nvSpPr>
          <p:cNvPr id="197" name="Google Shape;4645;p198"/>
          <p:cNvSpPr txBox="1"/>
          <p:nvPr/>
        </p:nvSpPr>
        <p:spPr>
          <a:xfrm>
            <a:off x="6553200" y="394431"/>
            <a:ext cx="1143000" cy="262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000"/>
              <a:buFont typeface="Arial"/>
              <a:buNone/>
            </a:pPr>
            <a:r>
              <a:rPr lang="en" sz="800" b="1" kern="0" dirty="0" smtClean="0">
                <a:solidFill>
                  <a:srgbClr val="0075FF"/>
                </a:solidFill>
                <a:ea typeface="Arial"/>
                <a:cs typeface="Arial"/>
                <a:sym typeface="Arial"/>
              </a:rPr>
              <a:t>Messaging System</a:t>
            </a:r>
            <a:endParaRPr sz="800" b="1" kern="0" dirty="0">
              <a:solidFill>
                <a:srgbClr val="0075FF"/>
              </a:solidFill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883280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>
          <a:xfrm>
            <a:off x="369750" y="876757"/>
            <a:ext cx="1677110" cy="2660467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" name="Group 5"/>
          <p:cNvGrpSpPr/>
          <p:nvPr/>
        </p:nvGrpSpPr>
        <p:grpSpPr>
          <a:xfrm>
            <a:off x="228600" y="795430"/>
            <a:ext cx="8229600" cy="3256113"/>
            <a:chOff x="243816" y="819150"/>
            <a:chExt cx="8229600" cy="3256113"/>
          </a:xfrm>
        </p:grpSpPr>
        <p:grpSp>
          <p:nvGrpSpPr>
            <p:cNvPr id="2" name="Group 1"/>
            <p:cNvGrpSpPr/>
            <p:nvPr/>
          </p:nvGrpSpPr>
          <p:grpSpPr>
            <a:xfrm>
              <a:off x="243816" y="819150"/>
              <a:ext cx="8229600" cy="3256113"/>
              <a:chOff x="427245" y="1381439"/>
              <a:chExt cx="8320500" cy="3230251"/>
            </a:xfrm>
          </p:grpSpPr>
          <p:grpSp>
            <p:nvGrpSpPr>
              <p:cNvPr id="65" name="Google Shape;4621;p198"/>
              <p:cNvGrpSpPr/>
              <p:nvPr/>
            </p:nvGrpSpPr>
            <p:grpSpPr>
              <a:xfrm>
                <a:off x="427245" y="4208790"/>
                <a:ext cx="8320500" cy="402900"/>
                <a:chOff x="319309" y="4706032"/>
                <a:chExt cx="8320500" cy="402900"/>
              </a:xfrm>
            </p:grpSpPr>
            <p:sp>
              <p:nvSpPr>
                <p:cNvPr id="66" name="Google Shape;4622;p198"/>
                <p:cNvSpPr/>
                <p:nvPr/>
              </p:nvSpPr>
              <p:spPr>
                <a:xfrm>
                  <a:off x="319309" y="4706032"/>
                  <a:ext cx="8320500" cy="402900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FFFFF"/>
                </a:solidFill>
                <a:ln w="19050" cap="flat" cmpd="sng">
                  <a:solidFill>
                    <a:srgbClr val="0075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" sz="1400" kern="0" dirty="0">
                      <a:solidFill>
                        <a:srgbClr val="000000"/>
                      </a:solidFill>
                      <a:ea typeface="Arial"/>
                      <a:cs typeface="Arial"/>
                      <a:sym typeface="Arial"/>
                    </a:rPr>
                    <a:t>Kubernetes</a:t>
                  </a:r>
                  <a:endParaRPr sz="1400" kern="0" dirty="0">
                    <a:solidFill>
                      <a:srgbClr val="000000"/>
                    </a:solidFill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67" name="Google Shape;4623;p198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/>
                <a:stretch/>
              </p:blipFill>
              <p:spPr>
                <a:xfrm>
                  <a:off x="3565810" y="4761893"/>
                  <a:ext cx="323794" cy="3153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68" name="Google Shape;4624;p198"/>
              <p:cNvSpPr/>
              <p:nvPr/>
            </p:nvSpPr>
            <p:spPr>
              <a:xfrm>
                <a:off x="7729688" y="2569158"/>
                <a:ext cx="981900" cy="6555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rgbClr val="14D89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/>
                  <a:buNone/>
                </a:pPr>
                <a:r>
                  <a:rPr lang="en" sz="800" b="1" kern="0">
                    <a:solidFill>
                      <a:srgbClr val="000000"/>
                    </a:solidFill>
                    <a:cs typeface="Arial"/>
                    <a:sym typeface="Arial"/>
                  </a:rPr>
                  <a:t>Tasklist</a:t>
                </a:r>
                <a:endParaRPr sz="800" b="1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69" name="Google Shape;4625;p198"/>
              <p:cNvSpPr/>
              <p:nvPr/>
            </p:nvSpPr>
            <p:spPr>
              <a:xfrm>
                <a:off x="7729680" y="1794563"/>
                <a:ext cx="981900" cy="6555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rgbClr val="14D89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" sz="800" b="1" kern="0">
                    <a:solidFill>
                      <a:srgbClr val="000000"/>
                    </a:solidFill>
                    <a:cs typeface="Arial"/>
                    <a:sym typeface="Arial"/>
                  </a:rPr>
                  <a:t>Operate</a:t>
                </a:r>
                <a:endParaRPr sz="800" b="1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cxnSp>
            <p:nvCxnSpPr>
              <p:cNvPr id="70" name="Google Shape;4626;p198"/>
              <p:cNvCxnSpPr/>
              <p:nvPr/>
            </p:nvCxnSpPr>
            <p:spPr>
              <a:xfrm>
                <a:off x="5354766" y="2886898"/>
                <a:ext cx="861000" cy="108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14D89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71" name="Google Shape;4627;p198"/>
              <p:cNvSpPr txBox="1"/>
              <p:nvPr/>
            </p:nvSpPr>
            <p:spPr>
              <a:xfrm>
                <a:off x="5511120" y="2456664"/>
                <a:ext cx="737400" cy="39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" sz="800" b="1" kern="0">
                    <a:solidFill>
                      <a:srgbClr val="000000"/>
                    </a:solidFill>
                    <a:cs typeface="Arial"/>
                    <a:sym typeface="Arial"/>
                  </a:rPr>
                  <a:t>Streaming Exporter</a:t>
                </a:r>
                <a:endParaRPr sz="800" b="1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72" name="Google Shape;4628;p198"/>
              <p:cNvSpPr/>
              <p:nvPr/>
            </p:nvSpPr>
            <p:spPr>
              <a:xfrm>
                <a:off x="990825" y="2693540"/>
                <a:ext cx="737381" cy="254444"/>
              </a:xfrm>
              <a:prstGeom prst="flowChartMagneticDrum">
                <a:avLst/>
              </a:prstGeom>
              <a:solidFill>
                <a:srgbClr val="FFFFFF"/>
              </a:solidFill>
              <a:ln w="19050" cap="flat" cmpd="sng">
                <a:solidFill>
                  <a:srgbClr val="FF8B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kern="0">
                  <a:solidFill>
                    <a:srgbClr val="000000"/>
                  </a:solidFill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3" name="Google Shape;4629;p198"/>
              <p:cNvCxnSpPr/>
              <p:nvPr/>
            </p:nvCxnSpPr>
            <p:spPr>
              <a:xfrm>
                <a:off x="1998468" y="2357713"/>
                <a:ext cx="504900" cy="2649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FF8B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74" name="Google Shape;4630;p198"/>
              <p:cNvCxnSpPr/>
              <p:nvPr/>
            </p:nvCxnSpPr>
            <p:spPr>
              <a:xfrm>
                <a:off x="1981250" y="2836274"/>
                <a:ext cx="539400" cy="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FF8B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75" name="Google Shape;4631;p198"/>
              <p:cNvSpPr txBox="1"/>
              <p:nvPr/>
            </p:nvSpPr>
            <p:spPr>
              <a:xfrm>
                <a:off x="554570" y="2925825"/>
                <a:ext cx="1787100" cy="26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" sz="800" b="1" kern="0">
                    <a:solidFill>
                      <a:srgbClr val="000000"/>
                    </a:solidFill>
                    <a:cs typeface="Arial"/>
                    <a:sym typeface="Arial"/>
                  </a:rPr>
                  <a:t>Event Bus / Messaging System</a:t>
                </a:r>
                <a:endParaRPr sz="800" b="1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77" name="Google Shape;4633;p198"/>
              <p:cNvSpPr txBox="1"/>
              <p:nvPr/>
            </p:nvSpPr>
            <p:spPr>
              <a:xfrm>
                <a:off x="753744" y="1432585"/>
                <a:ext cx="1331700" cy="35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1000" b="1" kern="0" dirty="0">
                    <a:solidFill>
                      <a:srgbClr val="FF8B00"/>
                    </a:solidFill>
                    <a:ea typeface="Arial"/>
                    <a:cs typeface="Arial"/>
                    <a:sym typeface="Arial"/>
                  </a:rPr>
                  <a:t>Workflow Clients</a:t>
                </a:r>
                <a:endParaRPr sz="1000" b="1" kern="0" dirty="0">
                  <a:solidFill>
                    <a:srgbClr val="FF8B00"/>
                  </a:solidFill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4634;p198"/>
              <p:cNvSpPr txBox="1"/>
              <p:nvPr/>
            </p:nvSpPr>
            <p:spPr>
              <a:xfrm>
                <a:off x="6677025" y="1438588"/>
                <a:ext cx="1273800" cy="35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1000" b="1" kern="0" dirty="0">
                    <a:solidFill>
                      <a:srgbClr val="14D890"/>
                    </a:solidFill>
                    <a:cs typeface="Arial"/>
                    <a:sym typeface="Arial"/>
                  </a:rPr>
                  <a:t>Automation Apps</a:t>
                </a:r>
                <a:endParaRPr sz="1000" b="1" kern="0" dirty="0">
                  <a:solidFill>
                    <a:srgbClr val="14D890"/>
                  </a:solidFill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4635;p198"/>
              <p:cNvSpPr/>
              <p:nvPr/>
            </p:nvSpPr>
            <p:spPr>
              <a:xfrm>
                <a:off x="868878" y="1859819"/>
                <a:ext cx="987900" cy="6774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rgbClr val="FF8B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1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80" name="Google Shape;4636;p198"/>
              <p:cNvSpPr/>
              <p:nvPr/>
            </p:nvSpPr>
            <p:spPr>
              <a:xfrm>
                <a:off x="935319" y="1816546"/>
                <a:ext cx="987900" cy="6402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rgbClr val="FF8B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" sz="800" b="1" kern="0" dirty="0">
                    <a:solidFill>
                      <a:srgbClr val="000000"/>
                    </a:solidFill>
                    <a:cs typeface="Arial"/>
                    <a:sym typeface="Arial"/>
                  </a:rPr>
                  <a:t>Microservices / Apps</a:t>
                </a:r>
                <a:endParaRPr sz="800" b="1" kern="0" dirty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81" name="Google Shape;4637;p198"/>
              <p:cNvSpPr/>
              <p:nvPr/>
            </p:nvSpPr>
            <p:spPr>
              <a:xfrm>
                <a:off x="2764977" y="2218251"/>
                <a:ext cx="335100" cy="1137900"/>
              </a:xfrm>
              <a:prstGeom prst="roundRect">
                <a:avLst>
                  <a:gd name="adj" fmla="val 0"/>
                </a:avLst>
              </a:prstGeom>
              <a:solidFill>
                <a:srgbClr val="FF8B00"/>
              </a:solidFill>
              <a:ln w="19050" cap="flat" cmpd="sng">
                <a:solidFill>
                  <a:srgbClr val="FF1E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kern="0">
                  <a:solidFill>
                    <a:srgbClr val="000000"/>
                  </a:solidFill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4638;p198"/>
              <p:cNvSpPr/>
              <p:nvPr/>
            </p:nvSpPr>
            <p:spPr>
              <a:xfrm>
                <a:off x="3824802" y="1926452"/>
                <a:ext cx="572400" cy="525600"/>
              </a:xfrm>
              <a:prstGeom prst="roundRect">
                <a:avLst>
                  <a:gd name="adj" fmla="val 0"/>
                </a:avLst>
              </a:prstGeom>
              <a:solidFill>
                <a:srgbClr val="E6E7E8"/>
              </a:solidFill>
              <a:ln w="19050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" sz="800" kern="0">
                    <a:solidFill>
                      <a:srgbClr val="0075FF"/>
                    </a:solidFill>
                    <a:ea typeface="Arial"/>
                    <a:cs typeface="Arial"/>
                    <a:sym typeface="Arial"/>
                  </a:rPr>
                  <a:t>Broker</a:t>
                </a:r>
                <a:endParaRPr sz="800" kern="0">
                  <a:solidFill>
                    <a:srgbClr val="0075FF"/>
                  </a:solidFill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4639;p198"/>
              <p:cNvSpPr/>
              <p:nvPr/>
            </p:nvSpPr>
            <p:spPr>
              <a:xfrm>
                <a:off x="4555627" y="2524401"/>
                <a:ext cx="572400" cy="525600"/>
              </a:xfrm>
              <a:prstGeom prst="roundRect">
                <a:avLst>
                  <a:gd name="adj" fmla="val 0"/>
                </a:avLst>
              </a:prstGeom>
              <a:solidFill>
                <a:srgbClr val="E6E7E8"/>
              </a:solidFill>
              <a:ln w="19050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" sz="800" kern="0">
                    <a:solidFill>
                      <a:srgbClr val="0075FF"/>
                    </a:solidFill>
                    <a:ea typeface="Arial"/>
                    <a:cs typeface="Arial"/>
                    <a:sym typeface="Arial"/>
                  </a:rPr>
                  <a:t>Broker</a:t>
                </a:r>
                <a:endParaRPr sz="800" kern="0">
                  <a:solidFill>
                    <a:srgbClr val="0075FF"/>
                  </a:solidFill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4640;p198"/>
              <p:cNvSpPr/>
              <p:nvPr/>
            </p:nvSpPr>
            <p:spPr>
              <a:xfrm>
                <a:off x="3824802" y="3080702"/>
                <a:ext cx="572400" cy="525600"/>
              </a:xfrm>
              <a:prstGeom prst="roundRect">
                <a:avLst>
                  <a:gd name="adj" fmla="val 0"/>
                </a:avLst>
              </a:prstGeom>
              <a:solidFill>
                <a:srgbClr val="E6E7E8"/>
              </a:solidFill>
              <a:ln w="19050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" sz="800" kern="0">
                    <a:solidFill>
                      <a:srgbClr val="0075FF"/>
                    </a:solidFill>
                    <a:ea typeface="Arial"/>
                    <a:cs typeface="Arial"/>
                    <a:sym typeface="Arial"/>
                  </a:rPr>
                  <a:t>Broker</a:t>
                </a:r>
                <a:endParaRPr sz="800" kern="0">
                  <a:solidFill>
                    <a:srgbClr val="0075FF"/>
                  </a:solidFill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4641;p198"/>
              <p:cNvSpPr/>
              <p:nvPr/>
            </p:nvSpPr>
            <p:spPr>
              <a:xfrm>
                <a:off x="3913752" y="2569127"/>
                <a:ext cx="394500" cy="394500"/>
              </a:xfrm>
              <a:prstGeom prst="arc">
                <a:avLst>
                  <a:gd name="adj1" fmla="val 16200000"/>
                  <a:gd name="adj2" fmla="val 14497151"/>
                </a:avLst>
              </a:prstGeom>
              <a:noFill/>
              <a:ln w="19050" cap="flat" cmpd="sng">
                <a:solidFill>
                  <a:srgbClr val="0075FF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kern="0">
                  <a:solidFill>
                    <a:srgbClr val="000000"/>
                  </a:solidFill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6" name="Google Shape;4642;p198"/>
              <p:cNvCxnSpPr/>
              <p:nvPr/>
            </p:nvCxnSpPr>
            <p:spPr>
              <a:xfrm rot="10800000" flipH="1">
                <a:off x="3176277" y="2467701"/>
                <a:ext cx="498900" cy="319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75F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87" name="Google Shape;4643;p198"/>
              <p:cNvCxnSpPr/>
              <p:nvPr/>
            </p:nvCxnSpPr>
            <p:spPr>
              <a:xfrm>
                <a:off x="3174889" y="2787201"/>
                <a:ext cx="498900" cy="319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75F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88" name="Google Shape;4644;p198"/>
              <p:cNvCxnSpPr/>
              <p:nvPr/>
            </p:nvCxnSpPr>
            <p:spPr>
              <a:xfrm>
                <a:off x="3195327" y="2787115"/>
                <a:ext cx="436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75F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89" name="Google Shape;4645;p198"/>
              <p:cNvSpPr txBox="1"/>
              <p:nvPr/>
            </p:nvSpPr>
            <p:spPr>
              <a:xfrm>
                <a:off x="3491296" y="1381439"/>
                <a:ext cx="1142100" cy="31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1000" b="1" kern="0" dirty="0">
                    <a:solidFill>
                      <a:srgbClr val="0075FF"/>
                    </a:solidFill>
                    <a:ea typeface="Arial"/>
                    <a:cs typeface="Arial"/>
                    <a:sym typeface="Arial"/>
                  </a:rPr>
                  <a:t>Zeebe Cluster</a:t>
                </a:r>
                <a:endParaRPr sz="1000" b="1" kern="0" dirty="0">
                  <a:solidFill>
                    <a:srgbClr val="0075FF"/>
                  </a:solidFill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4646;p198"/>
              <p:cNvSpPr txBox="1"/>
              <p:nvPr/>
            </p:nvSpPr>
            <p:spPr>
              <a:xfrm rot="16200000">
                <a:off x="2308193" y="2679276"/>
                <a:ext cx="1137900" cy="21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" sz="800" kern="0">
                    <a:solidFill>
                      <a:srgbClr val="FFFFFF"/>
                    </a:solidFill>
                    <a:cs typeface="Arial"/>
                    <a:sym typeface="Arial"/>
                  </a:rPr>
                  <a:t>gRPC</a:t>
                </a:r>
                <a:r>
                  <a:rPr lang="en" sz="800" kern="0">
                    <a:solidFill>
                      <a:srgbClr val="FFFFFF"/>
                    </a:solidFill>
                    <a:ea typeface="Arial"/>
                    <a:cs typeface="Arial"/>
                    <a:sym typeface="Arial"/>
                  </a:rPr>
                  <a:t> Gateway</a:t>
                </a:r>
                <a:endParaRPr sz="800" kern="0">
                  <a:solidFill>
                    <a:srgbClr val="FFFFFF"/>
                  </a:solidFill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4647;p198"/>
              <p:cNvSpPr/>
              <p:nvPr/>
            </p:nvSpPr>
            <p:spPr>
              <a:xfrm>
                <a:off x="2895538" y="1700940"/>
                <a:ext cx="2325900" cy="21354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rgbClr val="0075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kern="0">
                  <a:solidFill>
                    <a:srgbClr val="0075FF"/>
                  </a:solidFill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4648;p198"/>
              <p:cNvSpPr/>
              <p:nvPr/>
            </p:nvSpPr>
            <p:spPr>
              <a:xfrm>
                <a:off x="2716313" y="2216190"/>
                <a:ext cx="335100" cy="11379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rgbClr val="FF8B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/>
                  <a:buNone/>
                </a:pPr>
                <a:endParaRPr sz="800" kern="0">
                  <a:solidFill>
                    <a:srgbClr val="FFFFFF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93" name="Google Shape;4649;p198"/>
              <p:cNvSpPr/>
              <p:nvPr/>
            </p:nvSpPr>
            <p:spPr>
              <a:xfrm>
                <a:off x="3776138" y="1924391"/>
                <a:ext cx="572400" cy="5256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rgbClr val="0075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" sz="800" b="1" kern="0">
                    <a:solidFill>
                      <a:srgbClr val="000000"/>
                    </a:solidFill>
                    <a:cs typeface="Arial"/>
                    <a:sym typeface="Arial"/>
                  </a:rPr>
                  <a:t>Broker</a:t>
                </a:r>
                <a:endParaRPr sz="800" b="1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94" name="Google Shape;4650;p198"/>
              <p:cNvSpPr/>
              <p:nvPr/>
            </p:nvSpPr>
            <p:spPr>
              <a:xfrm>
                <a:off x="4506962" y="2522340"/>
                <a:ext cx="572400" cy="5256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rgbClr val="0075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" sz="800" b="1" kern="0">
                    <a:solidFill>
                      <a:srgbClr val="000000"/>
                    </a:solidFill>
                    <a:cs typeface="Arial"/>
                    <a:sym typeface="Arial"/>
                  </a:rPr>
                  <a:t>Broker</a:t>
                </a:r>
                <a:endParaRPr sz="800" b="1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95" name="Google Shape;4651;p198"/>
              <p:cNvSpPr/>
              <p:nvPr/>
            </p:nvSpPr>
            <p:spPr>
              <a:xfrm>
                <a:off x="3776138" y="3078641"/>
                <a:ext cx="572400" cy="5256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rgbClr val="0075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" sz="800" b="1" kern="0">
                    <a:solidFill>
                      <a:srgbClr val="000000"/>
                    </a:solidFill>
                    <a:cs typeface="Arial"/>
                    <a:sym typeface="Arial"/>
                  </a:rPr>
                  <a:t>Broker</a:t>
                </a:r>
                <a:endParaRPr sz="800" b="1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96" name="Google Shape;4652;p198"/>
              <p:cNvSpPr/>
              <p:nvPr/>
            </p:nvSpPr>
            <p:spPr>
              <a:xfrm>
                <a:off x="3865088" y="2567066"/>
                <a:ext cx="394500" cy="394500"/>
              </a:xfrm>
              <a:prstGeom prst="arc">
                <a:avLst>
                  <a:gd name="adj1" fmla="val 16200000"/>
                  <a:gd name="adj2" fmla="val 14497151"/>
                </a:avLst>
              </a:prstGeom>
              <a:noFill/>
              <a:ln w="19050" cap="flat" cmpd="sng">
                <a:solidFill>
                  <a:srgbClr val="0075FF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kern="0">
                  <a:solidFill>
                    <a:srgbClr val="000000"/>
                  </a:solidFill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7" name="Google Shape;4653;p198"/>
              <p:cNvCxnSpPr/>
              <p:nvPr/>
            </p:nvCxnSpPr>
            <p:spPr>
              <a:xfrm rot="10800000" flipH="1">
                <a:off x="3127613" y="2465640"/>
                <a:ext cx="498900" cy="319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75F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98" name="Google Shape;4654;p198"/>
              <p:cNvCxnSpPr/>
              <p:nvPr/>
            </p:nvCxnSpPr>
            <p:spPr>
              <a:xfrm>
                <a:off x="3126225" y="2785140"/>
                <a:ext cx="498900" cy="319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75F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99" name="Google Shape;4655;p198"/>
              <p:cNvCxnSpPr/>
              <p:nvPr/>
            </p:nvCxnSpPr>
            <p:spPr>
              <a:xfrm>
                <a:off x="3146663" y="2785054"/>
                <a:ext cx="436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75F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00" name="Google Shape;4656;p198"/>
              <p:cNvSpPr txBox="1"/>
              <p:nvPr/>
            </p:nvSpPr>
            <p:spPr>
              <a:xfrm rot="16200000">
                <a:off x="2335068" y="2615634"/>
                <a:ext cx="1137900" cy="37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" sz="800" b="1" kern="0">
                    <a:solidFill>
                      <a:srgbClr val="000000"/>
                    </a:solidFill>
                    <a:cs typeface="Arial"/>
                    <a:sym typeface="Arial"/>
                  </a:rPr>
                  <a:t>gRPC Gateway</a:t>
                </a:r>
                <a:endParaRPr sz="800" b="1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cxnSp>
            <p:nvCxnSpPr>
              <p:cNvPr id="101" name="Google Shape;4657;p198"/>
              <p:cNvCxnSpPr/>
              <p:nvPr/>
            </p:nvCxnSpPr>
            <p:spPr>
              <a:xfrm rot="10800000" flipH="1">
                <a:off x="2008556" y="3049931"/>
                <a:ext cx="483300" cy="3213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FF8B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102" name="Google Shape;4658;p198"/>
              <p:cNvSpPr/>
              <p:nvPr/>
            </p:nvSpPr>
            <p:spPr>
              <a:xfrm>
                <a:off x="6349024" y="2564588"/>
                <a:ext cx="981900" cy="6555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rgbClr val="14D89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800"/>
                  <a:buFont typeface="Arial"/>
                  <a:buNone/>
                </a:pPr>
                <a:endParaRPr sz="800" b="1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pic>
            <p:nvPicPr>
              <p:cNvPr id="103" name="Google Shape;4659;p198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349022" y="2617919"/>
                <a:ext cx="1054305" cy="548774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04" name="Google Shape;4660;p198"/>
              <p:cNvCxnSpPr/>
              <p:nvPr/>
            </p:nvCxnSpPr>
            <p:spPr>
              <a:xfrm rot="10800000" flipH="1">
                <a:off x="7360218" y="2049784"/>
                <a:ext cx="289800" cy="3153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14D890"/>
                </a:solidFill>
                <a:prstDash val="solid"/>
                <a:round/>
                <a:headEnd type="triangle" w="sm" len="sm"/>
                <a:tailEnd type="triangle" w="med" len="med"/>
              </a:ln>
            </p:spPr>
          </p:cxnSp>
          <p:cxnSp>
            <p:nvCxnSpPr>
              <p:cNvPr id="105" name="Google Shape;4661;p198"/>
              <p:cNvCxnSpPr/>
              <p:nvPr/>
            </p:nvCxnSpPr>
            <p:spPr>
              <a:xfrm>
                <a:off x="7360218" y="3289019"/>
                <a:ext cx="289800" cy="3153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14D890"/>
                </a:solidFill>
                <a:prstDash val="solid"/>
                <a:round/>
                <a:headEnd type="triangle" w="sm" len="sm"/>
                <a:tailEnd type="triangle" w="med" len="med"/>
              </a:ln>
            </p:spPr>
          </p:cxnSp>
          <p:sp>
            <p:nvSpPr>
              <p:cNvPr id="106" name="Google Shape;4662;p198"/>
              <p:cNvSpPr/>
              <p:nvPr/>
            </p:nvSpPr>
            <p:spPr>
              <a:xfrm>
                <a:off x="7750238" y="3343753"/>
                <a:ext cx="981900" cy="6555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rgbClr val="14D89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/>
                  <a:buNone/>
                </a:pPr>
                <a:r>
                  <a:rPr lang="en" sz="800" b="1" kern="0">
                    <a:solidFill>
                      <a:srgbClr val="000000"/>
                    </a:solidFill>
                    <a:cs typeface="Arial"/>
                    <a:sym typeface="Arial"/>
                  </a:rPr>
                  <a:t>Optimize</a:t>
                </a:r>
                <a:endParaRPr sz="800" b="1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cxnSp>
            <p:nvCxnSpPr>
              <p:cNvPr id="107" name="Google Shape;4663;p198"/>
              <p:cNvCxnSpPr>
                <a:stCxn id="103" idx="3"/>
              </p:cNvCxnSpPr>
              <p:nvPr/>
            </p:nvCxnSpPr>
            <p:spPr>
              <a:xfrm>
                <a:off x="7403327" y="2892306"/>
                <a:ext cx="269400" cy="45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14D890"/>
                </a:solidFill>
                <a:prstDash val="solid"/>
                <a:round/>
                <a:headEnd type="triangle" w="sm" len="sm"/>
                <a:tailEnd type="triangle" w="med" len="med"/>
              </a:ln>
            </p:spPr>
          </p:cxnSp>
        </p:grpSp>
        <p:grpSp>
          <p:nvGrpSpPr>
            <p:cNvPr id="3" name="Group 2"/>
            <p:cNvGrpSpPr/>
            <p:nvPr/>
          </p:nvGrpSpPr>
          <p:grpSpPr>
            <a:xfrm>
              <a:off x="663434" y="2734428"/>
              <a:ext cx="1062914" cy="711248"/>
              <a:chOff x="606775" y="2749513"/>
              <a:chExt cx="1062914" cy="711248"/>
            </a:xfrm>
          </p:grpSpPr>
          <p:sp>
            <p:nvSpPr>
              <p:cNvPr id="111" name="Google Shape;4636;p198"/>
              <p:cNvSpPr/>
              <p:nvPr/>
            </p:nvSpPr>
            <p:spPr>
              <a:xfrm>
                <a:off x="606775" y="2815435"/>
                <a:ext cx="977107" cy="64532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chemeClr val="accent3">
                    <a:lumMod val="75000"/>
                  </a:schemeClr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" sz="800" b="1" kern="0" dirty="0" smtClean="0">
                    <a:solidFill>
                      <a:srgbClr val="000000"/>
                    </a:solidFill>
                    <a:cs typeface="Arial"/>
                    <a:sym typeface="Arial"/>
                  </a:rPr>
                  <a:t>Zeebe Workers</a:t>
                </a:r>
                <a:endParaRPr sz="800" b="1" kern="0" dirty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12" name="Google Shape;4636;p198"/>
              <p:cNvSpPr/>
              <p:nvPr/>
            </p:nvSpPr>
            <p:spPr>
              <a:xfrm>
                <a:off x="692582" y="2749513"/>
                <a:ext cx="977107" cy="64532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chemeClr val="accent3">
                    <a:lumMod val="75000"/>
                  </a:schemeClr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" sz="800" b="1" kern="0" dirty="0" smtClean="0">
                    <a:solidFill>
                      <a:srgbClr val="000000"/>
                    </a:solidFill>
                    <a:cs typeface="Arial"/>
                    <a:sym typeface="Arial"/>
                  </a:rPr>
                  <a:t>Zeebe Workers</a:t>
                </a:r>
                <a:endParaRPr sz="800" b="1" kern="0" dirty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8691" y="258915"/>
            <a:ext cx="1572904" cy="54259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474" y="209550"/>
            <a:ext cx="731583" cy="621846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>
          <a:xfrm flipV="1">
            <a:off x="1880991" y="891773"/>
            <a:ext cx="446187" cy="29317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Google Shape;4645;p198"/>
          <p:cNvSpPr txBox="1"/>
          <p:nvPr/>
        </p:nvSpPr>
        <p:spPr>
          <a:xfrm>
            <a:off x="566748" y="-23266"/>
            <a:ext cx="1129623" cy="322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000"/>
              <a:buFont typeface="Arial"/>
              <a:buNone/>
            </a:pPr>
            <a:r>
              <a:rPr lang="en" sz="800" b="1" kern="0" dirty="0" smtClean="0">
                <a:solidFill>
                  <a:srgbClr val="0075FF"/>
                </a:solidFill>
                <a:ea typeface="Arial"/>
                <a:cs typeface="Arial"/>
                <a:sym typeface="Arial"/>
              </a:rPr>
              <a:t>Report Builder</a:t>
            </a:r>
            <a:endParaRPr sz="800" b="1" kern="0" dirty="0">
              <a:solidFill>
                <a:srgbClr val="0075FF"/>
              </a:solidFill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9425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16347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1" y="742951"/>
            <a:ext cx="4953000" cy="274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3493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819150"/>
            <a:ext cx="3886200" cy="369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585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amunda">
  <a:themeElements>
    <a:clrScheme name="Simple Light">
      <a:dk1>
        <a:srgbClr val="000000"/>
      </a:dk1>
      <a:lt1>
        <a:srgbClr val="FFFFFF"/>
      </a:lt1>
      <a:dk2>
        <a:srgbClr val="434343"/>
      </a:dk2>
      <a:lt2>
        <a:srgbClr val="F7F7F7"/>
      </a:lt2>
      <a:accent1>
        <a:srgbClr val="FC5D0D"/>
      </a:accent1>
      <a:accent2>
        <a:srgbClr val="26D07C"/>
      </a:accent2>
      <a:accent3>
        <a:srgbClr val="00A7B5"/>
      </a:accent3>
      <a:accent4>
        <a:srgbClr val="888B8D"/>
      </a:accent4>
      <a:accent5>
        <a:srgbClr val="BBBCBC"/>
      </a:accent5>
      <a:accent6>
        <a:srgbClr val="0072CE"/>
      </a:accent6>
      <a:hlink>
        <a:srgbClr val="0072C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15799</TotalTime>
  <Words>1197</Words>
  <Application>Microsoft Office PowerPoint</Application>
  <PresentationFormat>On-screen Show (16:9)</PresentationFormat>
  <Paragraphs>217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4" baseType="lpstr">
      <vt:lpstr>Arial</vt:lpstr>
      <vt:lpstr>Calibri</vt:lpstr>
      <vt:lpstr>D-DIN Condensed</vt:lpstr>
      <vt:lpstr>IBM Plex Mono SemiBold</vt:lpstr>
      <vt:lpstr>IBM Plex Sans</vt:lpstr>
      <vt:lpstr>IBM Plex Sans Light</vt:lpstr>
      <vt:lpstr>IBM Plex Sans Medium</vt:lpstr>
      <vt:lpstr>IBM Plex Sans SemiBold</vt:lpstr>
      <vt:lpstr>Tahoma</vt:lpstr>
      <vt:lpstr>Verdana</vt:lpstr>
      <vt:lpstr>Wingdings</vt:lpstr>
      <vt:lpstr>Office Theme</vt:lpstr>
      <vt:lpstr>Camunda</vt:lpstr>
      <vt:lpstr>Surge Technical Capabilities Camunda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CC22 Keynote: The Process Orchestration Journey</dc:title>
  <cp:lastModifiedBy>murali babu</cp:lastModifiedBy>
  <cp:revision>112</cp:revision>
  <dcterms:created xsi:type="dcterms:W3CDTF">2023-06-14T14:06:09Z</dcterms:created>
  <dcterms:modified xsi:type="dcterms:W3CDTF">2023-07-10T16:11:16Z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